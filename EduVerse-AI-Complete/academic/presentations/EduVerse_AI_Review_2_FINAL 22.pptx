
<file path=[Content_Types].xml><?xml version="1.0" encoding="utf-8"?>
<Types xmlns="http://schemas.openxmlformats.org/package/2006/content-types">
  <Default Extension="xml" ContentType="application/vnd.openxmlformats-package.core-properties+xml"/>
  <Default Extension="dat" ContentType="application/x-fontdata"/>
  <Default Extension="jpeg" ContentType="image/jpeg"/>
  <Default Extension="svg" ContentType="image/svg+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b6df47e131e4fde" /><Relationship Type="http://schemas.openxmlformats.org/officeDocument/2006/relationships/extended-properties" Target="/docProps/app.xml" Id="Re73387dadc7b4742" /><Relationship Type="http://schemas.openxmlformats.org/officeDocument/2006/relationships/officeDocument" Target="/ppt/presentation.xml" Id="R39d46e14872e4789" /></Relationships>
</file>

<file path=ppt/presentation.xml><?xml version="1.0" encoding="utf-8"?>
<p:presentation xmlns:p="http://schemas.openxmlformats.org/presentationml/2006/main" embedTrueTypeFonts="1" saveSubsetFonts="1">
  <p:sldMasterIdLst>
    <p:sldMasterId xmlns:r="http://schemas.openxmlformats.org/officeDocument/2006/relationships" id="2147483648" r:id="R6ae1bd622e0e4213"/>
  </p:sldMasterIdLst>
  <p:notesMasterIdLst>
    <p:notesMasterId xmlns:r="http://schemas.openxmlformats.org/officeDocument/2006/relationships" r:id="Ra726625b25bb4000"/>
  </p:notesMasterIdLst>
  <p:sldIdLst>
    <p:sldId xmlns:r="http://schemas.openxmlformats.org/officeDocument/2006/relationships" id="256" r:id="R482dd35ad61b4367"/>
    <p:sldId xmlns:r="http://schemas.openxmlformats.org/officeDocument/2006/relationships" id="257" r:id="R9fcb5e660fb644de"/>
    <p:sldId xmlns:r="http://schemas.openxmlformats.org/officeDocument/2006/relationships" id="258" r:id="R28b26fabae9e482b"/>
    <p:sldId xmlns:r="http://schemas.openxmlformats.org/officeDocument/2006/relationships" id="259" r:id="R46cf1adf9f494be1"/>
    <p:sldId xmlns:r="http://schemas.openxmlformats.org/officeDocument/2006/relationships" id="260" r:id="Rd57e1c625a624d2b"/>
    <p:sldId xmlns:r="http://schemas.openxmlformats.org/officeDocument/2006/relationships" id="261" r:id="R99d6404d43194191"/>
    <p:sldId xmlns:r="http://schemas.openxmlformats.org/officeDocument/2006/relationships" id="262" r:id="R351b236ec1904aed"/>
    <p:sldId xmlns:r="http://schemas.openxmlformats.org/officeDocument/2006/relationships" id="263" r:id="R0c25dfd30c6d4af8"/>
  </p:sldIdLst>
  <p:sldSz cx="18288000" cy="10287000"/>
  <p:notesSz cx="6858000" cy="9144000"/>
  <p:embeddedFontLst>
    <p:embeddedFont>
      <p:font typeface="Canva Sans Bold"/>
      <p:regular xmlns:r="http://schemas.openxmlformats.org/officeDocument/2006/relationships" r:id="R88c504d251684384"/>
      <p:bold xmlns:r="http://schemas.openxmlformats.org/officeDocument/2006/relationships" r:id="R97f021948c3b416c"/>
    </p:embeddedFont>
    <p:embeddedFont>
      <p:font typeface="Poppins Semi-Bold"/>
      <p:regular xmlns:r="http://schemas.openxmlformats.org/officeDocument/2006/relationships" r:id="R4c224534479e4324"/>
      <p:bold xmlns:r="http://schemas.openxmlformats.org/officeDocument/2006/relationships" r:id="R02deef816bd34032"/>
      <p:italic xmlns:r="http://schemas.openxmlformats.org/officeDocument/2006/relationships" r:id="R55aad23efb764f20"/>
      <p:boldItalic xmlns:r="http://schemas.openxmlformats.org/officeDocument/2006/relationships" r:id="R7a3fa2ff29324017"/>
    </p:embeddedFont>
    <p:embeddedFont>
      <p:font typeface="Roboto Condensed"/>
      <p:regular xmlns:r="http://schemas.openxmlformats.org/officeDocument/2006/relationships" r:id="R75897a96e2ee4992"/>
      <p:bold xmlns:r="http://schemas.openxmlformats.org/officeDocument/2006/relationships" r:id="Rb22e43c1bf8b4f20"/>
      <p:italic xmlns:r="http://schemas.openxmlformats.org/officeDocument/2006/relationships" r:id="R65f3472599ab4d70"/>
      <p:boldItalic xmlns:r="http://schemas.openxmlformats.org/officeDocument/2006/relationships" r:id="R62f9587901484442"/>
    </p:embeddedFont>
    <p:embeddedFont>
      <p:font typeface="Roboto Condensed Bold"/>
      <p:regular xmlns:r="http://schemas.openxmlformats.org/officeDocument/2006/relationships" r:id="Reca0aa9ae4084307"/>
      <p:bold xmlns:r="http://schemas.openxmlformats.org/officeDocument/2006/relationships" r:id="R6c74319d47f44bd4"/>
      <p:italic xmlns:r="http://schemas.openxmlformats.org/officeDocument/2006/relationships" r:id="R3a2df7244ada4964"/>
      <p:boldItalic xmlns:r="http://schemas.openxmlformats.org/officeDocument/2006/relationships" r:id="Rd8b57b85c90d43f1"/>
    </p:embeddedFont>
    <p:embeddedFont>
      <p:font typeface="TT Norms"/>
      <p:regular xmlns:r="http://schemas.openxmlformats.org/officeDocument/2006/relationships" r:id="R6b7ec27eb0e5474b"/>
      <p:bold xmlns:r="http://schemas.openxmlformats.org/officeDocument/2006/relationships" r:id="Rcc096ad9d59543b4"/>
      <p:italic xmlns:r="http://schemas.openxmlformats.org/officeDocument/2006/relationships" r:id="Rd6029b695bdc45f2"/>
      <p:boldItalic xmlns:r="http://schemas.openxmlformats.org/officeDocument/2006/relationships" r:id="R7345b6c9a248463b"/>
    </p:embeddedFont>
    <p:embeddedFont>
      <p:font typeface="TT Norms Bold"/>
      <p:regular xmlns:r="http://schemas.openxmlformats.org/officeDocument/2006/relationships" r:id="R220b403bbe1d4d3d"/>
      <p:bold xmlns:r="http://schemas.openxmlformats.org/officeDocument/2006/relationships" r:id="R05cff49774414547"/>
      <p:italic xmlns:r="http://schemas.openxmlformats.org/officeDocument/2006/relationships" r:id="Rd90a2f7cc288475b"/>
      <p:boldItalic xmlns:r="http://schemas.openxmlformats.org/officeDocument/2006/relationships" r:id="Re9d2b43f4d0649d5"/>
    </p:embeddedFont>
  </p:embeddedFontLst>
  <p:defaultTextStyle>
    <a:defPPr xmlns:a="http://schemas.openxmlformats.org/drawingml/2006/main">
      <a:buNone/>
    </a:defPPr>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f9551126adb045c8" /><Relationship Type="http://schemas.openxmlformats.org/officeDocument/2006/relationships/slideMaster" Target="/ppt/slideMasters/slideMaster1.xml" Id="R6ae1bd622e0e4213" /><Relationship Type="http://schemas.openxmlformats.org/officeDocument/2006/relationships/notesMaster" Target="/ppt/notesMasters/notesMaster1.xml" Id="Ra726625b25bb4000" /><Relationship Type="http://schemas.openxmlformats.org/officeDocument/2006/relationships/presProps" Target="/ppt/presProps.xml" Id="R668ca886b72449e5" /><Relationship Type="http://schemas.openxmlformats.org/officeDocument/2006/relationships/viewProps" Target="/ppt/viewProps.xml" Id="R0cb103a7a5694b9a" /><Relationship Type="http://schemas.openxmlformats.org/officeDocument/2006/relationships/tableStyles" Target="/ppt/tableStyles.xml" Id="R98c84c0e19654ac9" /><Relationship Type="http://schemas.openxmlformats.org/officeDocument/2006/relationships/font" Target="/ppt/fonts/font.dat" Id="R88c504d251684384" /><Relationship Type="http://schemas.openxmlformats.org/officeDocument/2006/relationships/font" Target="/ppt/fonts/font2.dat" Id="R97f021948c3b416c" /><Relationship Type="http://schemas.openxmlformats.org/officeDocument/2006/relationships/font" Target="/ppt/fonts/font3.dat" Id="R4c224534479e4324" /><Relationship Type="http://schemas.openxmlformats.org/officeDocument/2006/relationships/font" Target="/ppt/fonts/font4.dat" Id="R02deef816bd34032" /><Relationship Type="http://schemas.openxmlformats.org/officeDocument/2006/relationships/font" Target="/ppt/fonts/font5.dat" Id="R55aad23efb764f20" /><Relationship Type="http://schemas.openxmlformats.org/officeDocument/2006/relationships/font" Target="/ppt/fonts/font6.dat" Id="R7a3fa2ff29324017" /><Relationship Type="http://schemas.openxmlformats.org/officeDocument/2006/relationships/font" Target="/ppt/fonts/font7.dat" Id="R75897a96e2ee4992" /><Relationship Type="http://schemas.openxmlformats.org/officeDocument/2006/relationships/font" Target="/ppt/fonts/font8.dat" Id="Rb22e43c1bf8b4f20" /><Relationship Type="http://schemas.openxmlformats.org/officeDocument/2006/relationships/font" Target="/ppt/fonts/font9.dat" Id="R65f3472599ab4d70" /><Relationship Type="http://schemas.openxmlformats.org/officeDocument/2006/relationships/font" Target="/ppt/fonts/font10.dat" Id="R62f9587901484442" /><Relationship Type="http://schemas.openxmlformats.org/officeDocument/2006/relationships/font" Target="/ppt/fonts/font11.dat" Id="Reca0aa9ae4084307" /><Relationship Type="http://schemas.openxmlformats.org/officeDocument/2006/relationships/font" Target="/ppt/fonts/font12.dat" Id="R6c74319d47f44bd4" /><Relationship Type="http://schemas.openxmlformats.org/officeDocument/2006/relationships/font" Target="/ppt/fonts/font13.dat" Id="R3a2df7244ada4964" /><Relationship Type="http://schemas.openxmlformats.org/officeDocument/2006/relationships/font" Target="/ppt/fonts/font14.dat" Id="Rd8b57b85c90d43f1" /><Relationship Type="http://schemas.openxmlformats.org/officeDocument/2006/relationships/font" Target="/ppt/fonts/font15.dat" Id="R6b7ec27eb0e5474b" /><Relationship Type="http://schemas.openxmlformats.org/officeDocument/2006/relationships/font" Target="/ppt/fonts/font16.dat" Id="Rcc096ad9d59543b4" /><Relationship Type="http://schemas.openxmlformats.org/officeDocument/2006/relationships/font" Target="/ppt/fonts/font17.dat" Id="Rd6029b695bdc45f2" /><Relationship Type="http://schemas.openxmlformats.org/officeDocument/2006/relationships/font" Target="/ppt/fonts/font18.dat" Id="R7345b6c9a248463b" /><Relationship Type="http://schemas.openxmlformats.org/officeDocument/2006/relationships/font" Target="/ppt/fonts/font19.dat" Id="R220b403bbe1d4d3d" /><Relationship Type="http://schemas.openxmlformats.org/officeDocument/2006/relationships/font" Target="/ppt/fonts/font20.dat" Id="R05cff49774414547" /><Relationship Type="http://schemas.openxmlformats.org/officeDocument/2006/relationships/font" Target="/ppt/fonts/font21.dat" Id="Rd90a2f7cc288475b" /><Relationship Type="http://schemas.openxmlformats.org/officeDocument/2006/relationships/font" Target="/ppt/fonts/font22.dat" Id="Re9d2b43f4d0649d5" /><Relationship Type="http://schemas.openxmlformats.org/officeDocument/2006/relationships/slide" Target="/ppt/slides/slide1.xml" Id="R482dd35ad61b4367" /><Relationship Type="http://schemas.openxmlformats.org/officeDocument/2006/relationships/slide" Target="/ppt/slides/slide2.xml" Id="R9fcb5e660fb644de" /><Relationship Type="http://schemas.openxmlformats.org/officeDocument/2006/relationships/slide" Target="/ppt/slides/slide3.xml" Id="R28b26fabae9e482b" /><Relationship Type="http://schemas.openxmlformats.org/officeDocument/2006/relationships/slide" Target="/ppt/slides/slide4.xml" Id="R46cf1adf9f494be1" /><Relationship Type="http://schemas.openxmlformats.org/officeDocument/2006/relationships/slide" Target="/ppt/slides/slide5.xml" Id="Rd57e1c625a624d2b" /><Relationship Type="http://schemas.openxmlformats.org/officeDocument/2006/relationships/slide" Target="/ppt/slides/slide6.xml" Id="R99d6404d43194191" /><Relationship Type="http://schemas.openxmlformats.org/officeDocument/2006/relationships/slide" Target="/ppt/slides/slide7.xml" Id="R351b236ec1904aed" /><Relationship Type="http://schemas.openxmlformats.org/officeDocument/2006/relationships/slide" Target="/ppt/slides/slide8.xml" Id="R0c25dfd30c6d4af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d6d21aa9ec04ad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690cb2ac5da46fe" /><Relationship Type="http://schemas.openxmlformats.org/officeDocument/2006/relationships/notesMaster" Target="/ppt/notesMasters/notesMaster1.xml" Id="R5ed30e3f7fa74ad3" /></Relationships>
</file>

<file path=ppt/notesSlides/_rels/notesSlide2.xml.rels>&#65279;<?xml version="1.0" encoding="utf-8"?><Relationships xmlns="http://schemas.openxmlformats.org/package/2006/relationships"><Relationship Type="http://schemas.openxmlformats.org/officeDocument/2006/relationships/slide" Target="/ppt/slides/slide2.xml" Id="R510d2314d7b747aa" /><Relationship Type="http://schemas.openxmlformats.org/officeDocument/2006/relationships/notesMaster" Target="/ppt/notesMasters/notesMaster1.xml" Id="Rf6ee66d705714752" /></Relationships>
</file>

<file path=ppt/notesSlides/_rels/notesSlide3.xml.rels>&#65279;<?xml version="1.0" encoding="utf-8"?><Relationships xmlns="http://schemas.openxmlformats.org/package/2006/relationships"><Relationship Type="http://schemas.openxmlformats.org/officeDocument/2006/relationships/slide" Target="/ppt/slides/slide3.xml" Id="R7b58177d656c452b" /><Relationship Type="http://schemas.openxmlformats.org/officeDocument/2006/relationships/notesMaster" Target="/ppt/notesMasters/notesMaster1.xml" Id="R7e69a50291084898" /></Relationships>
</file>

<file path=ppt/notesSlides/_rels/notesSlide4.xml.rels>&#65279;<?xml version="1.0" encoding="utf-8"?><Relationships xmlns="http://schemas.openxmlformats.org/package/2006/relationships"><Relationship Type="http://schemas.openxmlformats.org/officeDocument/2006/relationships/slide" Target="/ppt/slides/slide4.xml" Id="R98315d4f4f084c00" /><Relationship Type="http://schemas.openxmlformats.org/officeDocument/2006/relationships/notesMaster" Target="/ppt/notesMasters/notesMaster1.xml" Id="R66386ac6c7524b46" /></Relationships>
</file>

<file path=ppt/notesSlides/_rels/notesSlide5.xml.rels>&#65279;<?xml version="1.0" encoding="utf-8"?><Relationships xmlns="http://schemas.openxmlformats.org/package/2006/relationships"><Relationship Type="http://schemas.openxmlformats.org/officeDocument/2006/relationships/slide" Target="/ppt/slides/slide5.xml" Id="R936bb32702354616" /><Relationship Type="http://schemas.openxmlformats.org/officeDocument/2006/relationships/notesMaster" Target="/ppt/notesMasters/notesMaster1.xml" Id="Rcb8df9a0456d486d" /></Relationships>
</file>

<file path=ppt/notesSlides/_rels/notesSlide6.xml.rels>&#65279;<?xml version="1.0" encoding="utf-8"?><Relationships xmlns="http://schemas.openxmlformats.org/package/2006/relationships"><Relationship Type="http://schemas.openxmlformats.org/officeDocument/2006/relationships/slide" Target="/ppt/slides/slide6.xml" Id="Ra8642b034c114d7d" /><Relationship Type="http://schemas.openxmlformats.org/officeDocument/2006/relationships/notesMaster" Target="/ppt/notesMasters/notesMaster1.xml" Id="R7544e1e0c58e45c2" /></Relationships>
</file>

<file path=ppt/notesSlides/_rels/notesSlide7.xml.rels>&#65279;<?xml version="1.0" encoding="utf-8"?><Relationships xmlns="http://schemas.openxmlformats.org/package/2006/relationships"><Relationship Type="http://schemas.openxmlformats.org/officeDocument/2006/relationships/slide" Target="/ppt/slides/slide7.xml" Id="R1c73c76fc16345b6" /><Relationship Type="http://schemas.openxmlformats.org/officeDocument/2006/relationships/notesMaster" Target="/ppt/notesMasters/notesMaster1.xml" Id="R36eec2d276144e5e" /></Relationships>
</file>

<file path=ppt/notesSlides/_rels/notesSlide8.xml.rels>&#65279;<?xml version="1.0" encoding="utf-8"?><Relationships xmlns="http://schemas.openxmlformats.org/package/2006/relationships"><Relationship Type="http://schemas.openxmlformats.org/officeDocument/2006/relationships/slide" Target="/ppt/slides/slide8.xml" Id="Rb8285746a0f449bf" /><Relationship Type="http://schemas.openxmlformats.org/officeDocument/2006/relationships/notesMaster" Target="/ppt/notesMasters/notesMaster1.xml" Id="Rda582e3cf64a45f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Official ICEM cover composition restored from the supplied original presentation. EduVerse AI is a proposed AI learning workflow. No implementation status or performance result is implied.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eight agenda sections are covered within eight slides. Tools and system overview share slide 5. Applications and future scope share slide 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Students already have learning material but may need help interpreting it. EduVerse AI proposes one interface for asking material-related questions and creating practice. Personalized here means adapting to the selected material and student questions, not a validated adaptive learning model.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six objectives describe planned capabilities. Document understanding means converting a PDF to text and using an appropriate excerpt in an AI request. Quiz feedback begins with checking a selected answer against the stored answer key. The avatar presents the explanation, while the LLM generates text.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architecture, not verified implementation. The student interacts with the web frontend. The backend accepts study material and questions. PyMuPDF extracts machine-readable text from a text-based PDF. The backend combines document context with the user query before calling an LLM API. The model generates an explanation or quiz questions. For quizzes, submitted answers can be checked against an answer key. The result is displayed in the tutor interface, which is a UI presentation layer, not a separate AI engine. A database is proposed but no product is specified. Scanned PDF support requires OCR outside the stated core flow. References: https://react.dev/ https://fastapi.tiangolo.com/ https://pymupdf.readthedocs.io/en/latest/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Conceptual Prototype UI, not a screenshot of a working application. The PDF filename and conversation are illustrative. The Virtual Tutor Concept uses an AI-generated flat illustration and is not a working animated avatar. Workflow: PDF upload, text extraction, AI processing, Q&amp;A, quiz generation and result. No implementation results or performance measurements are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future enhancements are planned additions to the core concept of study material, AI Q&amp;A, explanation and quiz practice. Voice interaction converts speech to text and text to speech. Personalized recommendations may use student needs and topic history. Adaptive difficulty would use previous answers. RAG would retrieve relevant document passages before generation. These features require implementation and evaluation. Applications are intended use cases, not demonstrated learning outcomes.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conclusion describes the project aim and proposed workflow. No measured learning outcomes or completed production integration are claimed. Relevant official documentation: React https://react.dev/; FastAPI https://fastapi.tiangolo.com/; PyMuPDF https://pymupdf.readthedocs.io/en/latest/. No specific LLM provider or avatar library is confirmed in the proposed stack.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c41ca41dcad4192"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201650df70094b64"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2dcbc7f03de6455f"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b504583bec4f4f16"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9e3b3c8e85374ef3"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aab8878e590c4f6b"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65e20cc48542448c"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59571bdf89914d15"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7a5686b3b7e246e5"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3111e68441c94900"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43f264c4500c4946" /></Relationships>
</file>

<file path=ppt/slideLayouts/slideLayout1.xml><?xml version="1.0" encoding="utf-8"?>
<p:sldLayout xmlns:p="http://schemas.openxmlformats.org/presentationml/2006/main" type="title" preserve="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D0D521A8-DDCC-4F38-BDD6-30CEF728BC9D}"/>
              </a:ext>
            </a:extLst>
          </p:cNvPr>
          <p:cNvSpPr>
            <a:spLocks xmlns:a="http://schemas.openxmlformats.org/drawingml/2006/main" noGrp="1"/>
          </p:cNvSpPr>
          <p:nvPr>
            <p:ph type="ctrTitle" idx="0"/>
          </p:nvPr>
        </p:nvSpPr>
        <p:spPr>
          <a:xfrm xmlns:a="http://schemas.openxmlformats.org/drawingml/2006/main">
            <a:off x="685800" y="2130425"/>
            <a:ext cx="7772400" cy="1470025"/>
          </a:xfrm>
        </p:spPr>
        <p:txBody>
          <a:bodyPr xmlns:a="http://schemas.openxmlformats.org/drawingml/2006/main"/>
          <a:lstStyle xmlns:a="http://schemas.openxmlformats.org/drawingml/2006/main"/>
          <a:p xmlns:a="http://schemas.openxmlformats.org/drawingml/2006/main">
            <a:r>
              <a:t>Click to edit Master title style</a:t>
            </a:r>
          </a:p>
        </p:txBody>
      </p:sp>
      <p:sp>
        <p:nvSpPr>
          <p:cNvPr id="3" name="Subtitle 2">
            <a:extLst xmlns:a="http://schemas.openxmlformats.org/drawingml/2006/main">
              <a:ext uri="{FF2B5EF4-FFF2-40B4-BE49-F238E27FC236}">
                <a16:creationId xmlns:a16="http://schemas.microsoft.com/office/drawing/2014/main" id="{9F986E7C-C7FB-4E4E-8048-C7EC5BB52C38}"/>
              </a:ext>
            </a:extLst>
          </p:cNvPr>
          <p:cNvSpPr>
            <a:spLocks xmlns:a="http://schemas.openxmlformats.org/drawingml/2006/main" noGrp="1"/>
          </p:cNvSpPr>
          <p:nvPr>
            <p:ph type="subTitle" idx="1"/>
          </p:nvPr>
        </p:nvSpPr>
        <p:spPr>
          <a:xfrm xmlns:a="http://schemas.openxmlformats.org/drawingml/2006/main">
            <a:off x="1371600" y="3886200"/>
            <a:ext cx="6400800" cy="1752600"/>
          </a:xfrm>
        </p:spPr>
        <p:txBody>
          <a:bodyPr xmlns:a="http://schemas.openxmlformats.org/drawingml/2006/main"/>
          <a:lstStyle xmlns:a="http://schemas.openxmlformats.org/drawingml/2006/main">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xmlns:a="http://schemas.openxmlformats.org/drawingml/2006/main">
            <a:r>
              <a:t>Click to edit Master subtitle style</a:t>
            </a:r>
          </a:p>
        </p:txBody>
      </p:sp>
      <p:sp>
        <p:nvSpPr>
          <p:cNvPr id="4" name="Date Placeholder 3">
            <a:extLst xmlns:a="http://schemas.openxmlformats.org/drawingml/2006/main">
              <a:ext uri="{FF2B5EF4-FFF2-40B4-BE49-F238E27FC236}">
                <a16:creationId xmlns:a16="http://schemas.microsoft.com/office/drawing/2014/main" id="{FDC0BB94-BB52-485E-8090-F3A8FEEABFEB}"/>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10/2/2025</a:t>
            </a:fld>
            <a:endParaRPr/>
          </a:p>
        </p:txBody>
      </p:sp>
      <p:sp>
        <p:nvSpPr>
          <p:cNvPr id="5" name="Footer Placeholder 4">
            <a:extLst xmlns:a="http://schemas.openxmlformats.org/drawingml/2006/main">
              <a:ext uri="{FF2B5EF4-FFF2-40B4-BE49-F238E27FC236}">
                <a16:creationId xmlns:a16="http://schemas.microsoft.com/office/drawing/2014/main" id="{456D134C-C21F-420D-9EE6-0435570502E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DFBB8DB1-01D4-41C3-8B41-36F860FBE93B}"/>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2.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346B0D43-E91C-4903-9716-7C8A650B7FB8}"/>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07791674-D3EB-4672-9BD0-C6B77C9D955A}"/>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4AD99292-EA3B-419F-B201-4B34EA31B587}"/>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10/2/2025</a:t>
            </a:fld>
            <a:endParaRPr/>
          </a:p>
        </p:txBody>
      </p:sp>
      <p:sp>
        <p:nvSpPr>
          <p:cNvPr id="5" name="Footer Placeholder 4">
            <a:extLst xmlns:a="http://schemas.openxmlformats.org/drawingml/2006/main">
              <a:ext uri="{FF2B5EF4-FFF2-40B4-BE49-F238E27FC236}">
                <a16:creationId xmlns:a16="http://schemas.microsoft.com/office/drawing/2014/main" id="{C84C0418-3E63-44C7-A76E-2488E35B36CE}"/>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C9B145C8-4DA4-4099-B245-175F2D112D9C}"/>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3.xml><?xml version="1.0" encoding="utf-8"?>
<p:sldLayout xmlns:p="http://schemas.openxmlformats.org/presentationml/2006/main" type="secHead" preserve="1">
  <p:cSld name="Section Header">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FC64C8B1-AD7C-4A3C-BC79-C77623DD55C3}"/>
              </a:ext>
            </a:extLst>
          </p:cNvPr>
          <p:cNvSpPr>
            <a:spLocks xmlns:a="http://schemas.openxmlformats.org/drawingml/2006/main" noGrp="1"/>
          </p:cNvSpPr>
          <p:nvPr>
            <p:ph type="title" idx="0"/>
          </p:nvPr>
        </p:nvSpPr>
        <p:spPr>
          <a:xfrm xmlns:a="http://schemas.openxmlformats.org/drawingml/2006/main">
            <a:off x="722313" y="4406900"/>
            <a:ext cx="7772400" cy="1362075"/>
          </a:xfrm>
        </p:spPr>
        <p:txBody>
          <a:bodyPr xmlns:a="http://schemas.openxmlformats.org/drawingml/2006/main" anchor="t"/>
          <a:lstStyle xmlns:a="http://schemas.openxmlformats.org/drawingml/2006/main">
            <a:lvl1pPr algn="l">
              <a:buNone/>
              <a:defRPr sz="4000" b="1" cap="all"/>
            </a:lvl1pPr>
          </a:lstStyle>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BF3614AA-8FD3-4B76-93D6-1D58C4D7B314}"/>
              </a:ext>
            </a:extLst>
          </p:cNvPr>
          <p:cNvSpPr>
            <a:spLocks xmlns:a="http://schemas.openxmlformats.org/drawingml/2006/main" noGrp="1"/>
          </p:cNvSpPr>
          <p:nvPr>
            <p:ph type="body" idx="1"/>
          </p:nvPr>
        </p:nvSpPr>
        <p:spPr>
          <a:xfrm xmlns:a="http://schemas.openxmlformats.org/drawingml/2006/main">
            <a:off x="722313" y="2906713"/>
            <a:ext cx="7772400" cy="1500187"/>
          </a:xfrm>
        </p:spPr>
        <p:txBody>
          <a:bodyPr xmlns:a="http://schemas.openxmlformats.org/drawingml/2006/main" anchor="b"/>
          <a:lstStyle xmlns:a="http://schemas.openxmlformats.org/drawingml/2006/main">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xmlns:a="http://schemas.openxmlformats.org/drawingml/2006/main">
            <a:pPr lvl="0">
              <a:buNone/>
            </a:pPr>
            <a:r>
              <a:t>Click to edit Master text styles</a:t>
            </a:r>
          </a:p>
        </p:txBody>
      </p:sp>
      <p:sp>
        <p:nvSpPr>
          <p:cNvPr id="4" name="Date Placeholder 3">
            <a:extLst xmlns:a="http://schemas.openxmlformats.org/drawingml/2006/main">
              <a:ext uri="{FF2B5EF4-FFF2-40B4-BE49-F238E27FC236}">
                <a16:creationId xmlns:a16="http://schemas.microsoft.com/office/drawing/2014/main" id="{DCFCA63C-A97D-4BEC-BD98-20C7D1F60EC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10/2/2025</a:t>
            </a:fld>
            <a:endParaRPr/>
          </a:p>
        </p:txBody>
      </p:sp>
      <p:sp>
        <p:nvSpPr>
          <p:cNvPr id="5" name="Footer Placeholder 4">
            <a:extLst xmlns:a="http://schemas.openxmlformats.org/drawingml/2006/main">
              <a:ext uri="{FF2B5EF4-FFF2-40B4-BE49-F238E27FC236}">
                <a16:creationId xmlns:a16="http://schemas.microsoft.com/office/drawing/2014/main" id="{2A5115CE-7080-4846-B6D8-548CB6CE2B9A}"/>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3F39BBF5-5794-40B6-9FC7-38662A4065E3}"/>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4.xml><?xml version="1.0" encoding="utf-8"?>
<p:sldLayout xmlns:p="http://schemas.openxmlformats.org/presentationml/2006/main" type="twoObj" preserve="1">
  <p:cSld name="Two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03DE4506-483A-40C1-AF6E-61804071ED5B}"/>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EB0FB648-90C3-409A-9C79-C08B90C1A39B}"/>
              </a:ext>
            </a:extLst>
          </p:cNvPr>
          <p:cNvSpPr>
            <a:spLocks xmlns:a="http://schemas.openxmlformats.org/drawingml/2006/main" noGrp="1"/>
          </p:cNvSpPr>
          <p:nvPr>
            <p:ph idx="1"/>
          </p:nvPr>
        </p:nvSpPr>
        <p:spPr>
          <a:xfrm xmlns:a="http://schemas.openxmlformats.org/drawingml/2006/main">
            <a:off x="457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Content Placeholder 3">
            <a:extLst xmlns:a="http://schemas.openxmlformats.org/drawingml/2006/main">
              <a:ext uri="{FF2B5EF4-FFF2-40B4-BE49-F238E27FC236}">
                <a16:creationId xmlns:a16="http://schemas.microsoft.com/office/drawing/2014/main" id="{CF285BBA-A6C1-413A-8E13-A160C2B06174}"/>
              </a:ext>
            </a:extLst>
          </p:cNvPr>
          <p:cNvSpPr>
            <a:spLocks xmlns:a="http://schemas.openxmlformats.org/drawingml/2006/main" noGrp="1"/>
          </p:cNvSpPr>
          <p:nvPr>
            <p:ph idx="2"/>
          </p:nvPr>
        </p:nvSpPr>
        <p:spPr>
          <a:xfrm xmlns:a="http://schemas.openxmlformats.org/drawingml/2006/main">
            <a:off x="4648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Date Placeholder 4">
            <a:extLst xmlns:a="http://schemas.openxmlformats.org/drawingml/2006/main">
              <a:ext uri="{FF2B5EF4-FFF2-40B4-BE49-F238E27FC236}">
                <a16:creationId xmlns:a16="http://schemas.microsoft.com/office/drawing/2014/main" id="{9BB1BE89-E29C-415B-80F0-8A847D1EE20B}"/>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10/2/2025</a:t>
            </a:fld>
            <a:endParaRPr/>
          </a:p>
        </p:txBody>
      </p:sp>
      <p:sp>
        <p:nvSpPr>
          <p:cNvPr id="6" name="Footer Placeholder 5">
            <a:extLst xmlns:a="http://schemas.openxmlformats.org/drawingml/2006/main">
              <a:ext uri="{FF2B5EF4-FFF2-40B4-BE49-F238E27FC236}">
                <a16:creationId xmlns:a16="http://schemas.microsoft.com/office/drawing/2014/main" id="{E2FD1865-AA87-41ED-89D4-CCE29D8DD641}"/>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68975B64-D9CA-4A2C-A3DC-096D9F6C4C14}"/>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5.xml><?xml version="1.0" encoding="utf-8"?>
<p:sldLayout xmlns:p="http://schemas.openxmlformats.org/presentationml/2006/main" type="twoTxTwoObj" preserve="1">
  <p:cSld name="Comparis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42EE155A-DC2C-4717-BC0E-2711B57C2829}"/>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lvl1pPr>
              <a:buNone/>
              <a:defRPr/>
            </a:lvl1pPr>
          </a:lstStyle>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BE27CFD3-5654-46EE-8F55-2D56D88B0CE2}"/>
              </a:ext>
            </a:extLst>
          </p:cNvPr>
          <p:cNvSpPr>
            <a:spLocks xmlns:a="http://schemas.openxmlformats.org/drawingml/2006/main" noGrp="1"/>
          </p:cNvSpPr>
          <p:nvPr>
            <p:ph type="body" idx="1"/>
          </p:nvPr>
        </p:nvSpPr>
        <p:spPr>
          <a:xfrm xmlns:a="http://schemas.openxmlformats.org/drawingml/2006/main">
            <a:off x="457200" y="1535113"/>
            <a:ext cx="4040188"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4" name="Content Placeholder 3">
            <a:extLst xmlns:a="http://schemas.openxmlformats.org/drawingml/2006/main">
              <a:ext uri="{FF2B5EF4-FFF2-40B4-BE49-F238E27FC236}">
                <a16:creationId xmlns:a16="http://schemas.microsoft.com/office/drawing/2014/main" id="{7050F622-4982-4159-A7F0-15AD7E762863}"/>
              </a:ext>
            </a:extLst>
          </p:cNvPr>
          <p:cNvSpPr>
            <a:spLocks xmlns:a="http://schemas.openxmlformats.org/drawingml/2006/main" noGrp="1"/>
          </p:cNvSpPr>
          <p:nvPr>
            <p:ph idx="2"/>
          </p:nvPr>
        </p:nvSpPr>
        <p:spPr>
          <a:xfrm xmlns:a="http://schemas.openxmlformats.org/drawingml/2006/main">
            <a:off x="457200" y="2174875"/>
            <a:ext cx="4040188"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Text Placeholder 4">
            <a:extLst xmlns:a="http://schemas.openxmlformats.org/drawingml/2006/main">
              <a:ext uri="{FF2B5EF4-FFF2-40B4-BE49-F238E27FC236}">
                <a16:creationId xmlns:a16="http://schemas.microsoft.com/office/drawing/2014/main" id="{8E79D3B0-F77F-43E2-9F69-EEDE263A5CE7}"/>
              </a:ext>
            </a:extLst>
          </p:cNvPr>
          <p:cNvSpPr>
            <a:spLocks xmlns:a="http://schemas.openxmlformats.org/drawingml/2006/main" noGrp="1"/>
          </p:cNvSpPr>
          <p:nvPr>
            <p:ph type="body" idx="3"/>
          </p:nvPr>
        </p:nvSpPr>
        <p:spPr>
          <a:xfrm xmlns:a="http://schemas.openxmlformats.org/drawingml/2006/main">
            <a:off x="4645025" y="1535113"/>
            <a:ext cx="4041775"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6" name="Content Placeholder 5">
            <a:extLst xmlns:a="http://schemas.openxmlformats.org/drawingml/2006/main">
              <a:ext uri="{FF2B5EF4-FFF2-40B4-BE49-F238E27FC236}">
                <a16:creationId xmlns:a16="http://schemas.microsoft.com/office/drawing/2014/main" id="{16E9F6A9-BD05-459B-B1DB-6C56623D8B0B}"/>
              </a:ext>
            </a:extLst>
          </p:cNvPr>
          <p:cNvSpPr>
            <a:spLocks xmlns:a="http://schemas.openxmlformats.org/drawingml/2006/main" noGrp="1"/>
          </p:cNvSpPr>
          <p:nvPr>
            <p:ph idx="4"/>
          </p:nvPr>
        </p:nvSpPr>
        <p:spPr>
          <a:xfrm xmlns:a="http://schemas.openxmlformats.org/drawingml/2006/main">
            <a:off x="4645025" y="2174875"/>
            <a:ext cx="4041775"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7" name="Date Placeholder 6">
            <a:extLst xmlns:a="http://schemas.openxmlformats.org/drawingml/2006/main">
              <a:ext uri="{FF2B5EF4-FFF2-40B4-BE49-F238E27FC236}">
                <a16:creationId xmlns:a16="http://schemas.microsoft.com/office/drawing/2014/main" id="{58939462-1F09-43F0-A3F5-C0947ADF41F7}"/>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10/2/2025</a:t>
            </a:fld>
            <a:endParaRPr/>
          </a:p>
        </p:txBody>
      </p:sp>
      <p:sp>
        <p:nvSpPr>
          <p:cNvPr id="8" name="Footer Placeholder 7">
            <a:extLst xmlns:a="http://schemas.openxmlformats.org/drawingml/2006/main">
              <a:ext uri="{FF2B5EF4-FFF2-40B4-BE49-F238E27FC236}">
                <a16:creationId xmlns:a16="http://schemas.microsoft.com/office/drawing/2014/main" id="{BAAC202F-1333-40EE-846A-3B9EBBFE39D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9" name="Slide Number Placeholder 8">
            <a:extLst xmlns:a="http://schemas.openxmlformats.org/drawingml/2006/main">
              <a:ext uri="{FF2B5EF4-FFF2-40B4-BE49-F238E27FC236}">
                <a16:creationId xmlns:a16="http://schemas.microsoft.com/office/drawing/2014/main" id="{71C50BB0-5332-4AB8-9399-072F447DEE4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6.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3E09E43B-2EAF-4965-A1A4-76488DD6FE59}"/>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Date Placeholder 2">
            <a:extLst xmlns:a="http://schemas.openxmlformats.org/drawingml/2006/main">
              <a:ext uri="{FF2B5EF4-FFF2-40B4-BE49-F238E27FC236}">
                <a16:creationId xmlns:a16="http://schemas.microsoft.com/office/drawing/2014/main" id="{73C56B93-21DA-4AB3-B85E-B2C2D80D2A6C}"/>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10/2/2025</a:t>
            </a:fld>
            <a:endParaRPr/>
          </a:p>
        </p:txBody>
      </p:sp>
      <p:sp>
        <p:nvSpPr>
          <p:cNvPr id="4" name="Footer Placeholder 3">
            <a:extLst xmlns:a="http://schemas.openxmlformats.org/drawingml/2006/main">
              <a:ext uri="{FF2B5EF4-FFF2-40B4-BE49-F238E27FC236}">
                <a16:creationId xmlns:a16="http://schemas.microsoft.com/office/drawing/2014/main" id="{43186E2C-BFA8-4365-A35A-6D4CBB9CE9FC}"/>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5" name="Slide Number Placeholder 4">
            <a:extLst xmlns:a="http://schemas.openxmlformats.org/drawingml/2006/main">
              <a:ext uri="{FF2B5EF4-FFF2-40B4-BE49-F238E27FC236}">
                <a16:creationId xmlns:a16="http://schemas.microsoft.com/office/drawing/2014/main" id="{F50D0345-5849-4279-87BA-0FDA4320CBF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7.xml><?xml version="1.0" encoding="utf-8"?>
<p:sldLayout xmlns:p="http://schemas.openxmlformats.org/presentationml/2006/main" type="blank" preserve="1">
  <p:cSld name="Blank">
    <p:spTree>
      <p:nvGrpSpPr>
        <p:cNvPr id="1" name=""/>
        <p:cNvGrpSpPr/>
        <p:nvPr/>
      </p:nvGrpSpPr>
      <p:grpSpPr>
        <a:xfrm xmlns:a="http://schemas.openxmlformats.org/drawingml/2006/main"/>
      </p:grpSpPr>
      <p:sp>
        <p:nvSpPr>
          <p:cNvPr id="2" name="Date Placeholder 1">
            <a:extLst xmlns:a="http://schemas.openxmlformats.org/drawingml/2006/main">
              <a:ext uri="{FF2B5EF4-FFF2-40B4-BE49-F238E27FC236}">
                <a16:creationId xmlns:a16="http://schemas.microsoft.com/office/drawing/2014/main" id="{CD7D200C-A3EF-4A7E-9D66-3D89AC1E7CBE}"/>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10/2/2025</a:t>
            </a:fld>
            <a:endParaRPr/>
          </a:p>
        </p:txBody>
      </p:sp>
      <p:sp>
        <p:nvSpPr>
          <p:cNvPr id="3" name="Footer Placeholder 2">
            <a:extLst xmlns:a="http://schemas.openxmlformats.org/drawingml/2006/main">
              <a:ext uri="{FF2B5EF4-FFF2-40B4-BE49-F238E27FC236}">
                <a16:creationId xmlns:a16="http://schemas.microsoft.com/office/drawing/2014/main" id="{0AE35208-D4B4-4887-A3E6-F0D656A682F2}"/>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a:extLst xmlns:a="http://schemas.openxmlformats.org/drawingml/2006/main">
              <a:ext uri="{FF2B5EF4-FFF2-40B4-BE49-F238E27FC236}">
                <a16:creationId xmlns:a16="http://schemas.microsoft.com/office/drawing/2014/main" id="{97552FEF-799A-400D-9ABD-0327F560760B}"/>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8.xml><?xml version="1.0" encoding="utf-8"?>
<p:sldLayout xmlns:p="http://schemas.openxmlformats.org/presentationml/2006/main" type="objTx" preserve="1">
  <p:cSld name="Content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A67CC5B2-FD66-4DC8-9F27-01DE6BBE55BB}"/>
              </a:ext>
            </a:extLst>
          </p:cNvPr>
          <p:cNvSpPr>
            <a:spLocks xmlns:a="http://schemas.openxmlformats.org/drawingml/2006/main" noGrp="1"/>
          </p:cNvSpPr>
          <p:nvPr>
            <p:ph type="title" idx="0"/>
          </p:nvPr>
        </p:nvSpPr>
        <p:spPr>
          <a:xfrm xmlns:a="http://schemas.openxmlformats.org/drawingml/2006/main">
            <a:off x="457200" y="273050"/>
            <a:ext cx="3008313" cy="1162050"/>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3203C140-8723-4777-BF59-E0D34A01CB75}"/>
              </a:ext>
            </a:extLst>
          </p:cNvPr>
          <p:cNvSpPr>
            <a:spLocks xmlns:a="http://schemas.openxmlformats.org/drawingml/2006/main" noGrp="1"/>
          </p:cNvSpPr>
          <p:nvPr>
            <p:ph idx="1"/>
          </p:nvPr>
        </p:nvSpPr>
        <p:spPr>
          <a:xfrm xmlns:a="http://schemas.openxmlformats.org/drawingml/2006/main">
            <a:off x="3575050" y="273050"/>
            <a:ext cx="5111750" cy="5853113"/>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Text Placeholder 3">
            <a:extLst xmlns:a="http://schemas.openxmlformats.org/drawingml/2006/main">
              <a:ext uri="{FF2B5EF4-FFF2-40B4-BE49-F238E27FC236}">
                <a16:creationId xmlns:a16="http://schemas.microsoft.com/office/drawing/2014/main" id="{8CFE0536-1AFC-4119-90AF-06AF2E812AFC}"/>
              </a:ext>
            </a:extLst>
          </p:cNvPr>
          <p:cNvSpPr>
            <a:spLocks xmlns:a="http://schemas.openxmlformats.org/drawingml/2006/main" noGrp="1"/>
          </p:cNvSpPr>
          <p:nvPr>
            <p:ph type="body" idx="2"/>
          </p:nvPr>
        </p:nvSpPr>
        <p:spPr>
          <a:xfrm xmlns:a="http://schemas.openxmlformats.org/drawingml/2006/main">
            <a:off x="457200" y="1435100"/>
            <a:ext cx="3008313" cy="4691063"/>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E8EA1FFE-E182-4D79-B89A-02761C49AF95}"/>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10/2/2025</a:t>
            </a:fld>
            <a:endParaRPr/>
          </a:p>
        </p:txBody>
      </p:sp>
      <p:sp>
        <p:nvSpPr>
          <p:cNvPr id="6" name="Footer Placeholder 5">
            <a:extLst xmlns:a="http://schemas.openxmlformats.org/drawingml/2006/main">
              <a:ext uri="{FF2B5EF4-FFF2-40B4-BE49-F238E27FC236}">
                <a16:creationId xmlns:a16="http://schemas.microsoft.com/office/drawing/2014/main" id="{7D300052-C39D-4ADC-B400-ABD500B74614}"/>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92CCDC74-4508-49E5-B4B4-EA689C00142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9.xml><?xml version="1.0" encoding="utf-8"?>
<p:sldLayout xmlns:p="http://schemas.openxmlformats.org/presentationml/2006/main" type="picTx" preserve="1">
  <p:cSld name="Picture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7E21BA05-97AE-4E68-8AF8-5D4A0A8AEE78}"/>
              </a:ext>
            </a:extLst>
          </p:cNvPr>
          <p:cNvSpPr>
            <a:spLocks xmlns:a="http://schemas.openxmlformats.org/drawingml/2006/main" noGrp="1"/>
          </p:cNvSpPr>
          <p:nvPr>
            <p:ph type="title" idx="0"/>
          </p:nvPr>
        </p:nvSpPr>
        <p:spPr>
          <a:xfrm xmlns:a="http://schemas.openxmlformats.org/drawingml/2006/main">
            <a:off x="1792288" y="4800600"/>
            <a:ext cx="5486400" cy="566738"/>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p>
        </p:txBody>
      </p:sp>
      <p:sp>
        <p:nvSpPr>
          <p:cNvPr id="3" name="Picture Placeholder 2">
            <a:extLst xmlns:a="http://schemas.openxmlformats.org/drawingml/2006/main">
              <a:ext uri="{FF2B5EF4-FFF2-40B4-BE49-F238E27FC236}">
                <a16:creationId xmlns:a16="http://schemas.microsoft.com/office/drawing/2014/main" id="{594342A8-44C3-4825-9481-4FB87DE590ED}"/>
              </a:ext>
            </a:extLst>
          </p:cNvPr>
          <p:cNvSpPr>
            <a:spLocks xmlns:a="http://schemas.openxmlformats.org/drawingml/2006/main" noGrp="1"/>
          </p:cNvSpPr>
          <p:nvPr>
            <p:ph type="pic" idx="1"/>
          </p:nvPr>
        </p:nvSpPr>
        <p:spPr>
          <a:xfrm xmlns:a="http://schemas.openxmlformats.org/drawingml/2006/main">
            <a:off x="1792288" y="612775"/>
            <a:ext cx="5486400" cy="4114800"/>
          </a:xfrm>
        </p:spPr>
        <p:txBody>
          <a:bodyPr xmlns:a="http://schemas.openxmlformats.org/drawingml/2006/main"/>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endParaRPr/>
          </a:p>
        </p:txBody>
      </p:sp>
      <p:sp>
        <p:nvSpPr>
          <p:cNvPr id="4" name="Text Placeholder 3">
            <a:extLst xmlns:a="http://schemas.openxmlformats.org/drawingml/2006/main">
              <a:ext uri="{FF2B5EF4-FFF2-40B4-BE49-F238E27FC236}">
                <a16:creationId xmlns:a16="http://schemas.microsoft.com/office/drawing/2014/main" id="{105A87A1-0A86-4A9A-B3A7-D0416D049BE5}"/>
              </a:ext>
            </a:extLst>
          </p:cNvPr>
          <p:cNvSpPr>
            <a:spLocks xmlns:a="http://schemas.openxmlformats.org/drawingml/2006/main" noGrp="1"/>
          </p:cNvSpPr>
          <p:nvPr>
            <p:ph type="body" idx="2"/>
          </p:nvPr>
        </p:nvSpPr>
        <p:spPr>
          <a:xfrm xmlns:a="http://schemas.openxmlformats.org/drawingml/2006/main">
            <a:off x="1792288" y="5367338"/>
            <a:ext cx="5486400" cy="804862"/>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95F2DFED-0713-440B-9A55-486B46E07D2D}"/>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10/2/2025</a:t>
            </a:fld>
            <a:endParaRPr/>
          </a:p>
        </p:txBody>
      </p:sp>
      <p:sp>
        <p:nvSpPr>
          <p:cNvPr id="6" name="Footer Placeholder 5">
            <a:extLst xmlns:a="http://schemas.openxmlformats.org/drawingml/2006/main">
              <a:ext uri="{FF2B5EF4-FFF2-40B4-BE49-F238E27FC236}">
                <a16:creationId xmlns:a16="http://schemas.microsoft.com/office/drawing/2014/main" id="{4B20B8C4-C522-4587-8DEC-D6C748F5CCFB}"/>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E283A0B8-3FAE-4D86-9CDD-E9DABAB342CC}"/>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10.xml><?xml version="1.0" encoding="utf-8"?>
<p:sldLayout xmlns:p="http://schemas.openxmlformats.org/presentationml/2006/main" type="vertTx" preserve="1">
  <p:cSld name="Title and Vertical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1D2508B-B34E-44C1-AE79-FA2F0DB99BEB}"/>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Vertical Text Placeholder 2">
            <a:extLst xmlns:a="http://schemas.openxmlformats.org/drawingml/2006/main">
              <a:ext uri="{FF2B5EF4-FFF2-40B4-BE49-F238E27FC236}">
                <a16:creationId xmlns:a16="http://schemas.microsoft.com/office/drawing/2014/main" id="{DD328941-E456-48F2-A1B8-F403786307C2}"/>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B876F545-90BE-44E3-840D-CE0EE7C02A69}"/>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10/2/2025</a:t>
            </a:fld>
            <a:endParaRPr/>
          </a:p>
        </p:txBody>
      </p:sp>
      <p:sp>
        <p:nvSpPr>
          <p:cNvPr id="5" name="Footer Placeholder 4">
            <a:extLst xmlns:a="http://schemas.openxmlformats.org/drawingml/2006/main">
              <a:ext uri="{FF2B5EF4-FFF2-40B4-BE49-F238E27FC236}">
                <a16:creationId xmlns:a16="http://schemas.microsoft.com/office/drawing/2014/main" id="{95361F14-EA48-4F32-AE1C-DAA5162E323B}"/>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395BA32E-4B89-4217-B6C4-50E93F32764C}"/>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11.xml><?xml version="1.0" encoding="utf-8"?>
<p:sldLayout xmlns:p="http://schemas.openxmlformats.org/presentationml/2006/main" type="vertTitleAndTx" preserve="1">
  <p:cSld name="Vertical Title and Text">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E11EB3C9-EE63-49B7-AE4E-C48017B4E202}"/>
              </a:ext>
            </a:extLst>
          </p:cNvPr>
          <p:cNvSpPr>
            <a:spLocks xmlns:a="http://schemas.openxmlformats.org/drawingml/2006/main" noGrp="1"/>
          </p:cNvSpPr>
          <p:nvPr>
            <p:ph type="title" idx="0"/>
          </p:nvPr>
        </p:nvSpPr>
        <p:spPr>
          <a:xfrm xmlns:a="http://schemas.openxmlformats.org/drawingml/2006/main">
            <a:off x="6629400" y="274638"/>
            <a:ext cx="2057400" cy="5851525"/>
          </a:xfrm>
        </p:spPr>
        <p:txBody>
          <a:bodyPr xmlns:a="http://schemas.openxmlformats.org/drawingml/2006/main" vert="eaVert"/>
          <a:lstStyle xmlns:a="http://schemas.openxmlformats.org/drawingml/2006/main"/>
          <a:p xmlns:a="http://schemas.openxmlformats.org/drawingml/2006/main">
            <a:r>
              <a:t>Click to edit Master title style</a:t>
            </a:r>
          </a:p>
        </p:txBody>
      </p:sp>
      <p:sp>
        <p:nvSpPr>
          <p:cNvPr id="3" name="Vertical Text Placeholder 2">
            <a:extLst xmlns:a="http://schemas.openxmlformats.org/drawingml/2006/main">
              <a:ext uri="{FF2B5EF4-FFF2-40B4-BE49-F238E27FC236}">
                <a16:creationId xmlns:a16="http://schemas.microsoft.com/office/drawing/2014/main" id="{B5A26187-E495-4ABE-8CF1-49F1DF941A22}"/>
              </a:ext>
            </a:extLst>
          </p:cNvPr>
          <p:cNvSpPr>
            <a:spLocks xmlns:a="http://schemas.openxmlformats.org/drawingml/2006/main" noGrp="1"/>
          </p:cNvSpPr>
          <p:nvPr>
            <p:ph type="body" idx="1"/>
          </p:nvPr>
        </p:nvSpPr>
        <p:spPr>
          <a:xfrm xmlns:a="http://schemas.openxmlformats.org/drawingml/2006/main">
            <a:off x="457200" y="274638"/>
            <a:ext cx="6019800" cy="5851525"/>
          </a:xfrm>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39A3DA3A-3E82-4148-813F-96048223112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10/2/2025</a:t>
            </a:fld>
            <a:endParaRPr/>
          </a:p>
        </p:txBody>
      </p:sp>
      <p:sp>
        <p:nvSpPr>
          <p:cNvPr id="5" name="Footer Placeholder 4">
            <a:extLst xmlns:a="http://schemas.openxmlformats.org/drawingml/2006/main">
              <a:ext uri="{FF2B5EF4-FFF2-40B4-BE49-F238E27FC236}">
                <a16:creationId xmlns:a16="http://schemas.microsoft.com/office/drawing/2014/main" id="{6D75A01B-AF22-43A2-A163-751416BAB0FA}"/>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B5D86FD4-FEE5-459A-B9CB-A57BB462C33F}"/>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54d21cc7f0e467b" /><Relationship Type="http://schemas.openxmlformats.org/officeDocument/2006/relationships/slideLayout" Target="/ppt/slideLayouts/slideLayout1.xml" Id="R4c5534c38faa4d90" /><Relationship Type="http://schemas.openxmlformats.org/officeDocument/2006/relationships/slideLayout" Target="/ppt/slideLayouts/slideLayout2.xml" Id="R5ab61c1ed221462c" /><Relationship Type="http://schemas.openxmlformats.org/officeDocument/2006/relationships/slideLayout" Target="/ppt/slideLayouts/slideLayout3.xml" Id="R43a1bb071fc741fd" /><Relationship Type="http://schemas.openxmlformats.org/officeDocument/2006/relationships/slideLayout" Target="/ppt/slideLayouts/slideLayout4.xml" Id="R9ad1e00f503142f9" /><Relationship Type="http://schemas.openxmlformats.org/officeDocument/2006/relationships/slideLayout" Target="/ppt/slideLayouts/slideLayout5.xml" Id="R2b6eb6f6a3864b53" /><Relationship Type="http://schemas.openxmlformats.org/officeDocument/2006/relationships/slideLayout" Target="/ppt/slideLayouts/slideLayout6.xml" Id="Rab31fd4afd4d40ad" /><Relationship Type="http://schemas.openxmlformats.org/officeDocument/2006/relationships/slideLayout" Target="/ppt/slideLayouts/slideLayout7.xml" Id="R0f19083beb524e59" /><Relationship Type="http://schemas.openxmlformats.org/officeDocument/2006/relationships/slideLayout" Target="/ppt/slideLayouts/slideLayout8.xml" Id="R6ef680cc67ae4cf4" /><Relationship Type="http://schemas.openxmlformats.org/officeDocument/2006/relationships/slideLayout" Target="/ppt/slideLayouts/slideLayout9.xml" Id="R73a7c16d3ce84257" /><Relationship Type="http://schemas.openxmlformats.org/officeDocument/2006/relationships/slideLayout" Target="/ppt/slideLayouts/slideLayout10.xml" Id="R0fa5daad591f46ab" /><Relationship Type="http://schemas.openxmlformats.org/officeDocument/2006/relationships/slideLayout" Target="/ppt/slideLayouts/slideLayout11.xml" Id="Rdf33c72725d34d6d"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D3C2C1E1-05F2-4770-98F5-43B181A55A3B}"/>
              </a:ext>
            </a:extLst>
          </p:cNvPr>
          <p:cNvSpPr>
            <a:spLocks xmlns:a="http://schemas.openxmlformats.org/drawingml/2006/main" noGrp="1"/>
          </p:cNvSpPr>
          <p:nvPr>
            <p:ph type="title" idx="0"/>
          </p:nvPr>
        </p:nvSpPr>
        <p:spPr>
          <a:xfrm xmlns:a="http://schemas.openxmlformats.org/drawingml/2006/main">
            <a:off x="457200" y="274638"/>
            <a:ext cx="8229600" cy="1143000"/>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72AC4E3E-E4F6-41E0-82EF-D51669B77D94}"/>
              </a:ext>
            </a:extLst>
          </p:cNvPr>
          <p:cNvSpPr>
            <a:spLocks xmlns:a="http://schemas.openxmlformats.org/drawingml/2006/main" noGrp="1"/>
          </p:cNvSpPr>
          <p:nvPr>
            <p:ph type="body" idx="1"/>
          </p:nvPr>
        </p:nvSpPr>
        <p:spPr>
          <a:xfrm xmlns:a="http://schemas.openxmlformats.org/drawingml/2006/main">
            <a:off x="457200" y="1600200"/>
            <a:ext cx="8229600" cy="4525963"/>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C3956E90-C5DA-462D-9341-6DA0B9EB9C3D}"/>
              </a:ext>
            </a:extLst>
          </p:cNvPr>
          <p:cNvSpPr>
            <a:spLocks xmlns:a="http://schemas.openxmlformats.org/drawingml/2006/main" noGrp="1"/>
          </p:cNvSpPr>
          <p:nvPr>
            <p:ph type="dt" idx="2"/>
          </p:nvPr>
        </p:nvSpPr>
        <p:spPr>
          <a:xfrm xmlns:a="http://schemas.openxmlformats.org/drawingml/2006/main">
            <a:off x="457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75000"/>
                  </a:schemeClr>
                </a:solidFill>
              </a:defRPr>
            </a:lvl1pPr>
          </a:lstStyle>
          <a:p xmlns:a="http://schemas.openxmlformats.org/drawingml/2006/main">
            <a:fld id="{1D8BD707-D9CF-40AE-B4C6-C98DA3205C09}" type="datetimeFigureOut">
              <a:t>10/2/2025</a:t>
            </a:fld>
            <a:endParaRPr/>
          </a:p>
        </p:txBody>
      </p:sp>
      <p:sp>
        <p:nvSpPr>
          <p:cNvPr id="5" name="Footer Placeholder 4">
            <a:extLst xmlns:a="http://schemas.openxmlformats.org/drawingml/2006/main">
              <a:ext uri="{FF2B5EF4-FFF2-40B4-BE49-F238E27FC236}">
                <a16:creationId xmlns:a16="http://schemas.microsoft.com/office/drawing/2014/main" id="{12721205-62B1-4CA2-84C7-5F0905D51674}"/>
              </a:ext>
            </a:extLst>
          </p:cNvPr>
          <p:cNvSpPr>
            <a:spLocks xmlns:a="http://schemas.openxmlformats.org/drawingml/2006/main" noGrp="1"/>
          </p:cNvSpPr>
          <p:nvPr>
            <p:ph type="ftr" idx="3"/>
          </p:nvPr>
        </p:nvSpPr>
        <p:spPr>
          <a:xfrm xmlns:a="http://schemas.openxmlformats.org/drawingml/2006/main">
            <a:off x="3124200" y="6356350"/>
            <a:ext cx="2895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75000"/>
                  </a:schemeClr>
                </a:solidFill>
              </a:defRPr>
            </a:lvl1pPr>
          </a:lstStyle>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E1FC43C1-623B-4B15-9208-9AA0457EFD4F}"/>
              </a:ext>
            </a:extLst>
          </p:cNvPr>
          <p:cNvSpPr>
            <a:spLocks xmlns:a="http://schemas.openxmlformats.org/drawingml/2006/main" noGrp="1"/>
          </p:cNvSpPr>
          <p:nvPr>
            <p:ph type="sldNum" idx="4"/>
          </p:nvPr>
        </p:nvSpPr>
        <p:spPr>
          <a:xfrm xmlns:a="http://schemas.openxmlformats.org/drawingml/2006/main">
            <a:off x="6553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75000"/>
                  </a:schemeClr>
                </a:solidFill>
              </a:defRPr>
            </a:lvl1pPr>
          </a:lstStyle>
          <a:p xmlns:a="http://schemas.openxmlformats.org/drawingml/2006/main">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c5534c38faa4d90"/>
    <p:sldLayoutId xmlns:r="http://schemas.openxmlformats.org/officeDocument/2006/relationships" id="2147483650" r:id="R5ab61c1ed221462c"/>
    <p:sldLayoutId xmlns:r="http://schemas.openxmlformats.org/officeDocument/2006/relationships" id="2147483651" r:id="R43a1bb071fc741fd"/>
    <p:sldLayoutId xmlns:r="http://schemas.openxmlformats.org/officeDocument/2006/relationships" id="2147483652" r:id="R9ad1e00f503142f9"/>
    <p:sldLayoutId xmlns:r="http://schemas.openxmlformats.org/officeDocument/2006/relationships" id="2147483653" r:id="R2b6eb6f6a3864b53"/>
    <p:sldLayoutId xmlns:r="http://schemas.openxmlformats.org/officeDocument/2006/relationships" id="2147483654" r:id="Rab31fd4afd4d40ad"/>
    <p:sldLayoutId xmlns:r="http://schemas.openxmlformats.org/officeDocument/2006/relationships" id="2147483655" r:id="R0f19083beb524e59"/>
    <p:sldLayoutId xmlns:r="http://schemas.openxmlformats.org/officeDocument/2006/relationships" id="2147483656" r:id="R6ef680cc67ae4cf4"/>
    <p:sldLayoutId xmlns:r="http://schemas.openxmlformats.org/officeDocument/2006/relationships" id="2147483657" r:id="R73a7c16d3ce84257"/>
    <p:sldLayoutId xmlns:r="http://schemas.openxmlformats.org/officeDocument/2006/relationships" id="2147483658" r:id="R0fa5daad591f46ab"/>
    <p:sldLayoutId xmlns:r="http://schemas.openxmlformats.org/officeDocument/2006/relationships" id="2147483659" r:id="Rdf33c72725d34d6d"/>
  </p:sldLayoutIdLst>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7.xml" Id="R58b3b2433e7646df" /><Relationship Type="http://schemas.openxmlformats.org/officeDocument/2006/relationships/image" Target="/ppt/media/image.jpeg" Id="Rd50475b2d38943aa" /><Relationship Type="http://schemas.openxmlformats.org/officeDocument/2006/relationships/image" Target="/ppt/media/image.svg" Id="R9330358cb8774171" /><Relationship Type="http://schemas.openxmlformats.org/officeDocument/2006/relationships/image" Target="/ppt/media/image2.jpeg" Id="R001b996043cf4480" /><Relationship Type="http://schemas.openxmlformats.org/officeDocument/2006/relationships/image" Target="/ppt/media/image2.svg" Id="R16a3439bfe2f4c08" /><Relationship Type="http://schemas.openxmlformats.org/officeDocument/2006/relationships/image" Target="/ppt/media/image3.jpeg" Id="R65fe4a4ef67946b9" /><Relationship Type="http://schemas.openxmlformats.org/officeDocument/2006/relationships/image" Target="/ppt/media/image3.svg" Id="R5be953ebfe5c421e" /><Relationship Type="http://schemas.openxmlformats.org/officeDocument/2006/relationships/image" Target="/ppt/media/image.png" Id="Rc1a2d11d74264d46" /><Relationship Type="http://schemas.openxmlformats.org/officeDocument/2006/relationships/notesSlide" Target="/ppt/notesSlides/notesSlide1.xml" Id="Rfd1f032a7d7e423a" /></Relationships>
</file>

<file path=ppt/slides/_rels/slide2.xml.rels>&#65279;<?xml version="1.0" encoding="utf-8"?><Relationships xmlns="http://schemas.openxmlformats.org/package/2006/relationships"><Relationship Type="http://schemas.openxmlformats.org/officeDocument/2006/relationships/slideLayout" Target="/ppt/slideLayouts/slideLayout7.xml" Id="R40d72549fe844521" /><Relationship Type="http://schemas.openxmlformats.org/officeDocument/2006/relationships/image" Target="/ppt/media/image2.jpeg" Id="Rc1c2470ca96c42cb" /><Relationship Type="http://schemas.openxmlformats.org/officeDocument/2006/relationships/image" Target="/ppt/media/image3.jpeg" Id="R47f4ce745c164b2c" /><Relationship Type="http://schemas.openxmlformats.org/officeDocument/2006/relationships/image" Target="/ppt/media/image4.jpeg" Id="R6ca749e3ec3440ce" /><Relationship Type="http://schemas.openxmlformats.org/officeDocument/2006/relationships/image" Target="/ppt/media/image4.svg" Id="R8c735df77fbd4a64" /><Relationship Type="http://schemas.openxmlformats.org/officeDocument/2006/relationships/image" Target="/ppt/media/image2.png" Id="R67a8b803f905499f" /><Relationship Type="http://schemas.openxmlformats.org/officeDocument/2006/relationships/image" Target="/ppt/media/image5.svg" Id="Rcf4359e4a4e54938" /><Relationship Type="http://schemas.openxmlformats.org/officeDocument/2006/relationships/image" Target="/ppt/media/image3.png" Id="R4692bd9f5ec84b2e" /><Relationship Type="http://schemas.openxmlformats.org/officeDocument/2006/relationships/image" Target="/ppt/media/image6.svg" Id="Rad938c129c5a4fdd" /><Relationship Type="http://schemas.openxmlformats.org/officeDocument/2006/relationships/image" Target="/ppt/media/image4.png" Id="Re9a5ddb6f3a64296" /><Relationship Type="http://schemas.openxmlformats.org/officeDocument/2006/relationships/image" Target="/ppt/media/image7.svg" Id="R623aadcd926b48d4" /><Relationship Type="http://schemas.openxmlformats.org/officeDocument/2006/relationships/image" Target="/ppt/media/image5.png" Id="R6e41a038cd7142d4" /><Relationship Type="http://schemas.openxmlformats.org/officeDocument/2006/relationships/image" Target="/ppt/media/image8.svg" Id="Ra9adeb641ab94396" /><Relationship Type="http://schemas.openxmlformats.org/officeDocument/2006/relationships/image" Target="/ppt/media/image6.png" Id="R5d8b37b62c624046" /><Relationship Type="http://schemas.openxmlformats.org/officeDocument/2006/relationships/image" Target="/ppt/media/image9.svg" Id="R9c774fd202194cde" /><Relationship Type="http://schemas.openxmlformats.org/officeDocument/2006/relationships/image" Target="/ppt/media/image7.png" Id="Ra907bc78945242fd" /><Relationship Type="http://schemas.openxmlformats.org/officeDocument/2006/relationships/image" Target="/ppt/media/image10.svg" Id="R0b434bbb6bfa4947" /><Relationship Type="http://schemas.openxmlformats.org/officeDocument/2006/relationships/image" Target="/ppt/media/image8.png" Id="Rfafa345f795a4342" /><Relationship Type="http://schemas.openxmlformats.org/officeDocument/2006/relationships/notesSlide" Target="/ppt/notesSlides/notesSlide2.xml" Id="R6dd1e0d6f8bd4a96" /></Relationships>
</file>

<file path=ppt/slides/_rels/slide3.xml.rels>&#65279;<?xml version="1.0" encoding="utf-8"?><Relationships xmlns="http://schemas.openxmlformats.org/package/2006/relationships"><Relationship Type="http://schemas.openxmlformats.org/officeDocument/2006/relationships/slideLayout" Target="/ppt/slideLayouts/slideLayout7.xml" Id="R90913cd841764eef" /><Relationship Type="http://schemas.openxmlformats.org/officeDocument/2006/relationships/image" Target="/ppt/media/image3.jpeg" Id="R84b91739dd714948" /><Relationship Type="http://schemas.openxmlformats.org/officeDocument/2006/relationships/image" Target="/ppt/media/image9.png" Id="R28773d31ad6b4001" /><Relationship Type="http://schemas.openxmlformats.org/officeDocument/2006/relationships/image" Target="/ppt/media/image10.png" Id="R6ae0fcbb60c449c1" /><Relationship Type="http://schemas.openxmlformats.org/officeDocument/2006/relationships/image" Target="/ppt/media/image11.png" Id="Rc511cc8d2cbf4ee3" /><Relationship Type="http://schemas.openxmlformats.org/officeDocument/2006/relationships/image" Target="/ppt/media/image12.png" Id="R89d40dccc4414585" /><Relationship Type="http://schemas.openxmlformats.org/officeDocument/2006/relationships/notesSlide" Target="/ppt/notesSlides/notesSlide3.xml" Id="Rcda29600ef924fe0" /></Relationships>
</file>

<file path=ppt/slides/_rels/slide4.xml.rels>&#65279;<?xml version="1.0" encoding="utf-8"?><Relationships xmlns="http://schemas.openxmlformats.org/package/2006/relationships"><Relationship Type="http://schemas.openxmlformats.org/officeDocument/2006/relationships/slideLayout" Target="/ppt/slideLayouts/slideLayout7.xml" Id="R23dacbe51a65449d" /><Relationship Type="http://schemas.openxmlformats.org/officeDocument/2006/relationships/image" Target="/ppt/media/image3.jpeg" Id="Rac6b243e2bd44f07" /><Relationship Type="http://schemas.openxmlformats.org/officeDocument/2006/relationships/image" Target="/ppt/media/image9.png" Id="R3528ef0ce46d49c1" /><Relationship Type="http://schemas.openxmlformats.org/officeDocument/2006/relationships/image" Target="/ppt/media/image13.png" Id="Raa54af8c875f4f8a" /><Relationship Type="http://schemas.openxmlformats.org/officeDocument/2006/relationships/image" Target="/ppt/media/image14.png" Id="Rbb1bd948e59d4ad0" /><Relationship Type="http://schemas.openxmlformats.org/officeDocument/2006/relationships/image" Target="/ppt/media/image15.png" Id="R0cef7a32bf5147e0" /><Relationship Type="http://schemas.openxmlformats.org/officeDocument/2006/relationships/image" Target="/ppt/media/image16.png" Id="Rbce1d0e3838a4e45" /><Relationship Type="http://schemas.openxmlformats.org/officeDocument/2006/relationships/image" Target="/ppt/media/image17.png" Id="R6f9b5c7f966c48cd" /><Relationship Type="http://schemas.openxmlformats.org/officeDocument/2006/relationships/image" Target="/ppt/media/image18.png" Id="R91a89eeb53194bef" /><Relationship Type="http://schemas.openxmlformats.org/officeDocument/2006/relationships/notesSlide" Target="/ppt/notesSlides/notesSlide4.xml" Id="R4f173c652f644962" /></Relationships>
</file>

<file path=ppt/slides/_rels/slide5.xml.rels>&#65279;<?xml version="1.0" encoding="utf-8"?><Relationships xmlns="http://schemas.openxmlformats.org/package/2006/relationships"><Relationship Type="http://schemas.openxmlformats.org/officeDocument/2006/relationships/slideLayout" Target="/ppt/slideLayouts/slideLayout7.xml" Id="R1bb229c30f9a4c96" /><Relationship Type="http://schemas.openxmlformats.org/officeDocument/2006/relationships/image" Target="/ppt/media/image3.jpeg" Id="R5ba05ae119cc4204" /><Relationship Type="http://schemas.openxmlformats.org/officeDocument/2006/relationships/image" Target="/ppt/media/image9.png" Id="R1b127d03496b4ca6" /><Relationship Type="http://schemas.openxmlformats.org/officeDocument/2006/relationships/notesSlide" Target="/ppt/notesSlides/notesSlide5.xml" Id="Re3371c7aabc546d4" /></Relationships>
</file>

<file path=ppt/slides/_rels/slide6.xml.rels>&#65279;<?xml version="1.0" encoding="utf-8"?><Relationships xmlns="http://schemas.openxmlformats.org/package/2006/relationships"><Relationship Type="http://schemas.openxmlformats.org/officeDocument/2006/relationships/slideLayout" Target="/ppt/slideLayouts/slideLayout7.xml" Id="Rf35b134424a44630" /><Relationship Type="http://schemas.openxmlformats.org/officeDocument/2006/relationships/image" Target="/ppt/media/image3.jpeg" Id="R65a3485d17784e0e" /><Relationship Type="http://schemas.openxmlformats.org/officeDocument/2006/relationships/image" Target="/ppt/media/image9.png" Id="R67b0dc74f2b54386" /><Relationship Type="http://schemas.openxmlformats.org/officeDocument/2006/relationships/image" Target="/ppt/media/image19.png" Id="R9d3547b213dc456d" /><Relationship Type="http://schemas.openxmlformats.org/officeDocument/2006/relationships/image" Target="/ppt/media/image20.png" Id="R9c0ab912046f47d8" /><Relationship Type="http://schemas.openxmlformats.org/officeDocument/2006/relationships/image" Target="/ppt/media/image21.png" Id="R3644566982b84e8b" /><Relationship Type="http://schemas.openxmlformats.org/officeDocument/2006/relationships/image" Target="/ppt/media/image22.png" Id="Ra821877edadf45cf" /><Relationship Type="http://schemas.openxmlformats.org/officeDocument/2006/relationships/image" Target="/ppt/media/image23.png" Id="Rbfeb07f63b624f1e" /><Relationship Type="http://schemas.openxmlformats.org/officeDocument/2006/relationships/image" Target="/ppt/media/image24.png" Id="Re8659dbd7c9e467b" /><Relationship Type="http://schemas.openxmlformats.org/officeDocument/2006/relationships/image" Target="/ppt/media/image25.png" Id="R65fbe2e34fac4a14" /><Relationship Type="http://schemas.openxmlformats.org/officeDocument/2006/relationships/notesSlide" Target="/ppt/notesSlides/notesSlide6.xml" Id="R193aba920ac84953" /></Relationships>
</file>

<file path=ppt/slides/_rels/slide7.xml.rels>&#65279;<?xml version="1.0" encoding="utf-8"?><Relationships xmlns="http://schemas.openxmlformats.org/package/2006/relationships"><Relationship Type="http://schemas.openxmlformats.org/officeDocument/2006/relationships/slideLayout" Target="/ppt/slideLayouts/slideLayout7.xml" Id="R912dc117615e4af8" /><Relationship Type="http://schemas.openxmlformats.org/officeDocument/2006/relationships/image" Target="/ppt/media/image3.jpeg" Id="R0b6c5c3b007c47b7" /><Relationship Type="http://schemas.openxmlformats.org/officeDocument/2006/relationships/image" Target="/ppt/media/image9.png" Id="R274007ba236c4b92" /><Relationship Type="http://schemas.openxmlformats.org/officeDocument/2006/relationships/image" Target="/ppt/media/image26.png" Id="R05074d5418594be9" /><Relationship Type="http://schemas.openxmlformats.org/officeDocument/2006/relationships/image" Target="/ppt/media/image27.png" Id="R8cb1b5856b344a8e" /><Relationship Type="http://schemas.openxmlformats.org/officeDocument/2006/relationships/image" Target="/ppt/media/image28.png" Id="R543216fed6094d5b" /><Relationship Type="http://schemas.openxmlformats.org/officeDocument/2006/relationships/image" Target="/ppt/media/image29.png" Id="Ree4bfefd415b4f57" /><Relationship Type="http://schemas.openxmlformats.org/officeDocument/2006/relationships/image" Target="/ppt/media/image30.png" Id="Rbe110c009f0a42a5" /><Relationship Type="http://schemas.openxmlformats.org/officeDocument/2006/relationships/notesSlide" Target="/ppt/notesSlides/notesSlide7.xml" Id="Rd492d14809a74e03" /></Relationships>
</file>

<file path=ppt/slides/_rels/slide8.xml.rels>&#65279;<?xml version="1.0" encoding="utf-8"?><Relationships xmlns="http://schemas.openxmlformats.org/package/2006/relationships"><Relationship Type="http://schemas.openxmlformats.org/officeDocument/2006/relationships/slideLayout" Target="/ppt/slideLayouts/slideLayout7.xml" Id="R24dc0327fe5442b0" /><Relationship Type="http://schemas.openxmlformats.org/officeDocument/2006/relationships/image" Target="/ppt/media/image3.jpeg" Id="Reff45f1426464b8f" /><Relationship Type="http://schemas.openxmlformats.org/officeDocument/2006/relationships/image" Target="/ppt/media/image9.png" Id="R266b4c3b052b47b1" /><Relationship Type="http://schemas.openxmlformats.org/officeDocument/2006/relationships/image" Target="/ppt/media/image31.png" Id="R7db8de3df7714b9f" /><Relationship Type="http://schemas.openxmlformats.org/officeDocument/2006/relationships/image" Target="/ppt/media/image11.svg" Id="R961b746183014f2e" /><Relationship Type="http://schemas.openxmlformats.org/officeDocument/2006/relationships/image" Target="/ppt/media/image.jpeg" Id="Rcb1c741bb3254766" /><Relationship Type="http://schemas.openxmlformats.org/officeDocument/2006/relationships/image" Target="/ppt/media/image12.svg" Id="R5c9992cf1ec743a9" /><Relationship Type="http://schemas.openxmlformats.org/officeDocument/2006/relationships/image" Target="/ppt/media/image8.png" Id="R53411c04a31d4941" /><Relationship Type="http://schemas.openxmlformats.org/officeDocument/2006/relationships/image" Target="/ppt/media/image13.svg" Id="Reb96475edf72442e" /><Relationship Type="http://schemas.openxmlformats.org/officeDocument/2006/relationships/image" Target="/ppt/media/image14.svg" Id="R63a2aa43ce24410b" /><Relationship Type="http://schemas.openxmlformats.org/officeDocument/2006/relationships/image" Target="/ppt/media/image10.png" Id="Re4681744df104f13" /><Relationship Type="http://schemas.openxmlformats.org/officeDocument/2006/relationships/image" Target="/ppt/media/image32.png" Id="R6d386e97d02e4da4" /><Relationship Type="http://schemas.openxmlformats.org/officeDocument/2006/relationships/hyperlink" Target="https://react.dev/" TargetMode="External" Id="Ra29f990b7f2042a1" /><Relationship Type="http://schemas.openxmlformats.org/officeDocument/2006/relationships/hyperlink" Target="https://fastapi.tiangolo.com/" TargetMode="External" Id="Rc58b25a8517b4163" /><Relationship Type="http://schemas.openxmlformats.org/officeDocument/2006/relationships/hyperlink" Target="https://pymupdf.readthedocs.io/en/latest/" TargetMode="External" Id="Rb61031dc7f8040a8" /><Relationship Type="http://schemas.openxmlformats.org/officeDocument/2006/relationships/notesSlide" Target="/ppt/notesSlides/notesSlide8.xml" Id="Rf1920416b81b4686"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3" name="Freeform 3">
            <a:extLst xmlns:a="http://schemas.openxmlformats.org/drawingml/2006/main">
              <a:ext uri="{FF2B5EF4-FFF2-40B4-BE49-F238E27FC236}">
                <a16:creationId xmlns:a16="http://schemas.microsoft.com/office/drawing/2014/main" id="{D80800A0-2398-42DB-936E-972AAD2F4F9E}"/>
              </a:ext>
            </a:extLst>
          </p:cNvPr>
          <p:cNvSpPr>
            <a:spLocks xmlns:a="http://schemas.openxmlformats.org/drawingml/2006/main" noGrp="1"/>
          </p:cNvSpPr>
          <p:nvPr/>
        </p:nvSpPr>
        <p:spPr>
          <a:xfrm xmlns:a="http://schemas.openxmlformats.org/drawingml/2006/main" rot="0" flipH="0" flipV="0">
            <a:off x="974481" y="6494284"/>
            <a:ext cx="295786" cy="295786"/>
          </a:xfrm>
          <a:custGeom xmlns:a="http://schemas.openxmlformats.org/drawingml/2006/main">
            <a:rect l="l" t="t" r="r" b="b"/>
            <a:pathLst>
              <a:path w="394382" h="394382">
                <a:moveTo>
                  <a:pt x="0" y="0"/>
                </a:moveTo>
                <a:lnTo>
                  <a:pt x="394381" y="0"/>
                </a:lnTo>
                <a:lnTo>
                  <a:pt x="394381" y="394381"/>
                </a:lnTo>
                <a:lnTo>
                  <a:pt x="0" y="394381"/>
                </a:lnTo>
                <a:lnTo>
                  <a:pt x="0" y="0"/>
                </a:lnTo>
                <a:close/>
              </a:path>
            </a:pathLst>
          </a:custGeom>
          <a:blipFill xmlns:a="http://schemas.openxmlformats.org/drawingml/2006/main">
            <a:blip xmlns:r="http://schemas.openxmlformats.org/officeDocument/2006/relationships" r:embed="Rd50475b2d38943aa">
              <a:extLst>
                <a:ext uri="{96DAC541-7B7A-43D3-8B79-37D633B846F1}">
                  <asvg:svgBlip xmlns:asvg="http://schemas.microsoft.com/office/drawing/2016/SVG/main" r:embed="R9330358cb8774171"/>
                </a:ext>
              </a:extLst>
            </a:blip>
            <a:stretch>
              <a:fillRect l="0" t="0" r="0" b="0"/>
            </a:stretch>
          </a:blipFill>
        </p:spPr>
      </p:sp>
      <p:sp>
        <p:nvSpPr>
          <p:cNvPr id="4" name="Freeform 4">
            <a:extLst xmlns:a="http://schemas.openxmlformats.org/drawingml/2006/main">
              <a:ext uri="{FF2B5EF4-FFF2-40B4-BE49-F238E27FC236}">
                <a16:creationId xmlns:a16="http://schemas.microsoft.com/office/drawing/2014/main" id="{38E0AD96-EFBA-4479-BB59-3FCA54375BAA}"/>
              </a:ext>
            </a:extLst>
          </p:cNvPr>
          <p:cNvSpPr>
            <a:spLocks xmlns:a="http://schemas.openxmlformats.org/drawingml/2006/main" noGrp="1"/>
          </p:cNvSpPr>
          <p:nvPr/>
        </p:nvSpPr>
        <p:spPr>
          <a:xfrm xmlns:a="http://schemas.openxmlformats.org/drawingml/2006/main" rot="0" flipH="0" flipV="0">
            <a:off x="1405458" y="6494284"/>
            <a:ext cx="295786" cy="295786"/>
          </a:xfrm>
          <a:custGeom xmlns:a="http://schemas.openxmlformats.org/drawingml/2006/main">
            <a:rect l="l" t="t" r="r" b="b"/>
            <a:pathLst>
              <a:path w="394382" h="394382">
                <a:moveTo>
                  <a:pt x="0" y="0"/>
                </a:moveTo>
                <a:lnTo>
                  <a:pt x="394382" y="0"/>
                </a:lnTo>
                <a:lnTo>
                  <a:pt x="394382" y="394381"/>
                </a:lnTo>
                <a:lnTo>
                  <a:pt x="0" y="394381"/>
                </a:lnTo>
                <a:lnTo>
                  <a:pt x="0" y="0"/>
                </a:lnTo>
                <a:close/>
              </a:path>
            </a:pathLst>
          </a:custGeom>
          <a:blipFill xmlns:a="http://schemas.openxmlformats.org/drawingml/2006/main">
            <a:blip xmlns:r="http://schemas.openxmlformats.org/officeDocument/2006/relationships" r:embed="R001b996043cf4480">
              <a:extLst>
                <a:ext uri="{96DAC541-7B7A-43D3-8B79-37D633B846F1}">
                  <asvg:svgBlip xmlns:asvg="http://schemas.microsoft.com/office/drawing/2016/SVG/main" r:embed="R16a3439bfe2f4c08"/>
                </a:ext>
              </a:extLst>
            </a:blip>
            <a:stretch>
              <a:fillRect l="0" t="0" r="0" b="0"/>
            </a:stretch>
          </a:blipFill>
        </p:spPr>
      </p:sp>
      <p:sp>
        <p:nvSpPr>
          <p:cNvPr id="5" name="Freeform 5">
            <a:extLst xmlns:a="http://schemas.openxmlformats.org/drawingml/2006/main">
              <a:ext uri="{FF2B5EF4-FFF2-40B4-BE49-F238E27FC236}">
                <a16:creationId xmlns:a16="http://schemas.microsoft.com/office/drawing/2014/main" id="{19E3077E-95BF-4B4C-B59B-FC5D824544C6}"/>
              </a:ext>
            </a:extLst>
          </p:cNvPr>
          <p:cNvSpPr>
            <a:spLocks xmlns:a="http://schemas.openxmlformats.org/drawingml/2006/main" noGrp="1"/>
          </p:cNvSpPr>
          <p:nvPr/>
        </p:nvSpPr>
        <p:spPr>
          <a:xfrm xmlns:a="http://schemas.openxmlformats.org/drawingml/2006/main" rot="0" flipH="0" flipV="0">
            <a:off x="1835295" y="6494284"/>
            <a:ext cx="295786" cy="295786"/>
          </a:xfrm>
          <a:custGeom xmlns:a="http://schemas.openxmlformats.org/drawingml/2006/main">
            <a:rect l="l" t="t" r="r" b="b"/>
            <a:pathLst>
              <a:path w="394382" h="394382">
                <a:moveTo>
                  <a:pt x="0" y="0"/>
                </a:moveTo>
                <a:lnTo>
                  <a:pt x="394382" y="0"/>
                </a:lnTo>
                <a:lnTo>
                  <a:pt x="394382" y="394381"/>
                </a:lnTo>
                <a:lnTo>
                  <a:pt x="0" y="394381"/>
                </a:lnTo>
                <a:lnTo>
                  <a:pt x="0" y="0"/>
                </a:lnTo>
                <a:close/>
              </a:path>
            </a:pathLst>
          </a:custGeom>
          <a:blipFill xmlns:a="http://schemas.openxmlformats.org/drawingml/2006/main">
            <a:blip xmlns:r="http://schemas.openxmlformats.org/officeDocument/2006/relationships" r:embed="R65fe4a4ef67946b9">
              <a:extLst>
                <a:ext uri="{96DAC541-7B7A-43D3-8B79-37D633B846F1}">
                  <asvg:svgBlip xmlns:asvg="http://schemas.microsoft.com/office/drawing/2016/SVG/main" r:embed="R5be953ebfe5c421e"/>
                </a:ext>
              </a:extLst>
            </a:blip>
            <a:stretch>
              <a:fillRect l="0" t="0" r="0" b="0"/>
            </a:stretch>
          </a:blipFill>
        </p:spPr>
      </p:sp>
      <p:sp>
        <p:nvSpPr>
          <p:cNvPr id="6" name="Freeform 6">
            <a:extLst xmlns:a="http://schemas.openxmlformats.org/drawingml/2006/main">
              <a:ext uri="{FF2B5EF4-FFF2-40B4-BE49-F238E27FC236}">
                <a16:creationId xmlns:a16="http://schemas.microsoft.com/office/drawing/2014/main" id="{8B3F5AEE-ADB1-47C4-A595-3BBB0AA57E94}"/>
              </a:ext>
            </a:extLst>
          </p:cNvPr>
          <p:cNvSpPr>
            <a:spLocks xmlns:a="http://schemas.openxmlformats.org/drawingml/2006/main" noGrp="1"/>
          </p:cNvSpPr>
          <p:nvPr/>
        </p:nvSpPr>
        <p:spPr>
          <a:xfrm xmlns:a="http://schemas.openxmlformats.org/drawingml/2006/main" rot="0" flipH="0" flipV="0">
            <a:off x="-73268" y="3186139"/>
            <a:ext cx="18369522" cy="7724075"/>
          </a:xfrm>
          <a:custGeom xmlns:a="http://schemas.openxmlformats.org/drawingml/2006/main">
            <a:rect l="l" t="t" r="r" b="b"/>
            <a:pathLst>
              <a:path w="24492695" h="10298767">
                <a:moveTo>
                  <a:pt x="0" y="0"/>
                </a:moveTo>
                <a:lnTo>
                  <a:pt x="24492694" y="0"/>
                </a:lnTo>
                <a:lnTo>
                  <a:pt x="24492694" y="10298766"/>
                </a:lnTo>
                <a:lnTo>
                  <a:pt x="0" y="10298766"/>
                </a:lnTo>
                <a:lnTo>
                  <a:pt x="0" y="0"/>
                </a:lnTo>
                <a:close/>
              </a:path>
            </a:pathLst>
          </a:custGeom>
          <a:blipFill xmlns:a="http://schemas.openxmlformats.org/drawingml/2006/main">
            <a:blip xmlns:r="http://schemas.openxmlformats.org/officeDocument/2006/relationships" r:embed="Rd50475b2d38943aa"/>
            <a:stretch>
              <a:fillRect l="0" t="0" r="0" b="-33774"/>
            </a:stretch>
          </a:blipFill>
        </p:spPr>
      </p:sp>
      <p:sp>
        <p:nvSpPr>
          <p:cNvPr id="8" name="Freeform 8">
            <a:extLst xmlns:a="http://schemas.openxmlformats.org/drawingml/2006/main">
              <a:ext uri="{FF2B5EF4-FFF2-40B4-BE49-F238E27FC236}">
                <a16:creationId xmlns:a16="http://schemas.microsoft.com/office/drawing/2014/main" id="{BCAF2CB3-AA47-4977-A061-CA6322BA9DB4}"/>
              </a:ext>
            </a:extLst>
          </p:cNvPr>
          <p:cNvSpPr>
            <a:spLocks xmlns:a="http://schemas.openxmlformats.org/drawingml/2006/main" noGrp="1"/>
          </p:cNvSpPr>
          <p:nvPr/>
        </p:nvSpPr>
        <p:spPr>
          <a:xfrm xmlns:a="http://schemas.openxmlformats.org/drawingml/2006/main" rot="0" flipH="0" flipV="0">
            <a:off x="5713594" y="-170999"/>
            <a:ext cx="6714274" cy="3357137"/>
          </a:xfrm>
          <a:custGeom xmlns:a="http://schemas.openxmlformats.org/drawingml/2006/main">
            <a:rect l="l" t="t" r="r" b="b"/>
            <a:pathLst>
              <a:path w="8952366" h="4476183">
                <a:moveTo>
                  <a:pt x="0" y="0"/>
                </a:moveTo>
                <a:lnTo>
                  <a:pt x="8952366" y="0"/>
                </a:lnTo>
                <a:lnTo>
                  <a:pt x="8952366" y="4476183"/>
                </a:lnTo>
                <a:lnTo>
                  <a:pt x="0" y="4476183"/>
                </a:lnTo>
                <a:lnTo>
                  <a:pt x="0" y="0"/>
                </a:lnTo>
                <a:close/>
              </a:path>
            </a:pathLst>
          </a:custGeom>
          <a:blipFill xmlns:a="http://schemas.openxmlformats.org/drawingml/2006/main">
            <a:blip xmlns:r="http://schemas.openxmlformats.org/officeDocument/2006/relationships" r:embed="Rc1a2d11d74264d46"/>
            <a:stretch>
              <a:fillRect l="0" t="0" r="0" b="0"/>
            </a:stretch>
          </a:blipFill>
        </p:spPr>
      </p:sp>
      <p:sp>
        <p:nvSpPr>
          <p:cNvPr id="9" name="TextBox 9">
            <a:extLst xmlns:a="http://schemas.openxmlformats.org/drawingml/2006/main">
              <a:ext uri="{FF2B5EF4-FFF2-40B4-BE49-F238E27FC236}">
                <a16:creationId xmlns:a16="http://schemas.microsoft.com/office/drawing/2014/main" id="{6D1DDF8D-C1FC-43DA-A7E2-6A7056F5427A}"/>
              </a:ext>
            </a:extLst>
          </p:cNvPr>
          <p:cNvSpPr>
            <a:spLocks xmlns:a="http://schemas.openxmlformats.org/drawingml/2006/main" noGrp="1"/>
          </p:cNvSpPr>
          <p:nvPr/>
        </p:nvSpPr>
        <p:spPr>
          <a:xfrm xmlns:a="http://schemas.openxmlformats.org/drawingml/2006/main" rot="0" flipH="0" flipV="0">
            <a:off x="7394331" y="3467101"/>
            <a:ext cx="3170588" cy="1046531"/>
          </a:xfrm>
          <a:prstGeom xmlns:a="http://schemas.openxmlformats.org/drawingml/2006/main" prst="rect">
            <a:avLst/>
          </a:prstGeom>
        </p:spPr>
        <p:txBody>
          <a:bodyPr xmlns:a="http://schemas.openxmlformats.org/drawingml/2006/main" wrap="square" lIns="0" tIns="0" rIns="0" bIns="0" anchor="t">
            <a:spAutoFit/>
          </a:bodyPr>
          <a:lstStyle xmlns:a="http://schemas.openxmlformats.org/drawingml/2006/main"/>
          <a:p xmlns:a="http://schemas.openxmlformats.org/drawingml/2006/main">
            <a:pPr algn="ctr">
              <a:lnSpc>
                <a:spcPts val="8804"/>
              </a:lnSpc>
              <a:buNone/>
            </a:pPr>
            <a:endParaRPr sz="6250" b="1">
              <a:solidFill>
                <a:srgbClr val="000000"/>
              </a:solidFill>
              <a:latin typeface="Canva Sans Bold"/>
              <a:ea typeface="Canva Sans Bold"/>
              <a:cs typeface="Canva Sans Bold"/>
            </a:endParaRPr>
          </a:p>
        </p:txBody>
      </p:sp>
      <p:sp>
        <p:nvSpPr>
          <p:cNvPr id="14" name="Rounded Rectangle 13">
            <a:extLst xmlns:a="http://schemas.openxmlformats.org/drawingml/2006/main">
              <a:ext uri="{FF2B5EF4-FFF2-40B4-BE49-F238E27FC236}">
                <a16:creationId xmlns:a16="http://schemas.microsoft.com/office/drawing/2014/main" id="{35BE0A6F-15F7-4AD1-82FF-1620CE6A1F54}"/>
              </a:ext>
            </a:extLst>
          </p:cNvPr>
          <p:cNvSpPr>
            <a:spLocks xmlns:a="http://schemas.openxmlformats.org/drawingml/2006/main" noGrp="1"/>
          </p:cNvSpPr>
          <p:nvPr/>
        </p:nvSpPr>
        <p:spPr>
          <a:xfrm xmlns:a="http://schemas.openxmlformats.org/drawingml/2006/main">
            <a:off x="137160" y="8458200"/>
            <a:ext cx="3063240" cy="1051560"/>
          </a:xfrm>
          <a:prstGeom xmlns:a="http://schemas.openxmlformats.org/drawingml/2006/main" prst="roundRect">
            <a:avLst/>
          </a:prstGeom>
          <a:solidFill xmlns:a="http://schemas.openxmlformats.org/drawingml/2006/main">
            <a:srgbClr val="FFFFF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5" name="text-1">
            <a:extLst xmlns:a="http://schemas.openxmlformats.org/drawingml/2006/main">
              <a:ext uri="{FF2B5EF4-FFF2-40B4-BE49-F238E27FC236}">
                <a16:creationId xmlns:a16="http://schemas.microsoft.com/office/drawing/2014/main" id="{BF49EA4D-96B3-498C-B708-B4B9329C5A26}"/>
              </a:ext>
            </a:extLst>
          </p:cNvPr>
          <p:cNvSpPr>
            <a:spLocks xmlns:a="http://schemas.openxmlformats.org/drawingml/2006/main" noGrp="1"/>
          </p:cNvSpPr>
          <p:nvPr/>
        </p:nvSpPr>
        <p:spPr>
          <a:xfrm xmlns:a="http://schemas.openxmlformats.org/drawingml/2006/main">
            <a:off x="3333750" y="3076575"/>
            <a:ext cx="11620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2400" b="1">
                <a:solidFill>
                  <a:srgbClr val="17364A"/>
                </a:solidFill>
              </a:defRPr>
            </a:defPPr>
            <a:lvl1pPr algn="ctr">
              <a:defRPr sz="2400" b="1">
                <a:solidFill>
                  <a:srgbClr val="17364A"/>
                </a:solidFill>
              </a:defRPr>
            </a:lvl1pPr>
            <a:lvl2pPr algn="ctr">
              <a:defRPr sz="2400" b="1">
                <a:solidFill>
                  <a:srgbClr val="17364A"/>
                </a:solidFill>
              </a:defRPr>
            </a:lvl2pPr>
            <a:lvl3pPr algn="ctr">
              <a:defRPr sz="2400" b="1">
                <a:solidFill>
                  <a:srgbClr val="17364A"/>
                </a:solidFill>
              </a:defRPr>
            </a:lvl3pPr>
            <a:lvl4pPr algn="ctr">
              <a:defRPr sz="2400" b="1">
                <a:solidFill>
                  <a:srgbClr val="17364A"/>
                </a:solidFill>
              </a:defRPr>
            </a:lvl4pPr>
            <a:lvl5pPr algn="ctr">
              <a:defRPr sz="2400" b="1">
                <a:solidFill>
                  <a:srgbClr val="17364A"/>
                </a:solidFill>
              </a:defRPr>
            </a:lvl5pPr>
            <a:lvl6pPr algn="ctr">
              <a:defRPr sz="2400" b="1">
                <a:solidFill>
                  <a:srgbClr val="17364A"/>
                </a:solidFill>
              </a:defRPr>
            </a:lvl6pPr>
            <a:lvl7pPr algn="ctr">
              <a:defRPr sz="2400" b="1">
                <a:solidFill>
                  <a:srgbClr val="17364A"/>
                </a:solidFill>
              </a:defRPr>
            </a:lvl7pPr>
            <a:lvl8pPr algn="ctr">
              <a:defRPr sz="2400" b="1">
                <a:solidFill>
                  <a:srgbClr val="17364A"/>
                </a:solidFill>
              </a:defRPr>
            </a:lvl8pPr>
            <a:lvl9pPr algn="ctr">
              <a:defRPr sz="2400" b="1">
                <a:solidFill>
                  <a:srgbClr val="17364A"/>
                </a:solidFill>
              </a:defRPr>
            </a:lvl9pPr>
          </a:lstStyle>
          <a:p xmlns:a="http://schemas.openxmlformats.org/drawingml/2006/main">
            <a:pPr algn="ctr">
              <a:buNone/>
              <a:defRPr sz="2400" b="1">
                <a:solidFill>
                  <a:srgbClr val="17364A"/>
                </a:solidFill>
              </a:defRPr>
            </a:pPr>
            <a:r>
              <a:rPr sz="2400" b="1">
                <a:solidFill>
                  <a:srgbClr val="17364A"/>
                </a:solidFill>
              </a:rPr>
              <a:t>Department of Artificial Intelligence &amp; Data Science</a:t>
            </a:r>
          </a:p>
        </p:txBody>
      </p:sp>
      <p:sp>
        <p:nvSpPr>
          <p:cNvPr id="16" name="text-2">
            <a:extLst xmlns:a="http://schemas.openxmlformats.org/drawingml/2006/main">
              <a:ext uri="{FF2B5EF4-FFF2-40B4-BE49-F238E27FC236}">
                <a16:creationId xmlns:a16="http://schemas.microsoft.com/office/drawing/2014/main" id="{C2E97028-476D-4F61-AB4B-70EB980C3179}"/>
              </a:ext>
            </a:extLst>
          </p:cNvPr>
          <p:cNvSpPr>
            <a:spLocks xmlns:a="http://schemas.openxmlformats.org/drawingml/2006/main" noGrp="1"/>
          </p:cNvSpPr>
          <p:nvPr/>
        </p:nvSpPr>
        <p:spPr>
          <a:xfrm xmlns:a="http://schemas.openxmlformats.org/drawingml/2006/main">
            <a:off x="3810000" y="3829050"/>
            <a:ext cx="10668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2175" b="0">
                <a:solidFill>
                  <a:srgbClr val="17364A"/>
                </a:solidFill>
              </a:defRPr>
            </a:defPPr>
            <a:lvl1pPr algn="ctr">
              <a:defRPr sz="2175" b="0">
                <a:solidFill>
                  <a:srgbClr val="17364A"/>
                </a:solidFill>
              </a:defRPr>
            </a:lvl1pPr>
            <a:lvl2pPr algn="ctr">
              <a:defRPr sz="2175" b="0">
                <a:solidFill>
                  <a:srgbClr val="17364A"/>
                </a:solidFill>
              </a:defRPr>
            </a:lvl2pPr>
            <a:lvl3pPr algn="ctr">
              <a:defRPr sz="2175" b="0">
                <a:solidFill>
                  <a:srgbClr val="17364A"/>
                </a:solidFill>
              </a:defRPr>
            </a:lvl3pPr>
            <a:lvl4pPr algn="ctr">
              <a:defRPr sz="2175" b="0">
                <a:solidFill>
                  <a:srgbClr val="17364A"/>
                </a:solidFill>
              </a:defRPr>
            </a:lvl4pPr>
            <a:lvl5pPr algn="ctr">
              <a:defRPr sz="2175" b="0">
                <a:solidFill>
                  <a:srgbClr val="17364A"/>
                </a:solidFill>
              </a:defRPr>
            </a:lvl5pPr>
            <a:lvl6pPr algn="ctr">
              <a:defRPr sz="2175" b="0">
                <a:solidFill>
                  <a:srgbClr val="17364A"/>
                </a:solidFill>
              </a:defRPr>
            </a:lvl6pPr>
            <a:lvl7pPr algn="ctr">
              <a:defRPr sz="2175" b="0">
                <a:solidFill>
                  <a:srgbClr val="17364A"/>
                </a:solidFill>
              </a:defRPr>
            </a:lvl7pPr>
            <a:lvl8pPr algn="ctr">
              <a:defRPr sz="2175" b="0">
                <a:solidFill>
                  <a:srgbClr val="17364A"/>
                </a:solidFill>
              </a:defRPr>
            </a:lvl8pPr>
            <a:lvl9pPr algn="ctr">
              <a:defRPr sz="2175" b="0">
                <a:solidFill>
                  <a:srgbClr val="17364A"/>
                </a:solidFill>
              </a:defRPr>
            </a:lvl9pPr>
          </a:lstStyle>
          <a:p xmlns:a="http://schemas.openxmlformats.org/drawingml/2006/main">
            <a:pPr algn="ctr">
              <a:buNone/>
              <a:defRPr sz="2175" b="0">
                <a:solidFill>
                  <a:srgbClr val="17364A"/>
                </a:solidFill>
              </a:defRPr>
            </a:pPr>
            <a:r>
              <a:rPr sz="2175" b="0">
                <a:solidFill>
                  <a:srgbClr val="17364A"/>
                </a:solidFill>
              </a:rPr>
              <a:t>Academic Year 2026–2027</a:t>
            </a:r>
          </a:p>
        </p:txBody>
      </p:sp>
      <p:sp>
        <p:nvSpPr>
          <p:cNvPr id="17" name="text-3">
            <a:extLst xmlns:a="http://schemas.openxmlformats.org/drawingml/2006/main">
              <a:ext uri="{FF2B5EF4-FFF2-40B4-BE49-F238E27FC236}">
                <a16:creationId xmlns:a16="http://schemas.microsoft.com/office/drawing/2014/main" id="{C72A721C-4D34-4E27-8487-F719D14F22D3}"/>
              </a:ext>
            </a:extLst>
          </p:cNvPr>
          <p:cNvSpPr>
            <a:spLocks xmlns:a="http://schemas.openxmlformats.org/drawingml/2006/main" noGrp="1"/>
          </p:cNvSpPr>
          <p:nvPr/>
        </p:nvSpPr>
        <p:spPr>
          <a:xfrm xmlns:a="http://schemas.openxmlformats.org/drawingml/2006/main">
            <a:off x="3333750" y="4400550"/>
            <a:ext cx="11620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2325" b="1">
                <a:solidFill>
                  <a:srgbClr val="17364A"/>
                </a:solidFill>
              </a:defRPr>
            </a:defPPr>
            <a:lvl1pPr algn="ctr">
              <a:defRPr sz="2325" b="1">
                <a:solidFill>
                  <a:srgbClr val="17364A"/>
                </a:solidFill>
              </a:defRPr>
            </a:lvl1pPr>
            <a:lvl2pPr algn="ctr">
              <a:defRPr sz="2325" b="1">
                <a:solidFill>
                  <a:srgbClr val="17364A"/>
                </a:solidFill>
              </a:defRPr>
            </a:lvl2pPr>
            <a:lvl3pPr algn="ctr">
              <a:defRPr sz="2325" b="1">
                <a:solidFill>
                  <a:srgbClr val="17364A"/>
                </a:solidFill>
              </a:defRPr>
            </a:lvl3pPr>
            <a:lvl4pPr algn="ctr">
              <a:defRPr sz="2325" b="1">
                <a:solidFill>
                  <a:srgbClr val="17364A"/>
                </a:solidFill>
              </a:defRPr>
            </a:lvl4pPr>
            <a:lvl5pPr algn="ctr">
              <a:defRPr sz="2325" b="1">
                <a:solidFill>
                  <a:srgbClr val="17364A"/>
                </a:solidFill>
              </a:defRPr>
            </a:lvl5pPr>
            <a:lvl6pPr algn="ctr">
              <a:defRPr sz="2325" b="1">
                <a:solidFill>
                  <a:srgbClr val="17364A"/>
                </a:solidFill>
              </a:defRPr>
            </a:lvl6pPr>
            <a:lvl7pPr algn="ctr">
              <a:defRPr sz="2325" b="1">
                <a:solidFill>
                  <a:srgbClr val="17364A"/>
                </a:solidFill>
              </a:defRPr>
            </a:lvl7pPr>
            <a:lvl8pPr algn="ctr">
              <a:defRPr sz="2325" b="1">
                <a:solidFill>
                  <a:srgbClr val="17364A"/>
                </a:solidFill>
              </a:defRPr>
            </a:lvl8pPr>
            <a:lvl9pPr algn="ctr">
              <a:defRPr sz="2325" b="1">
                <a:solidFill>
                  <a:srgbClr val="17364A"/>
                </a:solidFill>
              </a:defRPr>
            </a:lvl9pPr>
          </a:lstStyle>
          <a:p xmlns:a="http://schemas.openxmlformats.org/drawingml/2006/main">
            <a:pPr algn="ctr">
              <a:buNone/>
              <a:defRPr sz="2325" b="1">
                <a:solidFill>
                  <a:srgbClr val="17364A"/>
                </a:solidFill>
              </a:defRPr>
            </a:pPr>
            <a:r>
              <a:rPr sz="2325" b="1">
                <a:solidFill>
                  <a:srgbClr val="17364A"/>
                </a:solidFill>
              </a:rPr>
              <a:t>MINI PROJECT REVIEW – 2</a:t>
            </a:r>
          </a:p>
        </p:txBody>
      </p:sp>
      <p:sp>
        <p:nvSpPr>
          <p:cNvPr id="18" name="text-4">
            <a:extLst xmlns:a="http://schemas.openxmlformats.org/drawingml/2006/main">
              <a:ext uri="{FF2B5EF4-FFF2-40B4-BE49-F238E27FC236}">
                <a16:creationId xmlns:a16="http://schemas.microsoft.com/office/drawing/2014/main" id="{0C68D3C4-4B93-42BF-A6DD-2EE711F274DE}"/>
              </a:ext>
            </a:extLst>
          </p:cNvPr>
          <p:cNvSpPr>
            <a:spLocks xmlns:a="http://schemas.openxmlformats.org/drawingml/2006/main" noGrp="1"/>
          </p:cNvSpPr>
          <p:nvPr/>
        </p:nvSpPr>
        <p:spPr>
          <a:xfrm xmlns:a="http://schemas.openxmlformats.org/drawingml/2006/main">
            <a:off x="3333750" y="4857750"/>
            <a:ext cx="116205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4650" b="1">
                <a:solidFill>
                  <a:srgbClr val="12354E"/>
                </a:solidFill>
              </a:defRPr>
            </a:defPPr>
            <a:lvl1pPr algn="ctr">
              <a:defRPr sz="4650" b="1">
                <a:solidFill>
                  <a:srgbClr val="12354E"/>
                </a:solidFill>
              </a:defRPr>
            </a:lvl1pPr>
            <a:lvl2pPr algn="ctr">
              <a:defRPr sz="4650" b="1">
                <a:solidFill>
                  <a:srgbClr val="12354E"/>
                </a:solidFill>
              </a:defRPr>
            </a:lvl2pPr>
            <a:lvl3pPr algn="ctr">
              <a:defRPr sz="4650" b="1">
                <a:solidFill>
                  <a:srgbClr val="12354E"/>
                </a:solidFill>
              </a:defRPr>
            </a:lvl3pPr>
            <a:lvl4pPr algn="ctr">
              <a:defRPr sz="4650" b="1">
                <a:solidFill>
                  <a:srgbClr val="12354E"/>
                </a:solidFill>
              </a:defRPr>
            </a:lvl4pPr>
            <a:lvl5pPr algn="ctr">
              <a:defRPr sz="4650" b="1">
                <a:solidFill>
                  <a:srgbClr val="12354E"/>
                </a:solidFill>
              </a:defRPr>
            </a:lvl5pPr>
            <a:lvl6pPr algn="ctr">
              <a:defRPr sz="4650" b="1">
                <a:solidFill>
                  <a:srgbClr val="12354E"/>
                </a:solidFill>
              </a:defRPr>
            </a:lvl6pPr>
            <a:lvl7pPr algn="ctr">
              <a:defRPr sz="4650" b="1">
                <a:solidFill>
                  <a:srgbClr val="12354E"/>
                </a:solidFill>
              </a:defRPr>
            </a:lvl7pPr>
            <a:lvl8pPr algn="ctr">
              <a:defRPr sz="4650" b="1">
                <a:solidFill>
                  <a:srgbClr val="12354E"/>
                </a:solidFill>
              </a:defRPr>
            </a:lvl8pPr>
            <a:lvl9pPr algn="ctr">
              <a:defRPr sz="4650" b="1">
                <a:solidFill>
                  <a:srgbClr val="12354E"/>
                </a:solidFill>
              </a:defRPr>
            </a:lvl9pPr>
          </a:lstStyle>
          <a:p xmlns:a="http://schemas.openxmlformats.org/drawingml/2006/main">
            <a:pPr algn="ctr">
              <a:buNone/>
              <a:defRPr sz="4650" b="1">
                <a:solidFill>
                  <a:srgbClr val="12354E"/>
                </a:solidFill>
              </a:defRPr>
            </a:pPr>
            <a:r>
              <a:rPr sz="4650" b="1">
                <a:solidFill>
                  <a:srgbClr val="12354E"/>
                </a:solidFill>
              </a:rPr>
              <a:t>EduVerse AI</a:t>
            </a:r>
          </a:p>
        </p:txBody>
      </p:sp>
      <p:sp>
        <p:nvSpPr>
          <p:cNvPr id="19" name="text-5">
            <a:extLst xmlns:a="http://schemas.openxmlformats.org/drawingml/2006/main">
              <a:ext uri="{FF2B5EF4-FFF2-40B4-BE49-F238E27FC236}">
                <a16:creationId xmlns:a16="http://schemas.microsoft.com/office/drawing/2014/main" id="{6B36B342-FA45-499F-BA98-035E721E15EE}"/>
              </a:ext>
            </a:extLst>
          </p:cNvPr>
          <p:cNvSpPr>
            <a:spLocks xmlns:a="http://schemas.openxmlformats.org/drawingml/2006/main" noGrp="1"/>
          </p:cNvSpPr>
          <p:nvPr/>
        </p:nvSpPr>
        <p:spPr>
          <a:xfrm xmlns:a="http://schemas.openxmlformats.org/drawingml/2006/main">
            <a:off x="3333750" y="5581650"/>
            <a:ext cx="116205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2325" b="0">
                <a:solidFill>
                  <a:srgbClr val="17364A"/>
                </a:solidFill>
              </a:defRPr>
            </a:defPPr>
            <a:lvl1pPr algn="ctr">
              <a:defRPr sz="2325" b="0">
                <a:solidFill>
                  <a:srgbClr val="17364A"/>
                </a:solidFill>
              </a:defRPr>
            </a:lvl1pPr>
            <a:lvl2pPr algn="ctr">
              <a:defRPr sz="2325" b="0">
                <a:solidFill>
                  <a:srgbClr val="17364A"/>
                </a:solidFill>
              </a:defRPr>
            </a:lvl2pPr>
            <a:lvl3pPr algn="ctr">
              <a:defRPr sz="2325" b="0">
                <a:solidFill>
                  <a:srgbClr val="17364A"/>
                </a:solidFill>
              </a:defRPr>
            </a:lvl3pPr>
            <a:lvl4pPr algn="ctr">
              <a:defRPr sz="2325" b="0">
                <a:solidFill>
                  <a:srgbClr val="17364A"/>
                </a:solidFill>
              </a:defRPr>
            </a:lvl4pPr>
            <a:lvl5pPr algn="ctr">
              <a:defRPr sz="2325" b="0">
                <a:solidFill>
                  <a:srgbClr val="17364A"/>
                </a:solidFill>
              </a:defRPr>
            </a:lvl5pPr>
            <a:lvl6pPr algn="ctr">
              <a:defRPr sz="2325" b="0">
                <a:solidFill>
                  <a:srgbClr val="17364A"/>
                </a:solidFill>
              </a:defRPr>
            </a:lvl6pPr>
            <a:lvl7pPr algn="ctr">
              <a:defRPr sz="2325" b="0">
                <a:solidFill>
                  <a:srgbClr val="17364A"/>
                </a:solidFill>
              </a:defRPr>
            </a:lvl7pPr>
            <a:lvl8pPr algn="ctr">
              <a:defRPr sz="2325" b="0">
                <a:solidFill>
                  <a:srgbClr val="17364A"/>
                </a:solidFill>
              </a:defRPr>
            </a:lvl8pPr>
            <a:lvl9pPr algn="ctr">
              <a:defRPr sz="2325" b="0">
                <a:solidFill>
                  <a:srgbClr val="17364A"/>
                </a:solidFill>
              </a:defRPr>
            </a:lvl9pPr>
          </a:lstStyle>
          <a:p xmlns:a="http://schemas.openxmlformats.org/drawingml/2006/main">
            <a:pPr algn="ctr">
              <a:buNone/>
              <a:defRPr sz="2325" b="0">
                <a:solidFill>
                  <a:srgbClr val="17364A"/>
                </a:solidFill>
              </a:defRPr>
            </a:pPr>
            <a:r>
              <a:rPr sz="2325" b="0">
                <a:solidFill>
                  <a:srgbClr val="17364A"/>
                </a:solidFill>
              </a:rPr>
              <a:t>An Animated Virtual Tutor</a:t>
            </a:r>
          </a:p>
          <a:p xmlns:a="http://schemas.openxmlformats.org/drawingml/2006/main">
            <a:pPr algn="ctr">
              <a:buNone/>
              <a:defRPr sz="2325" b="0">
                <a:solidFill>
                  <a:srgbClr val="17364A"/>
                </a:solidFill>
              </a:defRPr>
            </a:pPr>
            <a:r>
              <a:rPr sz="2325" b="0">
                <a:solidFill>
                  <a:srgbClr val="17364A"/>
                </a:solidFill>
              </a:rPr>
              <a:t>for Personalized Learning</a:t>
            </a:r>
          </a:p>
        </p:txBody>
      </p:sp>
      <p:sp>
        <p:nvSpPr>
          <p:cNvPr id="20" name="text-6">
            <a:extLst xmlns:a="http://schemas.openxmlformats.org/drawingml/2006/main">
              <a:ext uri="{FF2B5EF4-FFF2-40B4-BE49-F238E27FC236}">
                <a16:creationId xmlns:a16="http://schemas.microsoft.com/office/drawing/2014/main" id="{46AC2405-6ACB-4EE6-976F-CEA20470BDF4}"/>
              </a:ext>
            </a:extLst>
          </p:cNvPr>
          <p:cNvSpPr>
            <a:spLocks xmlns:a="http://schemas.openxmlformats.org/drawingml/2006/main" noGrp="1"/>
          </p:cNvSpPr>
          <p:nvPr/>
        </p:nvSpPr>
        <p:spPr>
          <a:xfrm xmlns:a="http://schemas.openxmlformats.org/drawingml/2006/main">
            <a:off x="276225" y="8543925"/>
            <a:ext cx="27717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350" b="1">
                <a:solidFill>
                  <a:srgbClr val="007F83"/>
                </a:solidFill>
              </a:defRPr>
            </a:defPPr>
            <a:lvl1pPr algn="l">
              <a:defRPr sz="1350" b="1">
                <a:solidFill>
                  <a:srgbClr val="007F83"/>
                </a:solidFill>
              </a:defRPr>
            </a:lvl1pPr>
            <a:lvl2pPr algn="l">
              <a:defRPr sz="1350" b="1">
                <a:solidFill>
                  <a:srgbClr val="007F83"/>
                </a:solidFill>
              </a:defRPr>
            </a:lvl2pPr>
            <a:lvl3pPr algn="l">
              <a:defRPr sz="1350" b="1">
                <a:solidFill>
                  <a:srgbClr val="007F83"/>
                </a:solidFill>
              </a:defRPr>
            </a:lvl3pPr>
            <a:lvl4pPr algn="l">
              <a:defRPr sz="1350" b="1">
                <a:solidFill>
                  <a:srgbClr val="007F83"/>
                </a:solidFill>
              </a:defRPr>
            </a:lvl4pPr>
            <a:lvl5pPr algn="l">
              <a:defRPr sz="1350" b="1">
                <a:solidFill>
                  <a:srgbClr val="007F83"/>
                </a:solidFill>
              </a:defRPr>
            </a:lvl5pPr>
            <a:lvl6pPr algn="l">
              <a:defRPr sz="1350" b="1">
                <a:solidFill>
                  <a:srgbClr val="007F83"/>
                </a:solidFill>
              </a:defRPr>
            </a:lvl6pPr>
            <a:lvl7pPr algn="l">
              <a:defRPr sz="1350" b="1">
                <a:solidFill>
                  <a:srgbClr val="007F83"/>
                </a:solidFill>
              </a:defRPr>
            </a:lvl7pPr>
            <a:lvl8pPr algn="l">
              <a:defRPr sz="1350" b="1">
                <a:solidFill>
                  <a:srgbClr val="007F83"/>
                </a:solidFill>
              </a:defRPr>
            </a:lvl8pPr>
            <a:lvl9pPr algn="l">
              <a:defRPr sz="1350" b="1">
                <a:solidFill>
                  <a:srgbClr val="007F83"/>
                </a:solidFill>
              </a:defRPr>
            </a:lvl9pPr>
          </a:lstStyle>
          <a:p xmlns:a="http://schemas.openxmlformats.org/drawingml/2006/main">
            <a:pPr algn="l">
              <a:buNone/>
              <a:defRPr sz="1350" b="1">
                <a:solidFill>
                  <a:srgbClr val="007F83"/>
                </a:solidFill>
              </a:defRPr>
            </a:pPr>
            <a:r>
              <a:rPr sz="1350" b="1">
                <a:solidFill>
                  <a:srgbClr val="007F83"/>
                </a:solidFill>
              </a:rPr>
              <a:t>PRESENTED BY</a:t>
            </a:r>
          </a:p>
        </p:txBody>
      </p:sp>
      <p:sp>
        <p:nvSpPr>
          <p:cNvPr id="21" name="text-7">
            <a:extLst xmlns:a="http://schemas.openxmlformats.org/drawingml/2006/main">
              <a:ext uri="{FF2B5EF4-FFF2-40B4-BE49-F238E27FC236}">
                <a16:creationId xmlns:a16="http://schemas.microsoft.com/office/drawing/2014/main" id="{01C68CC4-D51C-4BEB-830C-9B6E8285CE23}"/>
              </a:ext>
            </a:extLst>
          </p:cNvPr>
          <p:cNvSpPr>
            <a:spLocks xmlns:a="http://schemas.openxmlformats.org/drawingml/2006/main" noGrp="1"/>
          </p:cNvSpPr>
          <p:nvPr/>
        </p:nvSpPr>
        <p:spPr>
          <a:xfrm xmlns:a="http://schemas.openxmlformats.org/drawingml/2006/main">
            <a:off x="276225" y="8820150"/>
            <a:ext cx="27717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350" b="0">
                <a:solidFill>
                  <a:srgbClr val="17364A"/>
                </a:solidFill>
              </a:defRPr>
            </a:defPPr>
            <a:lvl1pPr algn="l">
              <a:defRPr sz="1350" b="0">
                <a:solidFill>
                  <a:srgbClr val="17364A"/>
                </a:solidFill>
              </a:defRPr>
            </a:lvl1pPr>
            <a:lvl2pPr algn="l">
              <a:defRPr sz="1350" b="0">
                <a:solidFill>
                  <a:srgbClr val="17364A"/>
                </a:solidFill>
              </a:defRPr>
            </a:lvl2pPr>
            <a:lvl3pPr algn="l">
              <a:defRPr sz="1350" b="0">
                <a:solidFill>
                  <a:srgbClr val="17364A"/>
                </a:solidFill>
              </a:defRPr>
            </a:lvl3pPr>
            <a:lvl4pPr algn="l">
              <a:defRPr sz="1350" b="0">
                <a:solidFill>
                  <a:srgbClr val="17364A"/>
                </a:solidFill>
              </a:defRPr>
            </a:lvl4pPr>
            <a:lvl5pPr algn="l">
              <a:defRPr sz="1350" b="0">
                <a:solidFill>
                  <a:srgbClr val="17364A"/>
                </a:solidFill>
              </a:defRPr>
            </a:lvl5pPr>
            <a:lvl6pPr algn="l">
              <a:defRPr sz="1350" b="0">
                <a:solidFill>
                  <a:srgbClr val="17364A"/>
                </a:solidFill>
              </a:defRPr>
            </a:lvl6pPr>
            <a:lvl7pPr algn="l">
              <a:defRPr sz="1350" b="0">
                <a:solidFill>
                  <a:srgbClr val="17364A"/>
                </a:solidFill>
              </a:defRPr>
            </a:lvl7pPr>
            <a:lvl8pPr algn="l">
              <a:defRPr sz="1350" b="0">
                <a:solidFill>
                  <a:srgbClr val="17364A"/>
                </a:solidFill>
              </a:defRPr>
            </a:lvl8pPr>
            <a:lvl9pPr algn="l">
              <a:defRPr sz="1350" b="0">
                <a:solidFill>
                  <a:srgbClr val="17364A"/>
                </a:solidFill>
              </a:defRPr>
            </a:lvl9pPr>
          </a:lstStyle>
          <a:p xmlns:a="http://schemas.openxmlformats.org/drawingml/2006/main">
            <a:pPr algn="l">
              <a:buNone/>
              <a:defRPr sz="1350" b="0">
                <a:solidFill>
                  <a:srgbClr val="17364A"/>
                </a:solidFill>
              </a:defRPr>
            </a:pPr>
            <a:r>
              <a:rPr sz="1350" b="0">
                <a:solidFill>
                  <a:srgbClr val="17364A"/>
                </a:solidFill>
              </a:rPr>
              <a:t>Aryan Shinde</a:t>
            </a:r>
          </a:p>
          <a:p xmlns:a="http://schemas.openxmlformats.org/drawingml/2006/main">
            <a:pPr algn="l">
              <a:buNone/>
              <a:defRPr sz="1350" b="0">
                <a:solidFill>
                  <a:srgbClr val="17364A"/>
                </a:solidFill>
              </a:defRPr>
            </a:pPr>
            <a:r>
              <a:rPr sz="1350" b="0">
                <a:solidFill>
                  <a:srgbClr val="17364A"/>
                </a:solidFill>
              </a:rPr>
              <a:t>Huzaifa Sheikh</a:t>
            </a:r>
          </a:p>
          <a:p xmlns:a="http://schemas.openxmlformats.org/drawingml/2006/main">
            <a:pPr algn="l">
              <a:buNone/>
              <a:defRPr sz="1350" b="0">
                <a:solidFill>
                  <a:srgbClr val="17364A"/>
                </a:solidFill>
              </a:defRPr>
            </a:pPr>
            <a:r>
              <a:rPr sz="1350" b="0">
                <a:solidFill>
                  <a:srgbClr val="17364A"/>
                </a:solidFill>
              </a:rPr>
              <a:t>Sufiyan Surve</a:t>
            </a:r>
          </a:p>
        </p:txBody>
      </p:sp>
    </p:spTree>
    <p:extLst>
      <p:ext uri="{BB962C8B-B14F-4D97-AF65-F5344CB8AC3E}">
        <p14:creationId xmlns:p14="http://schemas.microsoft.com/office/powerpoint/2010/main" val="1328204984"/>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2" name="Freeform 2">
            <a:extLst xmlns:a="http://schemas.openxmlformats.org/drawingml/2006/main">
              <a:ext uri="{FF2B5EF4-FFF2-40B4-BE49-F238E27FC236}">
                <a16:creationId xmlns:a16="http://schemas.microsoft.com/office/drawing/2014/main" id="{DA83193C-D3E4-4095-86C2-780B84D901E2}"/>
              </a:ext>
            </a:extLst>
          </p:cNvPr>
          <p:cNvSpPr>
            <a:spLocks xmlns:a="http://schemas.openxmlformats.org/drawingml/2006/main" noGrp="1"/>
          </p:cNvSpPr>
          <p:nvPr/>
        </p:nvSpPr>
        <p:spPr>
          <a:xfrm xmlns:a="http://schemas.openxmlformats.org/drawingml/2006/main">
            <a:off x="0" y="0"/>
            <a:ext cx="18288000" cy="10287000"/>
          </a:xfrm>
          <a:custGeom xmlns:a="http://schemas.openxmlformats.org/drawingml/2006/main">
            <a:rect l="l" t="t" r="r" b="b"/>
            <a:pathLst>
              <a:path w="18288000" h="10287000">
                <a:moveTo>
                  <a:pt x="0" y="0"/>
                </a:moveTo>
                <a:lnTo>
                  <a:pt x="18288000" y="0"/>
                </a:lnTo>
                <a:lnTo>
                  <a:pt x="18288000" y="10287000"/>
                </a:lnTo>
                <a:lnTo>
                  <a:pt x="0" y="10287000"/>
                </a:lnTo>
                <a:lnTo>
                  <a:pt x="0" y="0"/>
                </a:lnTo>
                <a:close/>
              </a:path>
            </a:pathLst>
          </a:custGeom>
          <a:blipFill xmlns:a="http://schemas.openxmlformats.org/drawingml/2006/main">
            <a:blip xmlns:r="http://schemas.openxmlformats.org/officeDocument/2006/relationships" r:embed="Rc1c2470ca96c42cb"/>
            <a:stretch>
              <a:fillRect l="0" t="0" r="0" b="0"/>
            </a:stretch>
          </a:blipFill>
        </p:spPr>
      </p:sp>
      <p:sp>
        <p:nvSpPr>
          <p:cNvPr id="3" name="Freeform 3">
            <a:extLst xmlns:a="http://schemas.openxmlformats.org/drawingml/2006/main">
              <a:ext uri="{FF2B5EF4-FFF2-40B4-BE49-F238E27FC236}">
                <a16:creationId xmlns:a16="http://schemas.microsoft.com/office/drawing/2014/main" id="{CE178C9B-46E9-43B4-B4EC-AD422BB4DB48}"/>
              </a:ext>
            </a:extLst>
          </p:cNvPr>
          <p:cNvSpPr>
            <a:spLocks xmlns:a="http://schemas.openxmlformats.org/drawingml/2006/main" noGrp="1"/>
          </p:cNvSpPr>
          <p:nvPr/>
        </p:nvSpPr>
        <p:spPr>
          <a:xfrm xmlns:a="http://schemas.openxmlformats.org/drawingml/2006/main">
            <a:off x="0" y="0"/>
            <a:ext cx="18288000" cy="10450286"/>
          </a:xfrm>
          <a:custGeom xmlns:a="http://schemas.openxmlformats.org/drawingml/2006/main">
            <a:rect l="l" t="t" r="r" b="b"/>
            <a:pathLst>
              <a:path w="18288000" h="10450286">
                <a:moveTo>
                  <a:pt x="0" y="0"/>
                </a:moveTo>
                <a:lnTo>
                  <a:pt x="18288000" y="0"/>
                </a:lnTo>
                <a:lnTo>
                  <a:pt x="18288000" y="10450286"/>
                </a:lnTo>
                <a:lnTo>
                  <a:pt x="0" y="10450286"/>
                </a:lnTo>
                <a:lnTo>
                  <a:pt x="0" y="0"/>
                </a:lnTo>
                <a:close/>
              </a:path>
            </a:pathLst>
          </a:custGeom>
          <a:blipFill xmlns:a="http://schemas.openxmlformats.org/drawingml/2006/main">
            <a:blip xmlns:r="http://schemas.openxmlformats.org/officeDocument/2006/relationships" r:embed="R47f4ce745c164b2c">
              <a:alphaModFix amt="21999"/>
            </a:blip>
            <a:stretch>
              <a:fillRect l="0" t="0" r="0" b="0"/>
            </a:stretch>
          </a:blipFill>
        </p:spPr>
      </p:sp>
      <p:sp>
        <p:nvSpPr>
          <p:cNvPr id="5" name="Freeform 5">
            <a:extLst xmlns:a="http://schemas.openxmlformats.org/drawingml/2006/main">
              <a:ext uri="{FF2B5EF4-FFF2-40B4-BE49-F238E27FC236}">
                <a16:creationId xmlns:a16="http://schemas.microsoft.com/office/drawing/2014/main" id="{F10EEE68-E2D3-4249-BF51-9CEEA2E597DC}"/>
              </a:ext>
            </a:extLst>
          </p:cNvPr>
          <p:cNvSpPr>
            <a:spLocks xmlns:a="http://schemas.openxmlformats.org/drawingml/2006/main" noGrp="1"/>
          </p:cNvSpPr>
          <p:nvPr/>
        </p:nvSpPr>
        <p:spPr>
          <a:xfrm xmlns:a="http://schemas.openxmlformats.org/drawingml/2006/main" rot="0" flipH="0" flipV="0">
            <a:off x="0" y="3030725"/>
            <a:ext cx="18452144" cy="5155881"/>
          </a:xfrm>
          <a:custGeom xmlns:a="http://schemas.openxmlformats.org/drawingml/2006/main">
            <a:rect l="l" t="t" r="r" b="b"/>
            <a:pathLst>
              <a:path w="4859824" h="1357928">
                <a:moveTo>
                  <a:pt x="0" y="0"/>
                </a:moveTo>
                <a:lnTo>
                  <a:pt x="4859824" y="0"/>
                </a:lnTo>
                <a:lnTo>
                  <a:pt x="4859824" y="1357928"/>
                </a:lnTo>
                <a:lnTo>
                  <a:pt x="0" y="1357928"/>
                </a:lnTo>
                <a:close/>
              </a:path>
            </a:pathLst>
          </a:custGeom>
          <a:solidFill xmlns:a="http://schemas.openxmlformats.org/drawingml/2006/main">
            <a:srgbClr val="008F8C"/>
          </a:solidFill>
        </p:spPr>
      </p:sp>
      <p:sp>
        <p:nvSpPr>
          <p:cNvPr id="6" name="TextBox 6">
            <a:extLst xmlns:a="http://schemas.openxmlformats.org/drawingml/2006/main">
              <a:ext uri="{FF2B5EF4-FFF2-40B4-BE49-F238E27FC236}">
                <a16:creationId xmlns:a16="http://schemas.microsoft.com/office/drawing/2014/main" id="{56C2D739-71E1-49FC-96DF-FD1202E29798}"/>
              </a:ext>
            </a:extLst>
          </p:cNvPr>
          <p:cNvSpPr>
            <a:spLocks xmlns:a="http://schemas.openxmlformats.org/drawingml/2006/main" noGrp="1"/>
          </p:cNvSpPr>
          <p:nvPr/>
        </p:nvSpPr>
        <p:spPr>
          <a:xfrm xmlns:a="http://schemas.openxmlformats.org/drawingml/2006/main" rot="0" flipH="0" flipV="0">
            <a:off x="0" y="2307421"/>
            <a:ext cx="18452144" cy="5879185"/>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5040"/>
              </a:lnSpc>
              <a:buNone/>
            </a:pPr>
            <a:endParaRPr/>
          </a:p>
        </p:txBody>
      </p:sp>
      <p:sp>
        <p:nvSpPr>
          <p:cNvPr id="7" name="Freeform 7">
            <a:extLst xmlns:a="http://schemas.openxmlformats.org/drawingml/2006/main">
              <a:ext uri="{FF2B5EF4-FFF2-40B4-BE49-F238E27FC236}">
                <a16:creationId xmlns:a16="http://schemas.microsoft.com/office/drawing/2014/main" id="{3D8142B6-913F-41F0-A9C0-7840691872EE}"/>
              </a:ext>
            </a:extLst>
          </p:cNvPr>
          <p:cNvSpPr>
            <a:spLocks xmlns:a="http://schemas.openxmlformats.org/drawingml/2006/main" noGrp="1"/>
          </p:cNvSpPr>
          <p:nvPr/>
        </p:nvSpPr>
        <p:spPr>
          <a:xfrm xmlns:a="http://schemas.openxmlformats.org/drawingml/2006/main" rot="5400000">
            <a:off x="-1350296" y="5168601"/>
            <a:ext cx="2700592" cy="1077675"/>
          </a:xfrm>
          <a:custGeom xmlns:a="http://schemas.openxmlformats.org/drawingml/2006/main">
            <a:rect l="l" t="t" r="r" b="b"/>
            <a:pathLst>
              <a:path w="2700592" h="1077675">
                <a:moveTo>
                  <a:pt x="0" y="0"/>
                </a:moveTo>
                <a:lnTo>
                  <a:pt x="2700592" y="0"/>
                </a:lnTo>
                <a:lnTo>
                  <a:pt x="2700592" y="1077675"/>
                </a:lnTo>
                <a:lnTo>
                  <a:pt x="0" y="1077675"/>
                </a:lnTo>
                <a:lnTo>
                  <a:pt x="0" y="0"/>
                </a:lnTo>
                <a:close/>
              </a:path>
            </a:pathLst>
          </a:custGeom>
          <a:blipFill xmlns:a="http://schemas.openxmlformats.org/drawingml/2006/main">
            <a:blip xmlns:r="http://schemas.openxmlformats.org/officeDocument/2006/relationships" r:embed="R6ca749e3ec3440ce">
              <a:extLst>
                <a:ext uri="{96DAC541-7B7A-43D3-8B79-37D633B846F1}">
                  <asvg:svgBlip xmlns:asvg="http://schemas.microsoft.com/office/drawing/2016/SVG/main" r:embed="R8c735df77fbd4a64"/>
                </a:ext>
              </a:extLst>
            </a:blip>
            <a:stretch>
              <a:fillRect l="0" t="0" r="-33573" b="0"/>
            </a:stretch>
          </a:blipFill>
        </p:spPr>
      </p:sp>
      <p:sp>
        <p:nvSpPr>
          <p:cNvPr id="8" name="Freeform 8">
            <a:extLst xmlns:a="http://schemas.openxmlformats.org/drawingml/2006/main">
              <a:ext uri="{FF2B5EF4-FFF2-40B4-BE49-F238E27FC236}">
                <a16:creationId xmlns:a16="http://schemas.microsoft.com/office/drawing/2014/main" id="{83A0EE28-3B34-4F6C-A7A1-97DBAB839F38}"/>
              </a:ext>
            </a:extLst>
          </p:cNvPr>
          <p:cNvSpPr>
            <a:spLocks xmlns:a="http://schemas.openxmlformats.org/drawingml/2006/main" noGrp="1"/>
          </p:cNvSpPr>
          <p:nvPr/>
        </p:nvSpPr>
        <p:spPr>
          <a:xfrm xmlns:a="http://schemas.openxmlformats.org/drawingml/2006/main" rot="-741444" flipH="1">
            <a:off x="15385632" y="-2938132"/>
            <a:ext cx="7256654" cy="5738804"/>
          </a:xfrm>
          <a:custGeom xmlns:a="http://schemas.openxmlformats.org/drawingml/2006/main">
            <a:rect l="l" t="t" r="r" b="b"/>
            <a:pathLst>
              <a:path w="7256654" h="5738804">
                <a:moveTo>
                  <a:pt x="7256654" y="0"/>
                </a:moveTo>
                <a:lnTo>
                  <a:pt x="0" y="0"/>
                </a:lnTo>
                <a:lnTo>
                  <a:pt x="0" y="5738804"/>
                </a:lnTo>
                <a:lnTo>
                  <a:pt x="7256654" y="5738804"/>
                </a:lnTo>
                <a:lnTo>
                  <a:pt x="7256654" y="0"/>
                </a:lnTo>
                <a:close/>
              </a:path>
            </a:pathLst>
          </a:custGeom>
          <a:blipFill xmlns:a="http://schemas.openxmlformats.org/drawingml/2006/main">
            <a:blip xmlns:r="http://schemas.openxmlformats.org/officeDocument/2006/relationships" r:embed="R67a8b803f905499f">
              <a:alphaModFix amt="12000"/>
              <a:extLst>
                <a:ext uri="{96DAC541-7B7A-43D3-8B79-37D633B846F1}">
                  <asvg:svgBlip xmlns:asvg="http://schemas.microsoft.com/office/drawing/2016/SVG/main" r:embed="Rcf4359e4a4e54938"/>
                </a:ext>
              </a:extLst>
            </a:blip>
            <a:stretch>
              <a:fillRect l="0" t="0" r="0" b="0"/>
            </a:stretch>
          </a:blipFill>
        </p:spPr>
      </p:sp>
      <p:sp>
        <p:nvSpPr>
          <p:cNvPr id="9" name="Freeform 9">
            <a:extLst xmlns:a="http://schemas.openxmlformats.org/drawingml/2006/main">
              <a:ext uri="{FF2B5EF4-FFF2-40B4-BE49-F238E27FC236}">
                <a16:creationId xmlns:a16="http://schemas.microsoft.com/office/drawing/2014/main" id="{A270D9B5-32C9-4BE6-9B3D-64ECD537E7A8}"/>
              </a:ext>
            </a:extLst>
          </p:cNvPr>
          <p:cNvSpPr>
            <a:spLocks xmlns:a="http://schemas.openxmlformats.org/drawingml/2006/main" noGrp="1"/>
          </p:cNvSpPr>
          <p:nvPr/>
        </p:nvSpPr>
        <p:spPr>
          <a:xfrm xmlns:a="http://schemas.openxmlformats.org/drawingml/2006/main">
            <a:off x="14139134" y="3030725"/>
            <a:ext cx="4148866" cy="5137915"/>
          </a:xfrm>
          <a:custGeom xmlns:a="http://schemas.openxmlformats.org/drawingml/2006/main">
            <a:rect l="l" t="t" r="r" b="b"/>
            <a:pathLst>
              <a:path w="4148866" h="5137915">
                <a:moveTo>
                  <a:pt x="0" y="0"/>
                </a:moveTo>
                <a:lnTo>
                  <a:pt x="4148866" y="0"/>
                </a:lnTo>
                <a:lnTo>
                  <a:pt x="4148866" y="5137915"/>
                </a:lnTo>
                <a:lnTo>
                  <a:pt x="0" y="5137915"/>
                </a:lnTo>
                <a:lnTo>
                  <a:pt x="0" y="0"/>
                </a:lnTo>
                <a:close/>
              </a:path>
            </a:pathLst>
          </a:custGeom>
          <a:blipFill xmlns:a="http://schemas.openxmlformats.org/drawingml/2006/main">
            <a:blip xmlns:r="http://schemas.openxmlformats.org/officeDocument/2006/relationships" r:embed="R4692bd9f5ec84b2e">
              <a:alphaModFix amt="9999"/>
              <a:extLst>
                <a:ext uri="{96DAC541-7B7A-43D3-8B79-37D633B846F1}">
                  <asvg:svgBlip xmlns:asvg="http://schemas.microsoft.com/office/drawing/2016/SVG/main" r:embed="Rad938c129c5a4fdd"/>
                </a:ext>
              </a:extLst>
            </a:blip>
            <a:stretch>
              <a:fillRect l="0" t="0" r="0" b="0"/>
            </a:stretch>
          </a:blipFill>
        </p:spPr>
      </p:sp>
      <p:sp>
        <p:nvSpPr>
          <p:cNvPr id="10" name="AutoShape 10">
            <a:extLst xmlns:a="http://schemas.openxmlformats.org/drawingml/2006/main">
              <a:ext uri="{FF2B5EF4-FFF2-40B4-BE49-F238E27FC236}">
                <a16:creationId xmlns:a16="http://schemas.microsoft.com/office/drawing/2014/main" id="{9EB0C738-0253-4242-B268-98466F164079}"/>
              </a:ext>
            </a:extLst>
          </p:cNvPr>
          <p:cNvSpPr>
            <a:spLocks xmlns:a="http://schemas.openxmlformats.org/drawingml/2006/main" noGrp="1"/>
          </p:cNvSpPr>
          <p:nvPr/>
        </p:nvSpPr>
        <p:spPr>
          <a:xfrm xmlns:a="http://schemas.openxmlformats.org/drawingml/2006/main">
            <a:off x="12390167" y="7458995"/>
            <a:ext cx="4308518" cy="0"/>
          </a:xfrm>
          <a:prstGeom xmlns:a="http://schemas.openxmlformats.org/drawingml/2006/main" prst="line">
            <a:avLst/>
          </a:prstGeom>
          <a:ln xmlns:a="http://schemas.openxmlformats.org/drawingml/2006/main" w="19050" cap="flat">
            <a:solidFill>
              <a:srgbClr val="FFFFFF">
                <a:alpha val="49804"/>
              </a:srgbClr>
            </a:solidFill>
            <a:prstDash val="solid"/>
            <a:headEnd type="none" w="sm" len="sm"/>
            <a:tailEnd type="none" w="sm" len="sm"/>
          </a:ln>
        </p:spPr>
      </p:sp>
      <p:sp>
        <p:nvSpPr>
          <p:cNvPr id="11" name="AutoShape 11">
            <a:extLst xmlns:a="http://schemas.openxmlformats.org/drawingml/2006/main">
              <a:ext uri="{FF2B5EF4-FFF2-40B4-BE49-F238E27FC236}">
                <a16:creationId xmlns:a16="http://schemas.microsoft.com/office/drawing/2014/main" id="{BAB881A3-6B99-4FD6-8C5A-AACEAF30482B}"/>
              </a:ext>
            </a:extLst>
          </p:cNvPr>
          <p:cNvSpPr>
            <a:spLocks xmlns:a="http://schemas.openxmlformats.org/drawingml/2006/main" noGrp="1"/>
          </p:cNvSpPr>
          <p:nvPr/>
        </p:nvSpPr>
        <p:spPr>
          <a:xfrm xmlns:a="http://schemas.openxmlformats.org/drawingml/2006/main">
            <a:off x="12390167" y="4357142"/>
            <a:ext cx="4308518" cy="0"/>
          </a:xfrm>
          <a:prstGeom xmlns:a="http://schemas.openxmlformats.org/drawingml/2006/main" prst="line">
            <a:avLst/>
          </a:prstGeom>
          <a:ln xmlns:a="http://schemas.openxmlformats.org/drawingml/2006/main" w="19050" cap="flat">
            <a:solidFill>
              <a:srgbClr val="FFFFFF">
                <a:alpha val="49804"/>
              </a:srgbClr>
            </a:solidFill>
            <a:prstDash val="solid"/>
            <a:headEnd type="none" w="sm" len="sm"/>
            <a:tailEnd type="none" w="sm" len="sm"/>
          </a:ln>
        </p:spPr>
      </p:sp>
      <p:sp>
        <p:nvSpPr>
          <p:cNvPr id="12" name="AutoShape 12">
            <a:extLst xmlns:a="http://schemas.openxmlformats.org/drawingml/2006/main">
              <a:ext uri="{FF2B5EF4-FFF2-40B4-BE49-F238E27FC236}">
                <a16:creationId xmlns:a16="http://schemas.microsoft.com/office/drawing/2014/main" id="{38FF536A-2DCD-48DE-A4F8-1D2B75A6D15F}"/>
              </a:ext>
            </a:extLst>
          </p:cNvPr>
          <p:cNvSpPr>
            <a:spLocks xmlns:a="http://schemas.openxmlformats.org/drawingml/2006/main" noGrp="1"/>
          </p:cNvSpPr>
          <p:nvPr/>
        </p:nvSpPr>
        <p:spPr>
          <a:xfrm xmlns:a="http://schemas.openxmlformats.org/drawingml/2006/main">
            <a:off x="12390167" y="5385842"/>
            <a:ext cx="4308518" cy="0"/>
          </a:xfrm>
          <a:prstGeom xmlns:a="http://schemas.openxmlformats.org/drawingml/2006/main" prst="line">
            <a:avLst/>
          </a:prstGeom>
          <a:ln xmlns:a="http://schemas.openxmlformats.org/drawingml/2006/main" w="19050" cap="flat">
            <a:solidFill>
              <a:srgbClr val="FFFFFF">
                <a:alpha val="49804"/>
              </a:srgbClr>
            </a:solidFill>
            <a:prstDash val="solid"/>
            <a:headEnd type="none" w="sm" len="sm"/>
            <a:tailEnd type="none" w="sm" len="sm"/>
          </a:ln>
        </p:spPr>
      </p:sp>
      <p:sp>
        <p:nvSpPr>
          <p:cNvPr id="13" name="AutoShape 13">
            <a:extLst xmlns:a="http://schemas.openxmlformats.org/drawingml/2006/main">
              <a:ext uri="{FF2B5EF4-FFF2-40B4-BE49-F238E27FC236}">
                <a16:creationId xmlns:a16="http://schemas.microsoft.com/office/drawing/2014/main" id="{EB79502E-8858-474E-8107-F408C96412B7}"/>
              </a:ext>
            </a:extLst>
          </p:cNvPr>
          <p:cNvSpPr>
            <a:spLocks xmlns:a="http://schemas.openxmlformats.org/drawingml/2006/main" noGrp="1"/>
          </p:cNvSpPr>
          <p:nvPr/>
        </p:nvSpPr>
        <p:spPr>
          <a:xfrm xmlns:a="http://schemas.openxmlformats.org/drawingml/2006/main">
            <a:off x="12390167" y="6414542"/>
            <a:ext cx="4308518" cy="0"/>
          </a:xfrm>
          <a:prstGeom xmlns:a="http://schemas.openxmlformats.org/drawingml/2006/main" prst="line">
            <a:avLst/>
          </a:prstGeom>
          <a:ln xmlns:a="http://schemas.openxmlformats.org/drawingml/2006/main" w="19050" cap="flat">
            <a:solidFill>
              <a:srgbClr val="FFFFFF">
                <a:alpha val="49804"/>
              </a:srgbClr>
            </a:solidFill>
            <a:prstDash val="solid"/>
            <a:headEnd type="none" w="sm" len="sm"/>
            <a:tailEnd type="none" w="sm" len="sm"/>
          </a:ln>
        </p:spPr>
      </p:sp>
      <p:sp>
        <p:nvSpPr>
          <p:cNvPr id="14" name="AutoShape 14">
            <a:extLst xmlns:a="http://schemas.openxmlformats.org/drawingml/2006/main">
              <a:ext uri="{FF2B5EF4-FFF2-40B4-BE49-F238E27FC236}">
                <a16:creationId xmlns:a16="http://schemas.microsoft.com/office/drawing/2014/main" id="{0837FC99-02D3-44C5-9E84-EBCDA4287DD9}"/>
              </a:ext>
            </a:extLst>
          </p:cNvPr>
          <p:cNvSpPr>
            <a:spLocks xmlns:a="http://schemas.openxmlformats.org/drawingml/2006/main" noGrp="1"/>
          </p:cNvSpPr>
          <p:nvPr/>
        </p:nvSpPr>
        <p:spPr>
          <a:xfrm xmlns:a="http://schemas.openxmlformats.org/drawingml/2006/main">
            <a:off x="6727371" y="7468520"/>
            <a:ext cx="4237158" cy="0"/>
          </a:xfrm>
          <a:prstGeom xmlns:a="http://schemas.openxmlformats.org/drawingml/2006/main" prst="line">
            <a:avLst/>
          </a:prstGeom>
          <a:ln xmlns:a="http://schemas.openxmlformats.org/drawingml/2006/main" w="19050" cap="flat">
            <a:solidFill>
              <a:srgbClr val="FFFFFF">
                <a:alpha val="49804"/>
              </a:srgbClr>
            </a:solidFill>
            <a:prstDash val="solid"/>
            <a:headEnd type="none" w="sm" len="sm"/>
            <a:tailEnd type="none" w="sm" len="sm"/>
          </a:ln>
        </p:spPr>
      </p:sp>
      <p:sp>
        <p:nvSpPr>
          <p:cNvPr id="15" name="AutoShape 15">
            <a:extLst xmlns:a="http://schemas.openxmlformats.org/drawingml/2006/main">
              <a:ext uri="{FF2B5EF4-FFF2-40B4-BE49-F238E27FC236}">
                <a16:creationId xmlns:a16="http://schemas.microsoft.com/office/drawing/2014/main" id="{FF94CFC2-AB45-4FED-81A3-56DCF4413FEF}"/>
              </a:ext>
            </a:extLst>
          </p:cNvPr>
          <p:cNvSpPr>
            <a:spLocks xmlns:a="http://schemas.openxmlformats.org/drawingml/2006/main" noGrp="1"/>
          </p:cNvSpPr>
          <p:nvPr/>
        </p:nvSpPr>
        <p:spPr>
          <a:xfrm xmlns:a="http://schemas.openxmlformats.org/drawingml/2006/main">
            <a:off x="6727371" y="4357142"/>
            <a:ext cx="4237158" cy="0"/>
          </a:xfrm>
          <a:prstGeom xmlns:a="http://schemas.openxmlformats.org/drawingml/2006/main" prst="line">
            <a:avLst/>
          </a:prstGeom>
          <a:ln xmlns:a="http://schemas.openxmlformats.org/drawingml/2006/main" w="19050" cap="flat">
            <a:solidFill>
              <a:srgbClr val="FFFFFF">
                <a:alpha val="49804"/>
              </a:srgbClr>
            </a:solidFill>
            <a:prstDash val="solid"/>
            <a:headEnd type="none" w="sm" len="sm"/>
            <a:tailEnd type="none" w="sm" len="sm"/>
          </a:ln>
        </p:spPr>
      </p:sp>
      <p:sp>
        <p:nvSpPr>
          <p:cNvPr id="16" name="AutoShape 16">
            <a:extLst xmlns:a="http://schemas.openxmlformats.org/drawingml/2006/main">
              <a:ext uri="{FF2B5EF4-FFF2-40B4-BE49-F238E27FC236}">
                <a16:creationId xmlns:a16="http://schemas.microsoft.com/office/drawing/2014/main" id="{A0ED90AD-C49F-4F3A-9852-E5FBDE0A651D}"/>
              </a:ext>
            </a:extLst>
          </p:cNvPr>
          <p:cNvSpPr>
            <a:spLocks xmlns:a="http://schemas.openxmlformats.org/drawingml/2006/main" noGrp="1"/>
          </p:cNvSpPr>
          <p:nvPr/>
        </p:nvSpPr>
        <p:spPr>
          <a:xfrm xmlns:a="http://schemas.openxmlformats.org/drawingml/2006/main">
            <a:off x="6727371" y="5385842"/>
            <a:ext cx="4237158" cy="0"/>
          </a:xfrm>
          <a:prstGeom xmlns:a="http://schemas.openxmlformats.org/drawingml/2006/main" prst="line">
            <a:avLst/>
          </a:prstGeom>
          <a:ln xmlns:a="http://schemas.openxmlformats.org/drawingml/2006/main" w="19050" cap="flat">
            <a:solidFill>
              <a:srgbClr val="FFFFFF">
                <a:alpha val="49804"/>
              </a:srgbClr>
            </a:solidFill>
            <a:prstDash val="solid"/>
            <a:headEnd type="none" w="sm" len="sm"/>
            <a:tailEnd type="none" w="sm" len="sm"/>
          </a:ln>
        </p:spPr>
      </p:sp>
      <p:sp>
        <p:nvSpPr>
          <p:cNvPr id="17" name="AutoShape 17">
            <a:extLst xmlns:a="http://schemas.openxmlformats.org/drawingml/2006/main">
              <a:ext uri="{FF2B5EF4-FFF2-40B4-BE49-F238E27FC236}">
                <a16:creationId xmlns:a16="http://schemas.microsoft.com/office/drawing/2014/main" id="{2EBD58AC-7D33-40D1-AFB2-492933D39DE5}"/>
              </a:ext>
            </a:extLst>
          </p:cNvPr>
          <p:cNvSpPr>
            <a:spLocks xmlns:a="http://schemas.openxmlformats.org/drawingml/2006/main" noGrp="1"/>
          </p:cNvSpPr>
          <p:nvPr/>
        </p:nvSpPr>
        <p:spPr>
          <a:xfrm xmlns:a="http://schemas.openxmlformats.org/drawingml/2006/main">
            <a:off x="6727371" y="6414542"/>
            <a:ext cx="4237158" cy="0"/>
          </a:xfrm>
          <a:prstGeom xmlns:a="http://schemas.openxmlformats.org/drawingml/2006/main" prst="line">
            <a:avLst/>
          </a:prstGeom>
          <a:ln xmlns:a="http://schemas.openxmlformats.org/drawingml/2006/main" w="19050" cap="flat">
            <a:solidFill>
              <a:srgbClr val="FFFFFF">
                <a:alpha val="49804"/>
              </a:srgbClr>
            </a:solidFill>
            <a:prstDash val="solid"/>
            <a:headEnd type="none" w="sm" len="sm"/>
            <a:tailEnd type="none" w="sm" len="sm"/>
          </a:ln>
        </p:spPr>
      </p:sp>
      <p:sp>
        <p:nvSpPr>
          <p:cNvPr id="18" name="Freeform 18">
            <a:extLst xmlns:a="http://schemas.openxmlformats.org/drawingml/2006/main">
              <a:ext uri="{FF2B5EF4-FFF2-40B4-BE49-F238E27FC236}">
                <a16:creationId xmlns:a16="http://schemas.microsoft.com/office/drawing/2014/main" id="{92ED006F-D0BC-4665-B48E-F3480F268E8C}"/>
              </a:ext>
            </a:extLst>
          </p:cNvPr>
          <p:cNvSpPr>
            <a:spLocks xmlns:a="http://schemas.openxmlformats.org/drawingml/2006/main" noGrp="1"/>
          </p:cNvSpPr>
          <p:nvPr/>
        </p:nvSpPr>
        <p:spPr>
          <a:xfrm xmlns:a="http://schemas.openxmlformats.org/drawingml/2006/main">
            <a:off x="-4274641" y="8836087"/>
            <a:ext cx="7256654" cy="5738804"/>
          </a:xfrm>
          <a:custGeom xmlns:a="http://schemas.openxmlformats.org/drawingml/2006/main">
            <a:rect l="l" t="t" r="r" b="b"/>
            <a:pathLst>
              <a:path w="7256654" h="5738804">
                <a:moveTo>
                  <a:pt x="0" y="0"/>
                </a:moveTo>
                <a:lnTo>
                  <a:pt x="7256654" y="0"/>
                </a:lnTo>
                <a:lnTo>
                  <a:pt x="7256654" y="5738804"/>
                </a:lnTo>
                <a:lnTo>
                  <a:pt x="0" y="5738804"/>
                </a:lnTo>
                <a:lnTo>
                  <a:pt x="0" y="0"/>
                </a:lnTo>
                <a:close/>
              </a:path>
            </a:pathLst>
          </a:custGeom>
          <a:blipFill xmlns:a="http://schemas.openxmlformats.org/drawingml/2006/main">
            <a:blip xmlns:r="http://schemas.openxmlformats.org/officeDocument/2006/relationships" r:embed="R67a8b803f905499f">
              <a:alphaModFix amt="12000"/>
              <a:extLst>
                <a:ext uri="{96DAC541-7B7A-43D3-8B79-37D633B846F1}">
                  <asvg:svgBlip xmlns:asvg="http://schemas.microsoft.com/office/drawing/2016/SVG/main" r:embed="Rcf4359e4a4e54938"/>
                </a:ext>
              </a:extLst>
            </a:blip>
            <a:stretch>
              <a:fillRect l="0" t="0" r="0" b="0"/>
            </a:stretch>
          </a:blipFill>
        </p:spPr>
      </p:sp>
      <p:sp>
        <p:nvSpPr>
          <p:cNvPr id="20" name="Freeform 20">
            <a:extLst xmlns:a="http://schemas.openxmlformats.org/drawingml/2006/main">
              <a:ext uri="{FF2B5EF4-FFF2-40B4-BE49-F238E27FC236}">
                <a16:creationId xmlns:a16="http://schemas.microsoft.com/office/drawing/2014/main" id="{42ADD60D-EC9C-4CD7-817D-A5DAE13B5893}"/>
              </a:ext>
            </a:extLst>
          </p:cNvPr>
          <p:cNvSpPr>
            <a:spLocks xmlns:a="http://schemas.openxmlformats.org/drawingml/2006/main" noGrp="1"/>
          </p:cNvSpPr>
          <p:nvPr/>
        </p:nvSpPr>
        <p:spPr>
          <a:xfrm xmlns:a="http://schemas.openxmlformats.org/drawingml/2006/main" rot="-5400000" flipH="0" flipV="0">
            <a:off x="-2185887" y="2353454"/>
            <a:ext cx="10119432" cy="5138057"/>
          </a:xfrm>
          <a:custGeom xmlns:a="http://schemas.openxmlformats.org/drawingml/2006/main">
            <a:rect l="l" t="t" r="r" b="b"/>
            <a:pathLst>
              <a:path w="1446659" h="734529">
                <a:moveTo>
                  <a:pt x="1446659" y="15068"/>
                </a:moveTo>
                <a:lnTo>
                  <a:pt x="1446659" y="719461"/>
                </a:lnTo>
                <a:cubicBezTo>
                  <a:pt x="1446659" y="723458"/>
                  <a:pt x="1445072" y="727290"/>
                  <a:pt x="1442246" y="730116"/>
                </a:cubicBezTo>
                <a:cubicBezTo>
                  <a:pt x="1439420" y="732942"/>
                  <a:pt x="1435588" y="734529"/>
                  <a:pt x="1431591" y="734529"/>
                </a:cubicBezTo>
                <a:lnTo>
                  <a:pt x="15068" y="734529"/>
                </a:lnTo>
                <a:cubicBezTo>
                  <a:pt x="6746" y="734529"/>
                  <a:pt x="0" y="727783"/>
                  <a:pt x="0" y="719461"/>
                </a:cubicBezTo>
                <a:lnTo>
                  <a:pt x="0" y="15068"/>
                </a:lnTo>
                <a:cubicBezTo>
                  <a:pt x="0" y="6746"/>
                  <a:pt x="6746" y="0"/>
                  <a:pt x="15068" y="0"/>
                </a:cubicBezTo>
                <a:lnTo>
                  <a:pt x="1431591" y="0"/>
                </a:lnTo>
                <a:cubicBezTo>
                  <a:pt x="1439913" y="0"/>
                  <a:pt x="1446659" y="6746"/>
                  <a:pt x="1446659" y="15068"/>
                </a:cubicBezTo>
                <a:close/>
              </a:path>
            </a:pathLst>
          </a:custGeom>
          <a:blipFill xmlns:a="http://schemas.openxmlformats.org/drawingml/2006/main">
            <a:blip xmlns:r="http://schemas.openxmlformats.org/officeDocument/2006/relationships" r:embed="R6ca749e3ec3440ce"/>
            <a:stretch>
              <a:fillRect l="0" t="-12730" r="0" b="-18734"/>
            </a:stretch>
          </a:blipFill>
          <a:ln xmlns:a="http://schemas.openxmlformats.org/drawingml/2006/main" cap="sq">
            <a:noFill/>
            <a:prstDash val="solid"/>
            <a:miter/>
          </a:ln>
        </p:spPr>
      </p:sp>
      <p:sp>
        <p:nvSpPr>
          <p:cNvPr id="21" name="Freeform 21">
            <a:extLst xmlns:a="http://schemas.openxmlformats.org/drawingml/2006/main">
              <a:ext uri="{FF2B5EF4-FFF2-40B4-BE49-F238E27FC236}">
                <a16:creationId xmlns:a16="http://schemas.microsoft.com/office/drawing/2014/main" id="{52479A7B-7091-4A37-9924-57E41583AE81}"/>
              </a:ext>
            </a:extLst>
          </p:cNvPr>
          <p:cNvSpPr>
            <a:spLocks xmlns:a="http://schemas.openxmlformats.org/drawingml/2006/main" noGrp="1"/>
          </p:cNvSpPr>
          <p:nvPr/>
        </p:nvSpPr>
        <p:spPr>
          <a:xfrm xmlns:a="http://schemas.openxmlformats.org/drawingml/2006/main" rot="-5400000">
            <a:off x="-847592" y="-1166980"/>
            <a:ext cx="2304785" cy="2333959"/>
          </a:xfrm>
          <a:custGeom xmlns:a="http://schemas.openxmlformats.org/drawingml/2006/main">
            <a:rect l="l" t="t" r="r" b="b"/>
            <a:pathLst>
              <a:path w="2304785" h="2333959">
                <a:moveTo>
                  <a:pt x="0" y="0"/>
                </a:moveTo>
                <a:lnTo>
                  <a:pt x="2304784" y="0"/>
                </a:lnTo>
                <a:lnTo>
                  <a:pt x="2304784" y="2333960"/>
                </a:lnTo>
                <a:lnTo>
                  <a:pt x="0" y="2333960"/>
                </a:lnTo>
                <a:lnTo>
                  <a:pt x="0" y="0"/>
                </a:lnTo>
                <a:close/>
              </a:path>
            </a:pathLst>
          </a:custGeom>
          <a:blipFill xmlns:a="http://schemas.openxmlformats.org/drawingml/2006/main">
            <a:blip xmlns:r="http://schemas.openxmlformats.org/officeDocument/2006/relationships" r:embed="Re9a5ddb6f3a64296">
              <a:extLst>
                <a:ext uri="{96DAC541-7B7A-43D3-8B79-37D633B846F1}">
                  <asvg:svgBlip xmlns:asvg="http://schemas.microsoft.com/office/drawing/2016/SVG/main" r:embed="R623aadcd926b48d4"/>
                </a:ext>
              </a:extLst>
            </a:blip>
            <a:stretch>
              <a:fillRect l="0" t="0" r="0" b="0"/>
            </a:stretch>
          </a:blipFill>
        </p:spPr>
      </p:sp>
      <p:sp>
        <p:nvSpPr>
          <p:cNvPr id="22" name="Freeform 22">
            <a:extLst xmlns:a="http://schemas.openxmlformats.org/drawingml/2006/main">
              <a:ext uri="{FF2B5EF4-FFF2-40B4-BE49-F238E27FC236}">
                <a16:creationId xmlns:a16="http://schemas.microsoft.com/office/drawing/2014/main" id="{CFDDEA64-C179-4400-9FCD-5BBCF63D2723}"/>
              </a:ext>
            </a:extLst>
          </p:cNvPr>
          <p:cNvSpPr>
            <a:spLocks xmlns:a="http://schemas.openxmlformats.org/drawingml/2006/main" noGrp="1"/>
          </p:cNvSpPr>
          <p:nvPr/>
        </p:nvSpPr>
        <p:spPr>
          <a:xfrm xmlns:a="http://schemas.openxmlformats.org/drawingml/2006/main">
            <a:off x="6727371" y="-785239"/>
            <a:ext cx="1699256" cy="1019554"/>
          </a:xfrm>
          <a:custGeom xmlns:a="http://schemas.openxmlformats.org/drawingml/2006/main">
            <a:rect l="l" t="t" r="r" b="b"/>
            <a:pathLst>
              <a:path w="1699256" h="1019554">
                <a:moveTo>
                  <a:pt x="0" y="0"/>
                </a:moveTo>
                <a:lnTo>
                  <a:pt x="1699257" y="0"/>
                </a:lnTo>
                <a:lnTo>
                  <a:pt x="1699257" y="1019554"/>
                </a:lnTo>
                <a:lnTo>
                  <a:pt x="0" y="1019554"/>
                </a:lnTo>
                <a:lnTo>
                  <a:pt x="0" y="0"/>
                </a:lnTo>
                <a:close/>
              </a:path>
            </a:pathLst>
          </a:custGeom>
          <a:blipFill xmlns:a="http://schemas.openxmlformats.org/drawingml/2006/main">
            <a:blip xmlns:r="http://schemas.openxmlformats.org/officeDocument/2006/relationships" r:embed="R6e41a038cd7142d4">
              <a:extLst>
                <a:ext uri="{96DAC541-7B7A-43D3-8B79-37D633B846F1}">
                  <asvg:svgBlip xmlns:asvg="http://schemas.microsoft.com/office/drawing/2016/SVG/main" r:embed="Ra9adeb641ab94396"/>
                </a:ext>
              </a:extLst>
            </a:blip>
            <a:stretch>
              <a:fillRect l="0" t="0" r="0" b="0"/>
            </a:stretch>
          </a:blipFill>
        </p:spPr>
      </p:sp>
      <p:sp>
        <p:nvSpPr>
          <p:cNvPr id="23" name="Freeform 23">
            <a:extLst xmlns:a="http://schemas.openxmlformats.org/drawingml/2006/main">
              <a:ext uri="{FF2B5EF4-FFF2-40B4-BE49-F238E27FC236}">
                <a16:creationId xmlns:a16="http://schemas.microsoft.com/office/drawing/2014/main" id="{5CEABBE6-C35B-4D7B-BA40-8758A3D08FE3}"/>
              </a:ext>
            </a:extLst>
          </p:cNvPr>
          <p:cNvSpPr>
            <a:spLocks xmlns:a="http://schemas.openxmlformats.org/drawingml/2006/main" noGrp="1"/>
          </p:cNvSpPr>
          <p:nvPr/>
        </p:nvSpPr>
        <p:spPr>
          <a:xfrm xmlns:a="http://schemas.openxmlformats.org/drawingml/2006/main">
            <a:off x="17774614" y="-137234"/>
            <a:ext cx="677531" cy="552187"/>
          </a:xfrm>
          <a:custGeom xmlns:a="http://schemas.openxmlformats.org/drawingml/2006/main">
            <a:rect l="l" t="t" r="r" b="b"/>
            <a:pathLst>
              <a:path w="677531" h="552187">
                <a:moveTo>
                  <a:pt x="0" y="0"/>
                </a:moveTo>
                <a:lnTo>
                  <a:pt x="677530" y="0"/>
                </a:lnTo>
                <a:lnTo>
                  <a:pt x="677530" y="552187"/>
                </a:lnTo>
                <a:lnTo>
                  <a:pt x="0" y="552187"/>
                </a:lnTo>
                <a:lnTo>
                  <a:pt x="0" y="0"/>
                </a:lnTo>
                <a:close/>
              </a:path>
            </a:pathLst>
          </a:custGeom>
          <a:blipFill xmlns:a="http://schemas.openxmlformats.org/drawingml/2006/main">
            <a:blip xmlns:r="http://schemas.openxmlformats.org/officeDocument/2006/relationships" r:embed="R5d8b37b62c624046">
              <a:extLst>
                <a:ext uri="{96DAC541-7B7A-43D3-8B79-37D633B846F1}">
                  <asvg:svgBlip xmlns:asvg="http://schemas.microsoft.com/office/drawing/2016/SVG/main" r:embed="R9c774fd202194cde"/>
                </a:ext>
              </a:extLst>
            </a:blip>
            <a:stretch>
              <a:fillRect l="0" t="0" r="0" b="0"/>
            </a:stretch>
          </a:blipFill>
        </p:spPr>
      </p:sp>
      <p:sp>
        <p:nvSpPr>
          <p:cNvPr id="24" name="Freeform 24">
            <a:extLst xmlns:a="http://schemas.openxmlformats.org/drawingml/2006/main">
              <a:ext uri="{FF2B5EF4-FFF2-40B4-BE49-F238E27FC236}">
                <a16:creationId xmlns:a16="http://schemas.microsoft.com/office/drawing/2014/main" id="{B2F1065D-F171-471B-A4D7-CD99F296B8F3}"/>
              </a:ext>
            </a:extLst>
          </p:cNvPr>
          <p:cNvSpPr>
            <a:spLocks xmlns:a="http://schemas.openxmlformats.org/drawingml/2006/main" noGrp="1"/>
          </p:cNvSpPr>
          <p:nvPr/>
        </p:nvSpPr>
        <p:spPr>
          <a:xfrm xmlns:a="http://schemas.openxmlformats.org/drawingml/2006/main">
            <a:off x="12390167" y="9982200"/>
            <a:ext cx="5897833" cy="1690155"/>
          </a:xfrm>
          <a:custGeom xmlns:a="http://schemas.openxmlformats.org/drawingml/2006/main">
            <a:rect l="l" t="t" r="r" b="b"/>
            <a:pathLst>
              <a:path w="5897833" h="1690155">
                <a:moveTo>
                  <a:pt x="0" y="0"/>
                </a:moveTo>
                <a:lnTo>
                  <a:pt x="5897833" y="0"/>
                </a:lnTo>
                <a:lnTo>
                  <a:pt x="5897833" y="1690155"/>
                </a:lnTo>
                <a:lnTo>
                  <a:pt x="0" y="1690155"/>
                </a:lnTo>
                <a:lnTo>
                  <a:pt x="0" y="0"/>
                </a:lnTo>
                <a:close/>
              </a:path>
            </a:pathLst>
          </a:custGeom>
          <a:blipFill xmlns:a="http://schemas.openxmlformats.org/drawingml/2006/main">
            <a:blip xmlns:r="http://schemas.openxmlformats.org/officeDocument/2006/relationships" r:embed="Ra907bc78945242fd">
              <a:extLst>
                <a:ext uri="{96DAC541-7B7A-43D3-8B79-37D633B846F1}">
                  <asvg:svgBlip xmlns:asvg="http://schemas.microsoft.com/office/drawing/2016/SVG/main" r:embed="R0b434bbb6bfa4947"/>
                </a:ext>
              </a:extLst>
            </a:blip>
            <a:stretch>
              <a:fillRect l="0" t="-189630" r="0" b="0"/>
            </a:stretch>
          </a:blipFill>
        </p:spPr>
      </p:sp>
      <p:sp>
        <p:nvSpPr>
          <p:cNvPr id="43" name="AutoShape 43">
            <a:extLst xmlns:a="http://schemas.openxmlformats.org/drawingml/2006/main">
              <a:ext uri="{FF2B5EF4-FFF2-40B4-BE49-F238E27FC236}">
                <a16:creationId xmlns:a16="http://schemas.microsoft.com/office/drawing/2014/main" id="{74BFDFC9-7D9D-43DE-9798-26C9180ADE98}"/>
              </a:ext>
            </a:extLst>
          </p:cNvPr>
          <p:cNvSpPr>
            <a:spLocks xmlns:a="http://schemas.openxmlformats.org/drawingml/2006/main" noGrp="1"/>
          </p:cNvSpPr>
          <p:nvPr/>
        </p:nvSpPr>
        <p:spPr>
          <a:xfrm xmlns:a="http://schemas.openxmlformats.org/drawingml/2006/main" rot="0" flipH="0" flipV="0">
            <a:off x="19049" y="9430869"/>
            <a:ext cx="18491267" cy="0"/>
          </a:xfrm>
          <a:prstGeom xmlns:a="http://schemas.openxmlformats.org/drawingml/2006/main" prst="line">
            <a:avLst/>
          </a:prstGeom>
          <a:ln xmlns:a="http://schemas.openxmlformats.org/drawingml/2006/main" w="50800" cap="flat">
            <a:solidFill>
              <a:srgbClr val="000000"/>
            </a:solidFill>
            <a:prstDash val="solid"/>
            <a:headEnd type="none" w="sm" len="sm"/>
            <a:tailEnd type="none" w="sm" len="sm"/>
          </a:ln>
        </p:spPr>
      </p:sp>
      <p:sp>
        <p:nvSpPr>
          <p:cNvPr id="44" name="Freeform 44">
            <a:extLst xmlns:a="http://schemas.openxmlformats.org/drawingml/2006/main">
              <a:ext uri="{FF2B5EF4-FFF2-40B4-BE49-F238E27FC236}">
                <a16:creationId xmlns:a16="http://schemas.microsoft.com/office/drawing/2014/main" id="{3AF0961A-585B-4876-8028-BD6FFD1E5BF8}"/>
              </a:ext>
            </a:extLst>
          </p:cNvPr>
          <p:cNvSpPr>
            <a:spLocks xmlns:a="http://schemas.openxmlformats.org/drawingml/2006/main" noGrp="1"/>
          </p:cNvSpPr>
          <p:nvPr/>
        </p:nvSpPr>
        <p:spPr>
          <a:xfrm xmlns:a="http://schemas.openxmlformats.org/drawingml/2006/main" rot="0" flipH="0" flipV="0">
            <a:off x="0" y="0"/>
            <a:ext cx="2367196" cy="2367196"/>
          </a:xfrm>
          <a:custGeom xmlns:a="http://schemas.openxmlformats.org/drawingml/2006/main">
            <a:rect l="l" t="t" r="r" b="b"/>
            <a:pathLst>
              <a:path w="3156262" h="3156262">
                <a:moveTo>
                  <a:pt x="0" y="0"/>
                </a:moveTo>
                <a:lnTo>
                  <a:pt x="3156262" y="0"/>
                </a:lnTo>
                <a:lnTo>
                  <a:pt x="3156262" y="3156262"/>
                </a:lnTo>
                <a:lnTo>
                  <a:pt x="0" y="3156262"/>
                </a:lnTo>
                <a:lnTo>
                  <a:pt x="0" y="0"/>
                </a:lnTo>
                <a:close/>
              </a:path>
            </a:pathLst>
          </a:custGeom>
          <a:blipFill xmlns:a="http://schemas.openxmlformats.org/drawingml/2006/main">
            <a:blip xmlns:r="http://schemas.openxmlformats.org/officeDocument/2006/relationships" r:embed="Rfafa345f795a4342"/>
            <a:stretch>
              <a:fillRect l="0" t="0" r="0" b="0"/>
            </a:stretch>
          </a:blipFill>
        </p:spPr>
      </p:sp>
      <p:sp>
        <p:nvSpPr>
          <p:cNvPr id="45" name="TextBox 45">
            <a:extLst xmlns:a="http://schemas.openxmlformats.org/drawingml/2006/main">
              <a:ext uri="{FF2B5EF4-FFF2-40B4-BE49-F238E27FC236}">
                <a16:creationId xmlns:a16="http://schemas.microsoft.com/office/drawing/2014/main" id="{A40CF246-1C37-42CF-AD0B-3D8B3651DE1E}"/>
              </a:ext>
            </a:extLst>
          </p:cNvPr>
          <p:cNvSpPr>
            <a:spLocks xmlns:a="http://schemas.openxmlformats.org/drawingml/2006/main" noGrp="1"/>
          </p:cNvSpPr>
          <p:nvPr/>
        </p:nvSpPr>
        <p:spPr>
          <a:xfrm xmlns:a="http://schemas.openxmlformats.org/drawingml/2006/main" rot="0" flipH="0" flipV="0">
            <a:off x="7423412" y="9617547"/>
            <a:ext cx="3541115" cy="438572"/>
          </a:xfrm>
          <a:prstGeom xmlns:a="http://schemas.openxmlformats.org/drawingml/2006/main" prst="rect">
            <a:avLst/>
          </a:prstGeom>
        </p:spPr>
        <p:txBody>
          <a:bodyPr xmlns:a="http://schemas.openxmlformats.org/drawingml/2006/main" wrap="square" lIns="0" tIns="0" rIns="0" bIns="0" anchor="t">
            <a:spAutoFit/>
          </a:bodyPr>
          <a:lstStyle xmlns:a="http://schemas.openxmlformats.org/drawingml/2006/main"/>
          <a:p xmlns:a="http://schemas.openxmlformats.org/drawingml/2006/main">
            <a:pPr algn="ctr">
              <a:lnSpc>
                <a:spcPts val="3649"/>
              </a:lnSpc>
              <a:spcBef>
                <a:spcPct val="0"/>
              </a:spcBef>
              <a:buNone/>
            </a:pPr>
            <a:r>
              <a:rPr sz="2606" b="1">
                <a:solidFill>
                  <a:srgbClr val="000000"/>
                </a:solidFill>
                <a:latin typeface="Canva Sans Bold"/>
                <a:ea typeface="Canva Sans Bold"/>
                <a:cs typeface="Canva Sans Bold"/>
              </a:rPr>
              <a:t>www.indiraicem.ac.in</a:t>
            </a:r>
            <a:endParaRPr sz="2606" b="1">
              <a:solidFill>
                <a:srgbClr val="000000"/>
              </a:solidFill>
              <a:latin typeface="Canva Sans Bold"/>
              <a:ea typeface="Canva Sans Bold"/>
              <a:cs typeface="Canva Sans Bold"/>
            </a:endParaRPr>
          </a:p>
        </p:txBody>
      </p:sp>
      <p:sp>
        <p:nvSpPr>
          <p:cNvPr id="46" name="text-8">
            <a:extLst xmlns:a="http://schemas.openxmlformats.org/drawingml/2006/main">
              <a:ext uri="{FF2B5EF4-FFF2-40B4-BE49-F238E27FC236}">
                <a16:creationId xmlns:a16="http://schemas.microsoft.com/office/drawing/2014/main" id="{89781BB5-B152-4350-ADE3-B005E71154B5}"/>
              </a:ext>
            </a:extLst>
          </p:cNvPr>
          <p:cNvSpPr>
            <a:spLocks xmlns:a="http://schemas.openxmlformats.org/drawingml/2006/main" noGrp="1"/>
          </p:cNvSpPr>
          <p:nvPr/>
        </p:nvSpPr>
        <p:spPr>
          <a:xfrm xmlns:a="http://schemas.openxmlformats.org/drawingml/2006/main">
            <a:off x="6705600" y="1285875"/>
            <a:ext cx="9144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4950" b="1">
                <a:solidFill>
                  <a:srgbClr val="075C64"/>
                </a:solidFill>
              </a:defRPr>
            </a:defPPr>
            <a:lvl1pPr algn="l">
              <a:defRPr sz="4950" b="1">
                <a:solidFill>
                  <a:srgbClr val="075C64"/>
                </a:solidFill>
              </a:defRPr>
            </a:lvl1pPr>
            <a:lvl2pPr algn="l">
              <a:defRPr sz="4950" b="1">
                <a:solidFill>
                  <a:srgbClr val="075C64"/>
                </a:solidFill>
              </a:defRPr>
            </a:lvl2pPr>
            <a:lvl3pPr algn="l">
              <a:defRPr sz="4950" b="1">
                <a:solidFill>
                  <a:srgbClr val="075C64"/>
                </a:solidFill>
              </a:defRPr>
            </a:lvl3pPr>
            <a:lvl4pPr algn="l">
              <a:defRPr sz="4950" b="1">
                <a:solidFill>
                  <a:srgbClr val="075C64"/>
                </a:solidFill>
              </a:defRPr>
            </a:lvl4pPr>
            <a:lvl5pPr algn="l">
              <a:defRPr sz="4950" b="1">
                <a:solidFill>
                  <a:srgbClr val="075C64"/>
                </a:solidFill>
              </a:defRPr>
            </a:lvl5pPr>
            <a:lvl6pPr algn="l">
              <a:defRPr sz="4950" b="1">
                <a:solidFill>
                  <a:srgbClr val="075C64"/>
                </a:solidFill>
              </a:defRPr>
            </a:lvl6pPr>
            <a:lvl7pPr algn="l">
              <a:defRPr sz="4950" b="1">
                <a:solidFill>
                  <a:srgbClr val="075C64"/>
                </a:solidFill>
              </a:defRPr>
            </a:lvl7pPr>
            <a:lvl8pPr algn="l">
              <a:defRPr sz="4950" b="1">
                <a:solidFill>
                  <a:srgbClr val="075C64"/>
                </a:solidFill>
              </a:defRPr>
            </a:lvl8pPr>
            <a:lvl9pPr algn="l">
              <a:defRPr sz="4950" b="1">
                <a:solidFill>
                  <a:srgbClr val="075C64"/>
                </a:solidFill>
              </a:defRPr>
            </a:lvl9pPr>
          </a:lstStyle>
          <a:p xmlns:a="http://schemas.openxmlformats.org/drawingml/2006/main">
            <a:pPr algn="l">
              <a:buNone/>
              <a:defRPr sz="4950" b="1">
                <a:solidFill>
                  <a:srgbClr val="075C64"/>
                </a:solidFill>
              </a:defRPr>
            </a:pPr>
            <a:r>
              <a:rPr sz="4950" b="1">
                <a:solidFill>
                  <a:srgbClr val="075C64"/>
                </a:solidFill>
              </a:rPr>
              <a:t>Agenda</a:t>
            </a:r>
          </a:p>
        </p:txBody>
      </p:sp>
      <p:sp>
        <p:nvSpPr>
          <p:cNvPr id="47" name="text-9">
            <a:extLst xmlns:a="http://schemas.openxmlformats.org/drawingml/2006/main">
              <a:ext uri="{FF2B5EF4-FFF2-40B4-BE49-F238E27FC236}">
                <a16:creationId xmlns:a16="http://schemas.microsoft.com/office/drawing/2014/main" id="{BD3FC68F-862C-4AD2-BBBD-D5B4E9ED60A0}"/>
              </a:ext>
            </a:extLst>
          </p:cNvPr>
          <p:cNvSpPr>
            <a:spLocks xmlns:a="http://schemas.openxmlformats.org/drawingml/2006/main" noGrp="1"/>
          </p:cNvSpPr>
          <p:nvPr/>
        </p:nvSpPr>
        <p:spPr>
          <a:xfrm xmlns:a="http://schemas.openxmlformats.org/drawingml/2006/main">
            <a:off x="6724650" y="3495675"/>
            <a:ext cx="35052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950" b="0">
                <a:solidFill>
                  <a:srgbClr val="FFFFFF"/>
                </a:solidFill>
              </a:defRPr>
            </a:defPPr>
            <a:lvl1pPr algn="l">
              <a:defRPr sz="1950" b="0">
                <a:solidFill>
                  <a:srgbClr val="FFFFFF"/>
                </a:solidFill>
              </a:defRPr>
            </a:lvl1pPr>
            <a:lvl2pPr algn="l">
              <a:defRPr sz="1950" b="0">
                <a:solidFill>
                  <a:srgbClr val="FFFFFF"/>
                </a:solidFill>
              </a:defRPr>
            </a:lvl2pPr>
            <a:lvl3pPr algn="l">
              <a:defRPr sz="1950" b="0">
                <a:solidFill>
                  <a:srgbClr val="FFFFFF"/>
                </a:solidFill>
              </a:defRPr>
            </a:lvl3pPr>
            <a:lvl4pPr algn="l">
              <a:defRPr sz="1950" b="0">
                <a:solidFill>
                  <a:srgbClr val="FFFFFF"/>
                </a:solidFill>
              </a:defRPr>
            </a:lvl4pPr>
            <a:lvl5pPr algn="l">
              <a:defRPr sz="1950" b="0">
                <a:solidFill>
                  <a:srgbClr val="FFFFFF"/>
                </a:solidFill>
              </a:defRPr>
            </a:lvl5pPr>
            <a:lvl6pPr algn="l">
              <a:defRPr sz="1950" b="0">
                <a:solidFill>
                  <a:srgbClr val="FFFFFF"/>
                </a:solidFill>
              </a:defRPr>
            </a:lvl6pPr>
            <a:lvl7pPr algn="l">
              <a:defRPr sz="1950" b="0">
                <a:solidFill>
                  <a:srgbClr val="FFFFFF"/>
                </a:solidFill>
              </a:defRPr>
            </a:lvl7pPr>
            <a:lvl8pPr algn="l">
              <a:defRPr sz="1950" b="0">
                <a:solidFill>
                  <a:srgbClr val="FFFFFF"/>
                </a:solidFill>
              </a:defRPr>
            </a:lvl8pPr>
            <a:lvl9pPr algn="l">
              <a:defRPr sz="1950" b="0">
                <a:solidFill>
                  <a:srgbClr val="FFFFFF"/>
                </a:solidFill>
              </a:defRPr>
            </a:lvl9pPr>
          </a:lstStyle>
          <a:p xmlns:a="http://schemas.openxmlformats.org/drawingml/2006/main">
            <a:pPr algn="l">
              <a:buNone/>
              <a:defRPr sz="1950" b="0">
                <a:solidFill>
                  <a:srgbClr val="FFFFFF"/>
                </a:solidFill>
              </a:defRPr>
            </a:pPr>
            <a:r>
              <a:rPr sz="1950" b="0">
                <a:solidFill>
                  <a:srgbClr val="FFFFFF"/>
                </a:solidFill>
              </a:rPr>
              <a:t>Introduction</a:t>
            </a:r>
          </a:p>
        </p:txBody>
      </p:sp>
      <p:sp>
        <p:nvSpPr>
          <p:cNvPr id="48" name="text-10">
            <a:extLst xmlns:a="http://schemas.openxmlformats.org/drawingml/2006/main">
              <a:ext uri="{FF2B5EF4-FFF2-40B4-BE49-F238E27FC236}">
                <a16:creationId xmlns:a16="http://schemas.microsoft.com/office/drawing/2014/main" id="{F5814E10-147E-44BB-B436-77C7A1F84C77}"/>
              </a:ext>
            </a:extLst>
          </p:cNvPr>
          <p:cNvSpPr>
            <a:spLocks xmlns:a="http://schemas.openxmlformats.org/drawingml/2006/main" noGrp="1"/>
          </p:cNvSpPr>
          <p:nvPr/>
        </p:nvSpPr>
        <p:spPr>
          <a:xfrm xmlns:a="http://schemas.openxmlformats.org/drawingml/2006/main">
            <a:off x="10391775" y="3590925"/>
            <a:ext cx="6572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r">
              <a:defRPr sz="2100" b="1">
                <a:solidFill>
                  <a:srgbClr val="FFFFFF"/>
                </a:solidFill>
              </a:defRPr>
            </a:defPPr>
            <a:lvl1pPr algn="r">
              <a:defRPr sz="2100" b="1">
                <a:solidFill>
                  <a:srgbClr val="FFFFFF"/>
                </a:solidFill>
              </a:defRPr>
            </a:lvl1pPr>
            <a:lvl2pPr algn="r">
              <a:defRPr sz="2100" b="1">
                <a:solidFill>
                  <a:srgbClr val="FFFFFF"/>
                </a:solidFill>
              </a:defRPr>
            </a:lvl2pPr>
            <a:lvl3pPr algn="r">
              <a:defRPr sz="2100" b="1">
                <a:solidFill>
                  <a:srgbClr val="FFFFFF"/>
                </a:solidFill>
              </a:defRPr>
            </a:lvl3pPr>
            <a:lvl4pPr algn="r">
              <a:defRPr sz="2100" b="1">
                <a:solidFill>
                  <a:srgbClr val="FFFFFF"/>
                </a:solidFill>
              </a:defRPr>
            </a:lvl4pPr>
            <a:lvl5pPr algn="r">
              <a:defRPr sz="2100" b="1">
                <a:solidFill>
                  <a:srgbClr val="FFFFFF"/>
                </a:solidFill>
              </a:defRPr>
            </a:lvl5pPr>
            <a:lvl6pPr algn="r">
              <a:defRPr sz="2100" b="1">
                <a:solidFill>
                  <a:srgbClr val="FFFFFF"/>
                </a:solidFill>
              </a:defRPr>
            </a:lvl6pPr>
            <a:lvl7pPr algn="r">
              <a:defRPr sz="2100" b="1">
                <a:solidFill>
                  <a:srgbClr val="FFFFFF"/>
                </a:solidFill>
              </a:defRPr>
            </a:lvl7pPr>
            <a:lvl8pPr algn="r">
              <a:defRPr sz="2100" b="1">
                <a:solidFill>
                  <a:srgbClr val="FFFFFF"/>
                </a:solidFill>
              </a:defRPr>
            </a:lvl8pPr>
            <a:lvl9pPr algn="r">
              <a:defRPr sz="2100" b="1">
                <a:solidFill>
                  <a:srgbClr val="FFFFFF"/>
                </a:solidFill>
              </a:defRPr>
            </a:lvl9pPr>
          </a:lstStyle>
          <a:p xmlns:a="http://schemas.openxmlformats.org/drawingml/2006/main">
            <a:pPr algn="r">
              <a:buNone/>
              <a:defRPr sz="2100" b="1">
                <a:solidFill>
                  <a:srgbClr val="FFFFFF"/>
                </a:solidFill>
              </a:defRPr>
            </a:pPr>
            <a:r>
              <a:rPr sz="2100" b="1">
                <a:solidFill>
                  <a:srgbClr val="FFFFFF"/>
                </a:solidFill>
              </a:rPr>
              <a:t>01</a:t>
            </a:r>
          </a:p>
        </p:txBody>
      </p:sp>
      <p:sp>
        <p:nvSpPr>
          <p:cNvPr id="49" name="text-11">
            <a:extLst xmlns:a="http://schemas.openxmlformats.org/drawingml/2006/main">
              <a:ext uri="{FF2B5EF4-FFF2-40B4-BE49-F238E27FC236}">
                <a16:creationId xmlns:a16="http://schemas.microsoft.com/office/drawing/2014/main" id="{0AE7C72B-4B14-4150-93AA-679A2CB0D93F}"/>
              </a:ext>
            </a:extLst>
          </p:cNvPr>
          <p:cNvSpPr>
            <a:spLocks xmlns:a="http://schemas.openxmlformats.org/drawingml/2006/main" noGrp="1"/>
          </p:cNvSpPr>
          <p:nvPr/>
        </p:nvSpPr>
        <p:spPr>
          <a:xfrm xmlns:a="http://schemas.openxmlformats.org/drawingml/2006/main">
            <a:off x="6724650" y="4543425"/>
            <a:ext cx="35052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950" b="0">
                <a:solidFill>
                  <a:srgbClr val="FFFFFF"/>
                </a:solidFill>
              </a:defRPr>
            </a:defPPr>
            <a:lvl1pPr algn="l">
              <a:defRPr sz="1950" b="0">
                <a:solidFill>
                  <a:srgbClr val="FFFFFF"/>
                </a:solidFill>
              </a:defRPr>
            </a:lvl1pPr>
            <a:lvl2pPr algn="l">
              <a:defRPr sz="1950" b="0">
                <a:solidFill>
                  <a:srgbClr val="FFFFFF"/>
                </a:solidFill>
              </a:defRPr>
            </a:lvl2pPr>
            <a:lvl3pPr algn="l">
              <a:defRPr sz="1950" b="0">
                <a:solidFill>
                  <a:srgbClr val="FFFFFF"/>
                </a:solidFill>
              </a:defRPr>
            </a:lvl3pPr>
            <a:lvl4pPr algn="l">
              <a:defRPr sz="1950" b="0">
                <a:solidFill>
                  <a:srgbClr val="FFFFFF"/>
                </a:solidFill>
              </a:defRPr>
            </a:lvl4pPr>
            <a:lvl5pPr algn="l">
              <a:defRPr sz="1950" b="0">
                <a:solidFill>
                  <a:srgbClr val="FFFFFF"/>
                </a:solidFill>
              </a:defRPr>
            </a:lvl5pPr>
            <a:lvl6pPr algn="l">
              <a:defRPr sz="1950" b="0">
                <a:solidFill>
                  <a:srgbClr val="FFFFFF"/>
                </a:solidFill>
              </a:defRPr>
            </a:lvl6pPr>
            <a:lvl7pPr algn="l">
              <a:defRPr sz="1950" b="0">
                <a:solidFill>
                  <a:srgbClr val="FFFFFF"/>
                </a:solidFill>
              </a:defRPr>
            </a:lvl7pPr>
            <a:lvl8pPr algn="l">
              <a:defRPr sz="1950" b="0">
                <a:solidFill>
                  <a:srgbClr val="FFFFFF"/>
                </a:solidFill>
              </a:defRPr>
            </a:lvl8pPr>
            <a:lvl9pPr algn="l">
              <a:defRPr sz="1950" b="0">
                <a:solidFill>
                  <a:srgbClr val="FFFFFF"/>
                </a:solidFill>
              </a:defRPr>
            </a:lvl9pPr>
          </a:lstStyle>
          <a:p xmlns:a="http://schemas.openxmlformats.org/drawingml/2006/main">
            <a:pPr algn="l">
              <a:buNone/>
              <a:defRPr sz="1950" b="0">
                <a:solidFill>
                  <a:srgbClr val="FFFFFF"/>
                </a:solidFill>
              </a:defRPr>
            </a:pPr>
            <a:r>
              <a:rPr sz="1950" b="0">
                <a:solidFill>
                  <a:srgbClr val="FFFFFF"/>
                </a:solidFill>
              </a:rPr>
              <a:t>Aim &amp; Objectives</a:t>
            </a:r>
          </a:p>
        </p:txBody>
      </p:sp>
      <p:sp>
        <p:nvSpPr>
          <p:cNvPr id="50" name="text-12">
            <a:extLst xmlns:a="http://schemas.openxmlformats.org/drawingml/2006/main">
              <a:ext uri="{FF2B5EF4-FFF2-40B4-BE49-F238E27FC236}">
                <a16:creationId xmlns:a16="http://schemas.microsoft.com/office/drawing/2014/main" id="{310C88CF-C9FD-4B0A-91D2-23E1C52F8F62}"/>
              </a:ext>
            </a:extLst>
          </p:cNvPr>
          <p:cNvSpPr>
            <a:spLocks xmlns:a="http://schemas.openxmlformats.org/drawingml/2006/main" noGrp="1"/>
          </p:cNvSpPr>
          <p:nvPr/>
        </p:nvSpPr>
        <p:spPr>
          <a:xfrm xmlns:a="http://schemas.openxmlformats.org/drawingml/2006/main">
            <a:off x="10391775" y="4638675"/>
            <a:ext cx="6572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r">
              <a:defRPr sz="2100" b="1">
                <a:solidFill>
                  <a:srgbClr val="FFFFFF"/>
                </a:solidFill>
              </a:defRPr>
            </a:defPPr>
            <a:lvl1pPr algn="r">
              <a:defRPr sz="2100" b="1">
                <a:solidFill>
                  <a:srgbClr val="FFFFFF"/>
                </a:solidFill>
              </a:defRPr>
            </a:lvl1pPr>
            <a:lvl2pPr algn="r">
              <a:defRPr sz="2100" b="1">
                <a:solidFill>
                  <a:srgbClr val="FFFFFF"/>
                </a:solidFill>
              </a:defRPr>
            </a:lvl2pPr>
            <a:lvl3pPr algn="r">
              <a:defRPr sz="2100" b="1">
                <a:solidFill>
                  <a:srgbClr val="FFFFFF"/>
                </a:solidFill>
              </a:defRPr>
            </a:lvl3pPr>
            <a:lvl4pPr algn="r">
              <a:defRPr sz="2100" b="1">
                <a:solidFill>
                  <a:srgbClr val="FFFFFF"/>
                </a:solidFill>
              </a:defRPr>
            </a:lvl4pPr>
            <a:lvl5pPr algn="r">
              <a:defRPr sz="2100" b="1">
                <a:solidFill>
                  <a:srgbClr val="FFFFFF"/>
                </a:solidFill>
              </a:defRPr>
            </a:lvl5pPr>
            <a:lvl6pPr algn="r">
              <a:defRPr sz="2100" b="1">
                <a:solidFill>
                  <a:srgbClr val="FFFFFF"/>
                </a:solidFill>
              </a:defRPr>
            </a:lvl6pPr>
            <a:lvl7pPr algn="r">
              <a:defRPr sz="2100" b="1">
                <a:solidFill>
                  <a:srgbClr val="FFFFFF"/>
                </a:solidFill>
              </a:defRPr>
            </a:lvl7pPr>
            <a:lvl8pPr algn="r">
              <a:defRPr sz="2100" b="1">
                <a:solidFill>
                  <a:srgbClr val="FFFFFF"/>
                </a:solidFill>
              </a:defRPr>
            </a:lvl8pPr>
            <a:lvl9pPr algn="r">
              <a:defRPr sz="2100" b="1">
                <a:solidFill>
                  <a:srgbClr val="FFFFFF"/>
                </a:solidFill>
              </a:defRPr>
            </a:lvl9pPr>
          </a:lstStyle>
          <a:p xmlns:a="http://schemas.openxmlformats.org/drawingml/2006/main">
            <a:pPr algn="r">
              <a:buNone/>
              <a:defRPr sz="2100" b="1">
                <a:solidFill>
                  <a:srgbClr val="FFFFFF"/>
                </a:solidFill>
              </a:defRPr>
            </a:pPr>
            <a:r>
              <a:rPr sz="2100" b="1">
                <a:solidFill>
                  <a:srgbClr val="FFFFFF"/>
                </a:solidFill>
              </a:rPr>
              <a:t>02</a:t>
            </a:r>
          </a:p>
        </p:txBody>
      </p:sp>
      <p:sp>
        <p:nvSpPr>
          <p:cNvPr id="51" name="text-13">
            <a:extLst xmlns:a="http://schemas.openxmlformats.org/drawingml/2006/main">
              <a:ext uri="{FF2B5EF4-FFF2-40B4-BE49-F238E27FC236}">
                <a16:creationId xmlns:a16="http://schemas.microsoft.com/office/drawing/2014/main" id="{0920F90A-A7ED-4F43-9EDB-2F3E49ABBBDF}"/>
              </a:ext>
            </a:extLst>
          </p:cNvPr>
          <p:cNvSpPr>
            <a:spLocks xmlns:a="http://schemas.openxmlformats.org/drawingml/2006/main" noGrp="1"/>
          </p:cNvSpPr>
          <p:nvPr/>
        </p:nvSpPr>
        <p:spPr>
          <a:xfrm xmlns:a="http://schemas.openxmlformats.org/drawingml/2006/main">
            <a:off x="6724650" y="5591175"/>
            <a:ext cx="35052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950" b="0">
                <a:solidFill>
                  <a:srgbClr val="FFFFFF"/>
                </a:solidFill>
              </a:defRPr>
            </a:defPPr>
            <a:lvl1pPr algn="l">
              <a:defRPr sz="1950" b="0">
                <a:solidFill>
                  <a:srgbClr val="FFFFFF"/>
                </a:solidFill>
              </a:defRPr>
            </a:lvl1pPr>
            <a:lvl2pPr algn="l">
              <a:defRPr sz="1950" b="0">
                <a:solidFill>
                  <a:srgbClr val="FFFFFF"/>
                </a:solidFill>
              </a:defRPr>
            </a:lvl2pPr>
            <a:lvl3pPr algn="l">
              <a:defRPr sz="1950" b="0">
                <a:solidFill>
                  <a:srgbClr val="FFFFFF"/>
                </a:solidFill>
              </a:defRPr>
            </a:lvl3pPr>
            <a:lvl4pPr algn="l">
              <a:defRPr sz="1950" b="0">
                <a:solidFill>
                  <a:srgbClr val="FFFFFF"/>
                </a:solidFill>
              </a:defRPr>
            </a:lvl4pPr>
            <a:lvl5pPr algn="l">
              <a:defRPr sz="1950" b="0">
                <a:solidFill>
                  <a:srgbClr val="FFFFFF"/>
                </a:solidFill>
              </a:defRPr>
            </a:lvl5pPr>
            <a:lvl6pPr algn="l">
              <a:defRPr sz="1950" b="0">
                <a:solidFill>
                  <a:srgbClr val="FFFFFF"/>
                </a:solidFill>
              </a:defRPr>
            </a:lvl6pPr>
            <a:lvl7pPr algn="l">
              <a:defRPr sz="1950" b="0">
                <a:solidFill>
                  <a:srgbClr val="FFFFFF"/>
                </a:solidFill>
              </a:defRPr>
            </a:lvl7pPr>
            <a:lvl8pPr algn="l">
              <a:defRPr sz="1950" b="0">
                <a:solidFill>
                  <a:srgbClr val="FFFFFF"/>
                </a:solidFill>
              </a:defRPr>
            </a:lvl8pPr>
            <a:lvl9pPr algn="l">
              <a:defRPr sz="1950" b="0">
                <a:solidFill>
                  <a:srgbClr val="FFFFFF"/>
                </a:solidFill>
              </a:defRPr>
            </a:lvl9pPr>
          </a:lstStyle>
          <a:p xmlns:a="http://schemas.openxmlformats.org/drawingml/2006/main">
            <a:pPr algn="l">
              <a:buNone/>
              <a:defRPr sz="1950" b="0">
                <a:solidFill>
                  <a:srgbClr val="FFFFFF"/>
                </a:solidFill>
              </a:defRPr>
            </a:pPr>
            <a:r>
              <a:rPr sz="1950" b="0">
                <a:solidFill>
                  <a:srgbClr val="FFFFFF"/>
                </a:solidFill>
              </a:rPr>
              <a:t>Tools Used</a:t>
            </a:r>
          </a:p>
        </p:txBody>
      </p:sp>
      <p:sp>
        <p:nvSpPr>
          <p:cNvPr id="52" name="text-14">
            <a:extLst xmlns:a="http://schemas.openxmlformats.org/drawingml/2006/main">
              <a:ext uri="{FF2B5EF4-FFF2-40B4-BE49-F238E27FC236}">
                <a16:creationId xmlns:a16="http://schemas.microsoft.com/office/drawing/2014/main" id="{B4541DB2-C14A-4375-94D1-4002BD961621}"/>
              </a:ext>
            </a:extLst>
          </p:cNvPr>
          <p:cNvSpPr>
            <a:spLocks xmlns:a="http://schemas.openxmlformats.org/drawingml/2006/main" noGrp="1"/>
          </p:cNvSpPr>
          <p:nvPr/>
        </p:nvSpPr>
        <p:spPr>
          <a:xfrm xmlns:a="http://schemas.openxmlformats.org/drawingml/2006/main">
            <a:off x="10391775" y="5686425"/>
            <a:ext cx="6572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r">
              <a:defRPr sz="2100" b="1">
                <a:solidFill>
                  <a:srgbClr val="FFFFFF"/>
                </a:solidFill>
              </a:defRPr>
            </a:defPPr>
            <a:lvl1pPr algn="r">
              <a:defRPr sz="2100" b="1">
                <a:solidFill>
                  <a:srgbClr val="FFFFFF"/>
                </a:solidFill>
              </a:defRPr>
            </a:lvl1pPr>
            <a:lvl2pPr algn="r">
              <a:defRPr sz="2100" b="1">
                <a:solidFill>
                  <a:srgbClr val="FFFFFF"/>
                </a:solidFill>
              </a:defRPr>
            </a:lvl2pPr>
            <a:lvl3pPr algn="r">
              <a:defRPr sz="2100" b="1">
                <a:solidFill>
                  <a:srgbClr val="FFFFFF"/>
                </a:solidFill>
              </a:defRPr>
            </a:lvl3pPr>
            <a:lvl4pPr algn="r">
              <a:defRPr sz="2100" b="1">
                <a:solidFill>
                  <a:srgbClr val="FFFFFF"/>
                </a:solidFill>
              </a:defRPr>
            </a:lvl4pPr>
            <a:lvl5pPr algn="r">
              <a:defRPr sz="2100" b="1">
                <a:solidFill>
                  <a:srgbClr val="FFFFFF"/>
                </a:solidFill>
              </a:defRPr>
            </a:lvl5pPr>
            <a:lvl6pPr algn="r">
              <a:defRPr sz="2100" b="1">
                <a:solidFill>
                  <a:srgbClr val="FFFFFF"/>
                </a:solidFill>
              </a:defRPr>
            </a:lvl6pPr>
            <a:lvl7pPr algn="r">
              <a:defRPr sz="2100" b="1">
                <a:solidFill>
                  <a:srgbClr val="FFFFFF"/>
                </a:solidFill>
              </a:defRPr>
            </a:lvl7pPr>
            <a:lvl8pPr algn="r">
              <a:defRPr sz="2100" b="1">
                <a:solidFill>
                  <a:srgbClr val="FFFFFF"/>
                </a:solidFill>
              </a:defRPr>
            </a:lvl8pPr>
            <a:lvl9pPr algn="r">
              <a:defRPr sz="2100" b="1">
                <a:solidFill>
                  <a:srgbClr val="FFFFFF"/>
                </a:solidFill>
              </a:defRPr>
            </a:lvl9pPr>
          </a:lstStyle>
          <a:p xmlns:a="http://schemas.openxmlformats.org/drawingml/2006/main">
            <a:pPr algn="r">
              <a:buNone/>
              <a:defRPr sz="2100" b="1">
                <a:solidFill>
                  <a:srgbClr val="FFFFFF"/>
                </a:solidFill>
              </a:defRPr>
            </a:pPr>
            <a:r>
              <a:rPr sz="2100" b="1">
                <a:solidFill>
                  <a:srgbClr val="FFFFFF"/>
                </a:solidFill>
              </a:rPr>
              <a:t>03</a:t>
            </a:r>
          </a:p>
        </p:txBody>
      </p:sp>
      <p:sp>
        <p:nvSpPr>
          <p:cNvPr id="53" name="text-15">
            <a:extLst xmlns:a="http://schemas.openxmlformats.org/drawingml/2006/main">
              <a:ext uri="{FF2B5EF4-FFF2-40B4-BE49-F238E27FC236}">
                <a16:creationId xmlns:a16="http://schemas.microsoft.com/office/drawing/2014/main" id="{A27DB535-4849-44F9-9735-C416E52D6649}"/>
              </a:ext>
            </a:extLst>
          </p:cNvPr>
          <p:cNvSpPr>
            <a:spLocks xmlns:a="http://schemas.openxmlformats.org/drawingml/2006/main" noGrp="1"/>
          </p:cNvSpPr>
          <p:nvPr/>
        </p:nvSpPr>
        <p:spPr>
          <a:xfrm xmlns:a="http://schemas.openxmlformats.org/drawingml/2006/main">
            <a:off x="6724650" y="6638925"/>
            <a:ext cx="35052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950" b="0">
                <a:solidFill>
                  <a:srgbClr val="FFFFFF"/>
                </a:solidFill>
              </a:defRPr>
            </a:defPPr>
            <a:lvl1pPr algn="l">
              <a:defRPr sz="1950" b="0">
                <a:solidFill>
                  <a:srgbClr val="FFFFFF"/>
                </a:solidFill>
              </a:defRPr>
            </a:lvl1pPr>
            <a:lvl2pPr algn="l">
              <a:defRPr sz="1950" b="0">
                <a:solidFill>
                  <a:srgbClr val="FFFFFF"/>
                </a:solidFill>
              </a:defRPr>
            </a:lvl2pPr>
            <a:lvl3pPr algn="l">
              <a:defRPr sz="1950" b="0">
                <a:solidFill>
                  <a:srgbClr val="FFFFFF"/>
                </a:solidFill>
              </a:defRPr>
            </a:lvl3pPr>
            <a:lvl4pPr algn="l">
              <a:defRPr sz="1950" b="0">
                <a:solidFill>
                  <a:srgbClr val="FFFFFF"/>
                </a:solidFill>
              </a:defRPr>
            </a:lvl4pPr>
            <a:lvl5pPr algn="l">
              <a:defRPr sz="1950" b="0">
                <a:solidFill>
                  <a:srgbClr val="FFFFFF"/>
                </a:solidFill>
              </a:defRPr>
            </a:lvl5pPr>
            <a:lvl6pPr algn="l">
              <a:defRPr sz="1950" b="0">
                <a:solidFill>
                  <a:srgbClr val="FFFFFF"/>
                </a:solidFill>
              </a:defRPr>
            </a:lvl6pPr>
            <a:lvl7pPr algn="l">
              <a:defRPr sz="1950" b="0">
                <a:solidFill>
                  <a:srgbClr val="FFFFFF"/>
                </a:solidFill>
              </a:defRPr>
            </a:lvl7pPr>
            <a:lvl8pPr algn="l">
              <a:defRPr sz="1950" b="0">
                <a:solidFill>
                  <a:srgbClr val="FFFFFF"/>
                </a:solidFill>
              </a:defRPr>
            </a:lvl8pPr>
            <a:lvl9pPr algn="l">
              <a:defRPr sz="1950" b="0">
                <a:solidFill>
                  <a:srgbClr val="FFFFFF"/>
                </a:solidFill>
              </a:defRPr>
            </a:lvl9pPr>
          </a:lstStyle>
          <a:p xmlns:a="http://schemas.openxmlformats.org/drawingml/2006/main">
            <a:pPr algn="l">
              <a:buNone/>
              <a:defRPr sz="1950" b="0">
                <a:solidFill>
                  <a:srgbClr val="FFFFFF"/>
                </a:solidFill>
              </a:defRPr>
            </a:pPr>
            <a:r>
              <a:rPr sz="1950" b="0">
                <a:solidFill>
                  <a:srgbClr val="FFFFFF"/>
                </a:solidFill>
              </a:rPr>
              <a:t>System Overview &amp;</a:t>
            </a:r>
          </a:p>
          <a:p xmlns:a="http://schemas.openxmlformats.org/drawingml/2006/main">
            <a:pPr algn="l">
              <a:buNone/>
              <a:defRPr sz="1950" b="0">
                <a:solidFill>
                  <a:srgbClr val="FFFFFF"/>
                </a:solidFill>
              </a:defRPr>
            </a:pPr>
            <a:r>
              <a:rPr sz="1950" b="0">
                <a:solidFill>
                  <a:srgbClr val="FFFFFF"/>
                </a:solidFill>
              </a:rPr>
              <a:t>Proposed Solution</a:t>
            </a:r>
          </a:p>
        </p:txBody>
      </p:sp>
      <p:sp>
        <p:nvSpPr>
          <p:cNvPr id="54" name="text-16">
            <a:extLst xmlns:a="http://schemas.openxmlformats.org/drawingml/2006/main">
              <a:ext uri="{FF2B5EF4-FFF2-40B4-BE49-F238E27FC236}">
                <a16:creationId xmlns:a16="http://schemas.microsoft.com/office/drawing/2014/main" id="{88806F88-9289-40E4-8053-636F0427BDCD}"/>
              </a:ext>
            </a:extLst>
          </p:cNvPr>
          <p:cNvSpPr>
            <a:spLocks xmlns:a="http://schemas.openxmlformats.org/drawingml/2006/main" noGrp="1"/>
          </p:cNvSpPr>
          <p:nvPr/>
        </p:nvSpPr>
        <p:spPr>
          <a:xfrm xmlns:a="http://schemas.openxmlformats.org/drawingml/2006/main">
            <a:off x="10391775" y="6734175"/>
            <a:ext cx="6572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r">
              <a:defRPr sz="2100" b="1">
                <a:solidFill>
                  <a:srgbClr val="FFFFFF"/>
                </a:solidFill>
              </a:defRPr>
            </a:defPPr>
            <a:lvl1pPr algn="r">
              <a:defRPr sz="2100" b="1">
                <a:solidFill>
                  <a:srgbClr val="FFFFFF"/>
                </a:solidFill>
              </a:defRPr>
            </a:lvl1pPr>
            <a:lvl2pPr algn="r">
              <a:defRPr sz="2100" b="1">
                <a:solidFill>
                  <a:srgbClr val="FFFFFF"/>
                </a:solidFill>
              </a:defRPr>
            </a:lvl2pPr>
            <a:lvl3pPr algn="r">
              <a:defRPr sz="2100" b="1">
                <a:solidFill>
                  <a:srgbClr val="FFFFFF"/>
                </a:solidFill>
              </a:defRPr>
            </a:lvl3pPr>
            <a:lvl4pPr algn="r">
              <a:defRPr sz="2100" b="1">
                <a:solidFill>
                  <a:srgbClr val="FFFFFF"/>
                </a:solidFill>
              </a:defRPr>
            </a:lvl4pPr>
            <a:lvl5pPr algn="r">
              <a:defRPr sz="2100" b="1">
                <a:solidFill>
                  <a:srgbClr val="FFFFFF"/>
                </a:solidFill>
              </a:defRPr>
            </a:lvl5pPr>
            <a:lvl6pPr algn="r">
              <a:defRPr sz="2100" b="1">
                <a:solidFill>
                  <a:srgbClr val="FFFFFF"/>
                </a:solidFill>
              </a:defRPr>
            </a:lvl6pPr>
            <a:lvl7pPr algn="r">
              <a:defRPr sz="2100" b="1">
                <a:solidFill>
                  <a:srgbClr val="FFFFFF"/>
                </a:solidFill>
              </a:defRPr>
            </a:lvl7pPr>
            <a:lvl8pPr algn="r">
              <a:defRPr sz="2100" b="1">
                <a:solidFill>
                  <a:srgbClr val="FFFFFF"/>
                </a:solidFill>
              </a:defRPr>
            </a:lvl8pPr>
            <a:lvl9pPr algn="r">
              <a:defRPr sz="2100" b="1">
                <a:solidFill>
                  <a:srgbClr val="FFFFFF"/>
                </a:solidFill>
              </a:defRPr>
            </a:lvl9pPr>
          </a:lstStyle>
          <a:p xmlns:a="http://schemas.openxmlformats.org/drawingml/2006/main">
            <a:pPr algn="r">
              <a:buNone/>
              <a:defRPr sz="2100" b="1">
                <a:solidFill>
                  <a:srgbClr val="FFFFFF"/>
                </a:solidFill>
              </a:defRPr>
            </a:pPr>
            <a:r>
              <a:rPr sz="2100" b="1">
                <a:solidFill>
                  <a:srgbClr val="FFFFFF"/>
                </a:solidFill>
              </a:rPr>
              <a:t>04</a:t>
            </a:r>
          </a:p>
        </p:txBody>
      </p:sp>
      <p:sp>
        <p:nvSpPr>
          <p:cNvPr id="55" name="text-17">
            <a:extLst xmlns:a="http://schemas.openxmlformats.org/drawingml/2006/main">
              <a:ext uri="{FF2B5EF4-FFF2-40B4-BE49-F238E27FC236}">
                <a16:creationId xmlns:a16="http://schemas.microsoft.com/office/drawing/2014/main" id="{57683510-A906-4503-8C2C-446FB03BB659}"/>
              </a:ext>
            </a:extLst>
          </p:cNvPr>
          <p:cNvSpPr>
            <a:spLocks xmlns:a="http://schemas.openxmlformats.org/drawingml/2006/main" noGrp="1"/>
          </p:cNvSpPr>
          <p:nvPr/>
        </p:nvSpPr>
        <p:spPr>
          <a:xfrm xmlns:a="http://schemas.openxmlformats.org/drawingml/2006/main">
            <a:off x="12382500" y="3495675"/>
            <a:ext cx="35052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950" b="0">
                <a:solidFill>
                  <a:srgbClr val="FFFFFF"/>
                </a:solidFill>
              </a:defRPr>
            </a:defPPr>
            <a:lvl1pPr algn="l">
              <a:defRPr sz="1950" b="0">
                <a:solidFill>
                  <a:srgbClr val="FFFFFF"/>
                </a:solidFill>
              </a:defRPr>
            </a:lvl1pPr>
            <a:lvl2pPr algn="l">
              <a:defRPr sz="1950" b="0">
                <a:solidFill>
                  <a:srgbClr val="FFFFFF"/>
                </a:solidFill>
              </a:defRPr>
            </a:lvl2pPr>
            <a:lvl3pPr algn="l">
              <a:defRPr sz="1950" b="0">
                <a:solidFill>
                  <a:srgbClr val="FFFFFF"/>
                </a:solidFill>
              </a:defRPr>
            </a:lvl3pPr>
            <a:lvl4pPr algn="l">
              <a:defRPr sz="1950" b="0">
                <a:solidFill>
                  <a:srgbClr val="FFFFFF"/>
                </a:solidFill>
              </a:defRPr>
            </a:lvl4pPr>
            <a:lvl5pPr algn="l">
              <a:defRPr sz="1950" b="0">
                <a:solidFill>
                  <a:srgbClr val="FFFFFF"/>
                </a:solidFill>
              </a:defRPr>
            </a:lvl5pPr>
            <a:lvl6pPr algn="l">
              <a:defRPr sz="1950" b="0">
                <a:solidFill>
                  <a:srgbClr val="FFFFFF"/>
                </a:solidFill>
              </a:defRPr>
            </a:lvl6pPr>
            <a:lvl7pPr algn="l">
              <a:defRPr sz="1950" b="0">
                <a:solidFill>
                  <a:srgbClr val="FFFFFF"/>
                </a:solidFill>
              </a:defRPr>
            </a:lvl7pPr>
            <a:lvl8pPr algn="l">
              <a:defRPr sz="1950" b="0">
                <a:solidFill>
                  <a:srgbClr val="FFFFFF"/>
                </a:solidFill>
              </a:defRPr>
            </a:lvl8pPr>
            <a:lvl9pPr algn="l">
              <a:defRPr sz="1950" b="0">
                <a:solidFill>
                  <a:srgbClr val="FFFFFF"/>
                </a:solidFill>
              </a:defRPr>
            </a:lvl9pPr>
          </a:lstStyle>
          <a:p xmlns:a="http://schemas.openxmlformats.org/drawingml/2006/main">
            <a:pPr algn="l">
              <a:buNone/>
              <a:defRPr sz="1950" b="0">
                <a:solidFill>
                  <a:srgbClr val="FFFFFF"/>
                </a:solidFill>
              </a:defRPr>
            </a:pPr>
            <a:r>
              <a:rPr sz="1950" b="0">
                <a:solidFill>
                  <a:srgbClr val="FFFFFF"/>
                </a:solidFill>
              </a:rPr>
              <a:t>Implementation</a:t>
            </a:r>
          </a:p>
        </p:txBody>
      </p:sp>
      <p:sp>
        <p:nvSpPr>
          <p:cNvPr id="56" name="text-18">
            <a:extLst xmlns:a="http://schemas.openxmlformats.org/drawingml/2006/main">
              <a:ext uri="{FF2B5EF4-FFF2-40B4-BE49-F238E27FC236}">
                <a16:creationId xmlns:a16="http://schemas.microsoft.com/office/drawing/2014/main" id="{11E4652E-3B2E-4A26-8ED6-BBAAD8C284F0}"/>
              </a:ext>
            </a:extLst>
          </p:cNvPr>
          <p:cNvSpPr>
            <a:spLocks xmlns:a="http://schemas.openxmlformats.org/drawingml/2006/main" noGrp="1"/>
          </p:cNvSpPr>
          <p:nvPr/>
        </p:nvSpPr>
        <p:spPr>
          <a:xfrm xmlns:a="http://schemas.openxmlformats.org/drawingml/2006/main">
            <a:off x="16049625" y="3590925"/>
            <a:ext cx="6572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r">
              <a:defRPr sz="2100" b="1">
                <a:solidFill>
                  <a:srgbClr val="FFFFFF"/>
                </a:solidFill>
              </a:defRPr>
            </a:defPPr>
            <a:lvl1pPr algn="r">
              <a:defRPr sz="2100" b="1">
                <a:solidFill>
                  <a:srgbClr val="FFFFFF"/>
                </a:solidFill>
              </a:defRPr>
            </a:lvl1pPr>
            <a:lvl2pPr algn="r">
              <a:defRPr sz="2100" b="1">
                <a:solidFill>
                  <a:srgbClr val="FFFFFF"/>
                </a:solidFill>
              </a:defRPr>
            </a:lvl2pPr>
            <a:lvl3pPr algn="r">
              <a:defRPr sz="2100" b="1">
                <a:solidFill>
                  <a:srgbClr val="FFFFFF"/>
                </a:solidFill>
              </a:defRPr>
            </a:lvl3pPr>
            <a:lvl4pPr algn="r">
              <a:defRPr sz="2100" b="1">
                <a:solidFill>
                  <a:srgbClr val="FFFFFF"/>
                </a:solidFill>
              </a:defRPr>
            </a:lvl4pPr>
            <a:lvl5pPr algn="r">
              <a:defRPr sz="2100" b="1">
                <a:solidFill>
                  <a:srgbClr val="FFFFFF"/>
                </a:solidFill>
              </a:defRPr>
            </a:lvl5pPr>
            <a:lvl6pPr algn="r">
              <a:defRPr sz="2100" b="1">
                <a:solidFill>
                  <a:srgbClr val="FFFFFF"/>
                </a:solidFill>
              </a:defRPr>
            </a:lvl6pPr>
            <a:lvl7pPr algn="r">
              <a:defRPr sz="2100" b="1">
                <a:solidFill>
                  <a:srgbClr val="FFFFFF"/>
                </a:solidFill>
              </a:defRPr>
            </a:lvl7pPr>
            <a:lvl8pPr algn="r">
              <a:defRPr sz="2100" b="1">
                <a:solidFill>
                  <a:srgbClr val="FFFFFF"/>
                </a:solidFill>
              </a:defRPr>
            </a:lvl8pPr>
            <a:lvl9pPr algn="r">
              <a:defRPr sz="2100" b="1">
                <a:solidFill>
                  <a:srgbClr val="FFFFFF"/>
                </a:solidFill>
              </a:defRPr>
            </a:lvl9pPr>
          </a:lstStyle>
          <a:p xmlns:a="http://schemas.openxmlformats.org/drawingml/2006/main">
            <a:pPr algn="r">
              <a:buNone/>
              <a:defRPr sz="2100" b="1">
                <a:solidFill>
                  <a:srgbClr val="FFFFFF"/>
                </a:solidFill>
              </a:defRPr>
            </a:pPr>
            <a:r>
              <a:rPr sz="2100" b="1">
                <a:solidFill>
                  <a:srgbClr val="FFFFFF"/>
                </a:solidFill>
              </a:rPr>
              <a:t>05</a:t>
            </a:r>
          </a:p>
        </p:txBody>
      </p:sp>
      <p:sp>
        <p:nvSpPr>
          <p:cNvPr id="57" name="text-19">
            <a:extLst xmlns:a="http://schemas.openxmlformats.org/drawingml/2006/main">
              <a:ext uri="{FF2B5EF4-FFF2-40B4-BE49-F238E27FC236}">
                <a16:creationId xmlns:a16="http://schemas.microsoft.com/office/drawing/2014/main" id="{F047F6C6-4D9F-4927-AED8-1A15CA682B09}"/>
              </a:ext>
            </a:extLst>
          </p:cNvPr>
          <p:cNvSpPr>
            <a:spLocks xmlns:a="http://schemas.openxmlformats.org/drawingml/2006/main" noGrp="1"/>
          </p:cNvSpPr>
          <p:nvPr/>
        </p:nvSpPr>
        <p:spPr>
          <a:xfrm xmlns:a="http://schemas.openxmlformats.org/drawingml/2006/main">
            <a:off x="12382500" y="4543425"/>
            <a:ext cx="35052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950" b="0">
                <a:solidFill>
                  <a:srgbClr val="FFFFFF"/>
                </a:solidFill>
              </a:defRPr>
            </a:defPPr>
            <a:lvl1pPr algn="l">
              <a:defRPr sz="1950" b="0">
                <a:solidFill>
                  <a:srgbClr val="FFFFFF"/>
                </a:solidFill>
              </a:defRPr>
            </a:lvl1pPr>
            <a:lvl2pPr algn="l">
              <a:defRPr sz="1950" b="0">
                <a:solidFill>
                  <a:srgbClr val="FFFFFF"/>
                </a:solidFill>
              </a:defRPr>
            </a:lvl2pPr>
            <a:lvl3pPr algn="l">
              <a:defRPr sz="1950" b="0">
                <a:solidFill>
                  <a:srgbClr val="FFFFFF"/>
                </a:solidFill>
              </a:defRPr>
            </a:lvl3pPr>
            <a:lvl4pPr algn="l">
              <a:defRPr sz="1950" b="0">
                <a:solidFill>
                  <a:srgbClr val="FFFFFF"/>
                </a:solidFill>
              </a:defRPr>
            </a:lvl4pPr>
            <a:lvl5pPr algn="l">
              <a:defRPr sz="1950" b="0">
                <a:solidFill>
                  <a:srgbClr val="FFFFFF"/>
                </a:solidFill>
              </a:defRPr>
            </a:lvl5pPr>
            <a:lvl6pPr algn="l">
              <a:defRPr sz="1950" b="0">
                <a:solidFill>
                  <a:srgbClr val="FFFFFF"/>
                </a:solidFill>
              </a:defRPr>
            </a:lvl6pPr>
            <a:lvl7pPr algn="l">
              <a:defRPr sz="1950" b="0">
                <a:solidFill>
                  <a:srgbClr val="FFFFFF"/>
                </a:solidFill>
              </a:defRPr>
            </a:lvl7pPr>
            <a:lvl8pPr algn="l">
              <a:defRPr sz="1950" b="0">
                <a:solidFill>
                  <a:srgbClr val="FFFFFF"/>
                </a:solidFill>
              </a:defRPr>
            </a:lvl8pPr>
            <a:lvl9pPr algn="l">
              <a:defRPr sz="1950" b="0">
                <a:solidFill>
                  <a:srgbClr val="FFFFFF"/>
                </a:solidFill>
              </a:defRPr>
            </a:lvl9pPr>
          </a:lstStyle>
          <a:p xmlns:a="http://schemas.openxmlformats.org/drawingml/2006/main">
            <a:pPr algn="l">
              <a:buNone/>
              <a:defRPr sz="1950" b="0">
                <a:solidFill>
                  <a:srgbClr val="FFFFFF"/>
                </a:solidFill>
              </a:defRPr>
            </a:pPr>
            <a:r>
              <a:rPr sz="1950" b="0">
                <a:solidFill>
                  <a:srgbClr val="FFFFFF"/>
                </a:solidFill>
              </a:rPr>
              <a:t>Applications</a:t>
            </a:r>
          </a:p>
        </p:txBody>
      </p:sp>
      <p:sp>
        <p:nvSpPr>
          <p:cNvPr id="58" name="text-20">
            <a:extLst xmlns:a="http://schemas.openxmlformats.org/drawingml/2006/main">
              <a:ext uri="{FF2B5EF4-FFF2-40B4-BE49-F238E27FC236}">
                <a16:creationId xmlns:a16="http://schemas.microsoft.com/office/drawing/2014/main" id="{69CB3CFD-8182-4421-B1BC-20F3EDA96EA2}"/>
              </a:ext>
            </a:extLst>
          </p:cNvPr>
          <p:cNvSpPr>
            <a:spLocks xmlns:a="http://schemas.openxmlformats.org/drawingml/2006/main" noGrp="1"/>
          </p:cNvSpPr>
          <p:nvPr/>
        </p:nvSpPr>
        <p:spPr>
          <a:xfrm xmlns:a="http://schemas.openxmlformats.org/drawingml/2006/main">
            <a:off x="16049625" y="4638675"/>
            <a:ext cx="6572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r">
              <a:defRPr sz="2100" b="1">
                <a:solidFill>
                  <a:srgbClr val="FFFFFF"/>
                </a:solidFill>
              </a:defRPr>
            </a:defPPr>
            <a:lvl1pPr algn="r">
              <a:defRPr sz="2100" b="1">
                <a:solidFill>
                  <a:srgbClr val="FFFFFF"/>
                </a:solidFill>
              </a:defRPr>
            </a:lvl1pPr>
            <a:lvl2pPr algn="r">
              <a:defRPr sz="2100" b="1">
                <a:solidFill>
                  <a:srgbClr val="FFFFFF"/>
                </a:solidFill>
              </a:defRPr>
            </a:lvl2pPr>
            <a:lvl3pPr algn="r">
              <a:defRPr sz="2100" b="1">
                <a:solidFill>
                  <a:srgbClr val="FFFFFF"/>
                </a:solidFill>
              </a:defRPr>
            </a:lvl3pPr>
            <a:lvl4pPr algn="r">
              <a:defRPr sz="2100" b="1">
                <a:solidFill>
                  <a:srgbClr val="FFFFFF"/>
                </a:solidFill>
              </a:defRPr>
            </a:lvl4pPr>
            <a:lvl5pPr algn="r">
              <a:defRPr sz="2100" b="1">
                <a:solidFill>
                  <a:srgbClr val="FFFFFF"/>
                </a:solidFill>
              </a:defRPr>
            </a:lvl5pPr>
            <a:lvl6pPr algn="r">
              <a:defRPr sz="2100" b="1">
                <a:solidFill>
                  <a:srgbClr val="FFFFFF"/>
                </a:solidFill>
              </a:defRPr>
            </a:lvl6pPr>
            <a:lvl7pPr algn="r">
              <a:defRPr sz="2100" b="1">
                <a:solidFill>
                  <a:srgbClr val="FFFFFF"/>
                </a:solidFill>
              </a:defRPr>
            </a:lvl7pPr>
            <a:lvl8pPr algn="r">
              <a:defRPr sz="2100" b="1">
                <a:solidFill>
                  <a:srgbClr val="FFFFFF"/>
                </a:solidFill>
              </a:defRPr>
            </a:lvl8pPr>
            <a:lvl9pPr algn="r">
              <a:defRPr sz="2100" b="1">
                <a:solidFill>
                  <a:srgbClr val="FFFFFF"/>
                </a:solidFill>
              </a:defRPr>
            </a:lvl9pPr>
          </a:lstStyle>
          <a:p xmlns:a="http://schemas.openxmlformats.org/drawingml/2006/main">
            <a:pPr algn="r">
              <a:buNone/>
              <a:defRPr sz="2100" b="1">
                <a:solidFill>
                  <a:srgbClr val="FFFFFF"/>
                </a:solidFill>
              </a:defRPr>
            </a:pPr>
            <a:r>
              <a:rPr sz="2100" b="1">
                <a:solidFill>
                  <a:srgbClr val="FFFFFF"/>
                </a:solidFill>
              </a:rPr>
              <a:t>06</a:t>
            </a:r>
          </a:p>
        </p:txBody>
      </p:sp>
      <p:sp>
        <p:nvSpPr>
          <p:cNvPr id="59" name="text-21">
            <a:extLst xmlns:a="http://schemas.openxmlformats.org/drawingml/2006/main">
              <a:ext uri="{FF2B5EF4-FFF2-40B4-BE49-F238E27FC236}">
                <a16:creationId xmlns:a16="http://schemas.microsoft.com/office/drawing/2014/main" id="{080F7C2F-1F8F-4377-8603-963B0EBC4BAF}"/>
              </a:ext>
            </a:extLst>
          </p:cNvPr>
          <p:cNvSpPr>
            <a:spLocks xmlns:a="http://schemas.openxmlformats.org/drawingml/2006/main" noGrp="1"/>
          </p:cNvSpPr>
          <p:nvPr/>
        </p:nvSpPr>
        <p:spPr>
          <a:xfrm xmlns:a="http://schemas.openxmlformats.org/drawingml/2006/main">
            <a:off x="12382500" y="5591175"/>
            <a:ext cx="35052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950" b="0">
                <a:solidFill>
                  <a:srgbClr val="FFFFFF"/>
                </a:solidFill>
              </a:defRPr>
            </a:defPPr>
            <a:lvl1pPr algn="l">
              <a:defRPr sz="1950" b="0">
                <a:solidFill>
                  <a:srgbClr val="FFFFFF"/>
                </a:solidFill>
              </a:defRPr>
            </a:lvl1pPr>
            <a:lvl2pPr algn="l">
              <a:defRPr sz="1950" b="0">
                <a:solidFill>
                  <a:srgbClr val="FFFFFF"/>
                </a:solidFill>
              </a:defRPr>
            </a:lvl2pPr>
            <a:lvl3pPr algn="l">
              <a:defRPr sz="1950" b="0">
                <a:solidFill>
                  <a:srgbClr val="FFFFFF"/>
                </a:solidFill>
              </a:defRPr>
            </a:lvl3pPr>
            <a:lvl4pPr algn="l">
              <a:defRPr sz="1950" b="0">
                <a:solidFill>
                  <a:srgbClr val="FFFFFF"/>
                </a:solidFill>
              </a:defRPr>
            </a:lvl4pPr>
            <a:lvl5pPr algn="l">
              <a:defRPr sz="1950" b="0">
                <a:solidFill>
                  <a:srgbClr val="FFFFFF"/>
                </a:solidFill>
              </a:defRPr>
            </a:lvl5pPr>
            <a:lvl6pPr algn="l">
              <a:defRPr sz="1950" b="0">
                <a:solidFill>
                  <a:srgbClr val="FFFFFF"/>
                </a:solidFill>
              </a:defRPr>
            </a:lvl6pPr>
            <a:lvl7pPr algn="l">
              <a:defRPr sz="1950" b="0">
                <a:solidFill>
                  <a:srgbClr val="FFFFFF"/>
                </a:solidFill>
              </a:defRPr>
            </a:lvl7pPr>
            <a:lvl8pPr algn="l">
              <a:defRPr sz="1950" b="0">
                <a:solidFill>
                  <a:srgbClr val="FFFFFF"/>
                </a:solidFill>
              </a:defRPr>
            </a:lvl8pPr>
            <a:lvl9pPr algn="l">
              <a:defRPr sz="1950" b="0">
                <a:solidFill>
                  <a:srgbClr val="FFFFFF"/>
                </a:solidFill>
              </a:defRPr>
            </a:lvl9pPr>
          </a:lstStyle>
          <a:p xmlns:a="http://schemas.openxmlformats.org/drawingml/2006/main">
            <a:pPr algn="l">
              <a:buNone/>
              <a:defRPr sz="1950" b="0">
                <a:solidFill>
                  <a:srgbClr val="FFFFFF"/>
                </a:solidFill>
              </a:defRPr>
            </a:pPr>
            <a:r>
              <a:rPr sz="1950" b="0">
                <a:solidFill>
                  <a:srgbClr val="FFFFFF"/>
                </a:solidFill>
              </a:rPr>
              <a:t>Future Scope</a:t>
            </a:r>
          </a:p>
        </p:txBody>
      </p:sp>
      <p:sp>
        <p:nvSpPr>
          <p:cNvPr id="60" name="text-22">
            <a:extLst xmlns:a="http://schemas.openxmlformats.org/drawingml/2006/main">
              <a:ext uri="{FF2B5EF4-FFF2-40B4-BE49-F238E27FC236}">
                <a16:creationId xmlns:a16="http://schemas.microsoft.com/office/drawing/2014/main" id="{C1165B5A-4D28-4B2C-918F-85AA2C6F9C8C}"/>
              </a:ext>
            </a:extLst>
          </p:cNvPr>
          <p:cNvSpPr>
            <a:spLocks xmlns:a="http://schemas.openxmlformats.org/drawingml/2006/main" noGrp="1"/>
          </p:cNvSpPr>
          <p:nvPr/>
        </p:nvSpPr>
        <p:spPr>
          <a:xfrm xmlns:a="http://schemas.openxmlformats.org/drawingml/2006/main">
            <a:off x="16049625" y="5686425"/>
            <a:ext cx="6572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r">
              <a:defRPr sz="2100" b="1">
                <a:solidFill>
                  <a:srgbClr val="FFFFFF"/>
                </a:solidFill>
              </a:defRPr>
            </a:defPPr>
            <a:lvl1pPr algn="r">
              <a:defRPr sz="2100" b="1">
                <a:solidFill>
                  <a:srgbClr val="FFFFFF"/>
                </a:solidFill>
              </a:defRPr>
            </a:lvl1pPr>
            <a:lvl2pPr algn="r">
              <a:defRPr sz="2100" b="1">
                <a:solidFill>
                  <a:srgbClr val="FFFFFF"/>
                </a:solidFill>
              </a:defRPr>
            </a:lvl2pPr>
            <a:lvl3pPr algn="r">
              <a:defRPr sz="2100" b="1">
                <a:solidFill>
                  <a:srgbClr val="FFFFFF"/>
                </a:solidFill>
              </a:defRPr>
            </a:lvl3pPr>
            <a:lvl4pPr algn="r">
              <a:defRPr sz="2100" b="1">
                <a:solidFill>
                  <a:srgbClr val="FFFFFF"/>
                </a:solidFill>
              </a:defRPr>
            </a:lvl4pPr>
            <a:lvl5pPr algn="r">
              <a:defRPr sz="2100" b="1">
                <a:solidFill>
                  <a:srgbClr val="FFFFFF"/>
                </a:solidFill>
              </a:defRPr>
            </a:lvl5pPr>
            <a:lvl6pPr algn="r">
              <a:defRPr sz="2100" b="1">
                <a:solidFill>
                  <a:srgbClr val="FFFFFF"/>
                </a:solidFill>
              </a:defRPr>
            </a:lvl6pPr>
            <a:lvl7pPr algn="r">
              <a:defRPr sz="2100" b="1">
                <a:solidFill>
                  <a:srgbClr val="FFFFFF"/>
                </a:solidFill>
              </a:defRPr>
            </a:lvl7pPr>
            <a:lvl8pPr algn="r">
              <a:defRPr sz="2100" b="1">
                <a:solidFill>
                  <a:srgbClr val="FFFFFF"/>
                </a:solidFill>
              </a:defRPr>
            </a:lvl8pPr>
            <a:lvl9pPr algn="r">
              <a:defRPr sz="2100" b="1">
                <a:solidFill>
                  <a:srgbClr val="FFFFFF"/>
                </a:solidFill>
              </a:defRPr>
            </a:lvl9pPr>
          </a:lstStyle>
          <a:p xmlns:a="http://schemas.openxmlformats.org/drawingml/2006/main">
            <a:pPr algn="r">
              <a:buNone/>
              <a:defRPr sz="2100" b="1">
                <a:solidFill>
                  <a:srgbClr val="FFFFFF"/>
                </a:solidFill>
              </a:defRPr>
            </a:pPr>
            <a:r>
              <a:rPr sz="2100" b="1">
                <a:solidFill>
                  <a:srgbClr val="FFFFFF"/>
                </a:solidFill>
              </a:rPr>
              <a:t>07</a:t>
            </a:r>
          </a:p>
        </p:txBody>
      </p:sp>
      <p:sp>
        <p:nvSpPr>
          <p:cNvPr id="61" name="text-23">
            <a:extLst xmlns:a="http://schemas.openxmlformats.org/drawingml/2006/main">
              <a:ext uri="{FF2B5EF4-FFF2-40B4-BE49-F238E27FC236}">
                <a16:creationId xmlns:a16="http://schemas.microsoft.com/office/drawing/2014/main" id="{02A05BB0-2CEA-4806-92A2-5866C1D2D043}"/>
              </a:ext>
            </a:extLst>
          </p:cNvPr>
          <p:cNvSpPr>
            <a:spLocks xmlns:a="http://schemas.openxmlformats.org/drawingml/2006/main" noGrp="1"/>
          </p:cNvSpPr>
          <p:nvPr/>
        </p:nvSpPr>
        <p:spPr>
          <a:xfrm xmlns:a="http://schemas.openxmlformats.org/drawingml/2006/main">
            <a:off x="12382500" y="6638925"/>
            <a:ext cx="35052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950" b="0">
                <a:solidFill>
                  <a:srgbClr val="FFFFFF"/>
                </a:solidFill>
              </a:defRPr>
            </a:defPPr>
            <a:lvl1pPr algn="l">
              <a:defRPr sz="1950" b="0">
                <a:solidFill>
                  <a:srgbClr val="FFFFFF"/>
                </a:solidFill>
              </a:defRPr>
            </a:lvl1pPr>
            <a:lvl2pPr algn="l">
              <a:defRPr sz="1950" b="0">
                <a:solidFill>
                  <a:srgbClr val="FFFFFF"/>
                </a:solidFill>
              </a:defRPr>
            </a:lvl2pPr>
            <a:lvl3pPr algn="l">
              <a:defRPr sz="1950" b="0">
                <a:solidFill>
                  <a:srgbClr val="FFFFFF"/>
                </a:solidFill>
              </a:defRPr>
            </a:lvl3pPr>
            <a:lvl4pPr algn="l">
              <a:defRPr sz="1950" b="0">
                <a:solidFill>
                  <a:srgbClr val="FFFFFF"/>
                </a:solidFill>
              </a:defRPr>
            </a:lvl4pPr>
            <a:lvl5pPr algn="l">
              <a:defRPr sz="1950" b="0">
                <a:solidFill>
                  <a:srgbClr val="FFFFFF"/>
                </a:solidFill>
              </a:defRPr>
            </a:lvl5pPr>
            <a:lvl6pPr algn="l">
              <a:defRPr sz="1950" b="0">
                <a:solidFill>
                  <a:srgbClr val="FFFFFF"/>
                </a:solidFill>
              </a:defRPr>
            </a:lvl6pPr>
            <a:lvl7pPr algn="l">
              <a:defRPr sz="1950" b="0">
                <a:solidFill>
                  <a:srgbClr val="FFFFFF"/>
                </a:solidFill>
              </a:defRPr>
            </a:lvl7pPr>
            <a:lvl8pPr algn="l">
              <a:defRPr sz="1950" b="0">
                <a:solidFill>
                  <a:srgbClr val="FFFFFF"/>
                </a:solidFill>
              </a:defRPr>
            </a:lvl8pPr>
            <a:lvl9pPr algn="l">
              <a:defRPr sz="1950" b="0">
                <a:solidFill>
                  <a:srgbClr val="FFFFFF"/>
                </a:solidFill>
              </a:defRPr>
            </a:lvl9pPr>
          </a:lstStyle>
          <a:p xmlns:a="http://schemas.openxmlformats.org/drawingml/2006/main">
            <a:pPr algn="l">
              <a:buNone/>
              <a:defRPr sz="1950" b="0">
                <a:solidFill>
                  <a:srgbClr val="FFFFFF"/>
                </a:solidFill>
              </a:defRPr>
            </a:pPr>
            <a:r>
              <a:rPr sz="1950" b="0">
                <a:solidFill>
                  <a:srgbClr val="FFFFFF"/>
                </a:solidFill>
              </a:rPr>
              <a:t>Conclusion &amp; References</a:t>
            </a:r>
          </a:p>
        </p:txBody>
      </p:sp>
      <p:sp>
        <p:nvSpPr>
          <p:cNvPr id="62" name="text-24">
            <a:extLst xmlns:a="http://schemas.openxmlformats.org/drawingml/2006/main">
              <a:ext uri="{FF2B5EF4-FFF2-40B4-BE49-F238E27FC236}">
                <a16:creationId xmlns:a16="http://schemas.microsoft.com/office/drawing/2014/main" id="{F1E5FA84-6C56-43AA-A9E2-5F43C1AF45CE}"/>
              </a:ext>
            </a:extLst>
          </p:cNvPr>
          <p:cNvSpPr>
            <a:spLocks xmlns:a="http://schemas.openxmlformats.org/drawingml/2006/main" noGrp="1"/>
          </p:cNvSpPr>
          <p:nvPr/>
        </p:nvSpPr>
        <p:spPr>
          <a:xfrm xmlns:a="http://schemas.openxmlformats.org/drawingml/2006/main">
            <a:off x="16049625" y="6734175"/>
            <a:ext cx="6572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r">
              <a:defRPr sz="2100" b="1">
                <a:solidFill>
                  <a:srgbClr val="FFFFFF"/>
                </a:solidFill>
              </a:defRPr>
            </a:defPPr>
            <a:lvl1pPr algn="r">
              <a:defRPr sz="2100" b="1">
                <a:solidFill>
                  <a:srgbClr val="FFFFFF"/>
                </a:solidFill>
              </a:defRPr>
            </a:lvl1pPr>
            <a:lvl2pPr algn="r">
              <a:defRPr sz="2100" b="1">
                <a:solidFill>
                  <a:srgbClr val="FFFFFF"/>
                </a:solidFill>
              </a:defRPr>
            </a:lvl2pPr>
            <a:lvl3pPr algn="r">
              <a:defRPr sz="2100" b="1">
                <a:solidFill>
                  <a:srgbClr val="FFFFFF"/>
                </a:solidFill>
              </a:defRPr>
            </a:lvl3pPr>
            <a:lvl4pPr algn="r">
              <a:defRPr sz="2100" b="1">
                <a:solidFill>
                  <a:srgbClr val="FFFFFF"/>
                </a:solidFill>
              </a:defRPr>
            </a:lvl4pPr>
            <a:lvl5pPr algn="r">
              <a:defRPr sz="2100" b="1">
                <a:solidFill>
                  <a:srgbClr val="FFFFFF"/>
                </a:solidFill>
              </a:defRPr>
            </a:lvl5pPr>
            <a:lvl6pPr algn="r">
              <a:defRPr sz="2100" b="1">
                <a:solidFill>
                  <a:srgbClr val="FFFFFF"/>
                </a:solidFill>
              </a:defRPr>
            </a:lvl6pPr>
            <a:lvl7pPr algn="r">
              <a:defRPr sz="2100" b="1">
                <a:solidFill>
                  <a:srgbClr val="FFFFFF"/>
                </a:solidFill>
              </a:defRPr>
            </a:lvl7pPr>
            <a:lvl8pPr algn="r">
              <a:defRPr sz="2100" b="1">
                <a:solidFill>
                  <a:srgbClr val="FFFFFF"/>
                </a:solidFill>
              </a:defRPr>
            </a:lvl8pPr>
            <a:lvl9pPr algn="r">
              <a:defRPr sz="2100" b="1">
                <a:solidFill>
                  <a:srgbClr val="FFFFFF"/>
                </a:solidFill>
              </a:defRPr>
            </a:lvl9pPr>
          </a:lstStyle>
          <a:p xmlns:a="http://schemas.openxmlformats.org/drawingml/2006/main">
            <a:pPr algn="r">
              <a:buNone/>
              <a:defRPr sz="2100" b="1">
                <a:solidFill>
                  <a:srgbClr val="FFFFFF"/>
                </a:solidFill>
              </a:defRPr>
            </a:pPr>
            <a:r>
              <a:rPr sz="2100" b="1">
                <a:solidFill>
                  <a:srgbClr val="FFFFFF"/>
                </a:solidFill>
              </a:rPr>
              <a:t>08</a:t>
            </a:r>
          </a:p>
        </p:txBody>
      </p:sp>
      <p:sp>
        <p:nvSpPr>
          <p:cNvPr id="63" name="text-25">
            <a:extLst xmlns:a="http://schemas.openxmlformats.org/drawingml/2006/main">
              <a:ext uri="{FF2B5EF4-FFF2-40B4-BE49-F238E27FC236}">
                <a16:creationId xmlns:a16="http://schemas.microsoft.com/office/drawing/2014/main" id="{3567E443-7E52-479E-B4D7-16C5980A482E}"/>
              </a:ext>
            </a:extLst>
          </p:cNvPr>
          <p:cNvSpPr>
            <a:spLocks xmlns:a="http://schemas.openxmlformats.org/drawingml/2006/main" noGrp="1"/>
          </p:cNvSpPr>
          <p:nvPr/>
        </p:nvSpPr>
        <p:spPr>
          <a:xfrm xmlns:a="http://schemas.openxmlformats.org/drawingml/2006/main">
            <a:off x="857250" y="9734550"/>
            <a:ext cx="190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500" b="1">
                <a:solidFill>
                  <a:srgbClr val="FFFFFF"/>
                </a:solidFill>
              </a:defRPr>
            </a:defPPr>
            <a:lvl1pPr algn="l">
              <a:defRPr sz="1500" b="1">
                <a:solidFill>
                  <a:srgbClr val="FFFFFF"/>
                </a:solidFill>
              </a:defRPr>
            </a:lvl1pPr>
            <a:lvl2pPr algn="l">
              <a:defRPr sz="1500" b="1">
                <a:solidFill>
                  <a:srgbClr val="FFFFFF"/>
                </a:solidFill>
              </a:defRPr>
            </a:lvl2pPr>
            <a:lvl3pPr algn="l">
              <a:defRPr sz="1500" b="1">
                <a:solidFill>
                  <a:srgbClr val="FFFFFF"/>
                </a:solidFill>
              </a:defRPr>
            </a:lvl3pPr>
            <a:lvl4pPr algn="l">
              <a:defRPr sz="1500" b="1">
                <a:solidFill>
                  <a:srgbClr val="FFFFFF"/>
                </a:solidFill>
              </a:defRPr>
            </a:lvl4pPr>
            <a:lvl5pPr algn="l">
              <a:defRPr sz="1500" b="1">
                <a:solidFill>
                  <a:srgbClr val="FFFFFF"/>
                </a:solidFill>
              </a:defRPr>
            </a:lvl5pPr>
            <a:lvl6pPr algn="l">
              <a:defRPr sz="1500" b="1">
                <a:solidFill>
                  <a:srgbClr val="FFFFFF"/>
                </a:solidFill>
              </a:defRPr>
            </a:lvl6pPr>
            <a:lvl7pPr algn="l">
              <a:defRPr sz="1500" b="1">
                <a:solidFill>
                  <a:srgbClr val="FFFFFF"/>
                </a:solidFill>
              </a:defRPr>
            </a:lvl7pPr>
            <a:lvl8pPr algn="l">
              <a:defRPr sz="1500" b="1">
                <a:solidFill>
                  <a:srgbClr val="FFFFFF"/>
                </a:solidFill>
              </a:defRPr>
            </a:lvl8pPr>
            <a:lvl9pPr algn="l">
              <a:defRPr sz="1500" b="1">
                <a:solidFill>
                  <a:srgbClr val="FFFFFF"/>
                </a:solidFill>
              </a:defRPr>
            </a:lvl9pPr>
          </a:lstStyle>
          <a:p xmlns:a="http://schemas.openxmlformats.org/drawingml/2006/main">
            <a:pPr algn="l">
              <a:buNone/>
              <a:defRPr sz="1500" b="1">
                <a:solidFill>
                  <a:srgbClr val="FFFFFF"/>
                </a:solidFill>
              </a:defRPr>
            </a:pPr>
            <a:r>
              <a:rPr sz="1500" b="1">
                <a:solidFill>
                  <a:srgbClr val="FFFFFF"/>
                </a:solidFill>
              </a:rPr>
              <a:t>02 / 08</a:t>
            </a:r>
          </a:p>
        </p:txBody>
      </p:sp>
    </p:spTree>
    <p:extLst>
      <p:ext uri="{BB962C8B-B14F-4D97-AF65-F5344CB8AC3E}">
        <p14:creationId xmlns:p14="http://schemas.microsoft.com/office/powerpoint/2010/main" val="849679383"/>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2" name="Freeform 2">
            <a:extLst xmlns:a="http://schemas.openxmlformats.org/drawingml/2006/main">
              <a:ext uri="{FF2B5EF4-FFF2-40B4-BE49-F238E27FC236}">
                <a16:creationId xmlns:a16="http://schemas.microsoft.com/office/drawing/2014/main" id="{411B2BA1-3C70-4DB7-B208-E5D4364F9F39}"/>
              </a:ext>
            </a:extLst>
          </p:cNvPr>
          <p:cNvSpPr>
            <a:spLocks xmlns:a="http://schemas.openxmlformats.org/drawingml/2006/main" noGrp="1"/>
          </p:cNvSpPr>
          <p:nvPr/>
        </p:nvSpPr>
        <p:spPr>
          <a:xfrm xmlns:a="http://schemas.openxmlformats.org/drawingml/2006/main">
            <a:off x="0" y="0"/>
            <a:ext cx="18288000" cy="10450286"/>
          </a:xfrm>
          <a:custGeom xmlns:a="http://schemas.openxmlformats.org/drawingml/2006/main">
            <a:rect l="l" t="t" r="r" b="b"/>
            <a:pathLst>
              <a:path w="18288000" h="10450286">
                <a:moveTo>
                  <a:pt x="0" y="0"/>
                </a:moveTo>
                <a:lnTo>
                  <a:pt x="18288000" y="0"/>
                </a:lnTo>
                <a:lnTo>
                  <a:pt x="18288000" y="10450286"/>
                </a:lnTo>
                <a:lnTo>
                  <a:pt x="0" y="10450286"/>
                </a:lnTo>
                <a:lnTo>
                  <a:pt x="0" y="0"/>
                </a:lnTo>
                <a:close/>
              </a:path>
            </a:pathLst>
          </a:custGeom>
          <a:blipFill xmlns:a="http://schemas.openxmlformats.org/drawingml/2006/main">
            <a:blip xmlns:r="http://schemas.openxmlformats.org/officeDocument/2006/relationships" r:embed="R84b91739dd714948">
              <a:alphaModFix amt="21999"/>
            </a:blip>
            <a:stretch>
              <a:fillRect l="0" t="0" r="0" b="0"/>
            </a:stretch>
          </a:blipFill>
        </p:spPr>
        <p:txBody>
          <a:bodyPr xmlns:a="http://schemas.openxmlformats.org/drawingml/2006/main"/>
          <a:lstStyle xmlns:a="http://schemas.openxmlformats.org/drawingml/2006/main"/>
          <a:p xmlns:a="http://schemas.openxmlformats.org/drawingml/2006/main"/>
        </p:txBody>
      </p:sp>
      <p:sp>
        <p:nvSpPr>
          <p:cNvPr id="4" name="AutoShape 4">
            <a:extLst xmlns:a="http://schemas.openxmlformats.org/drawingml/2006/main">
              <a:ext uri="{FF2B5EF4-FFF2-40B4-BE49-F238E27FC236}">
                <a16:creationId xmlns:a16="http://schemas.microsoft.com/office/drawing/2014/main" id="{7EB3D9F9-631A-4129-881A-6DB36C1D82E8}"/>
              </a:ext>
            </a:extLst>
          </p:cNvPr>
          <p:cNvSpPr>
            <a:spLocks xmlns:a="http://schemas.openxmlformats.org/drawingml/2006/main" noGrp="1"/>
          </p:cNvSpPr>
          <p:nvPr/>
        </p:nvSpPr>
        <p:spPr>
          <a:xfrm xmlns:a="http://schemas.openxmlformats.org/drawingml/2006/main" rot="0" flipH="0" flipV="0">
            <a:off x="19049" y="9430869"/>
            <a:ext cx="18491267" cy="0"/>
          </a:xfrm>
          <a:prstGeom xmlns:a="http://schemas.openxmlformats.org/drawingml/2006/main" prst="line">
            <a:avLst/>
          </a:prstGeom>
          <a:ln xmlns:a="http://schemas.openxmlformats.org/drawingml/2006/main" w="50800" cap="flat">
            <a:solidFill>
              <a:srgbClr val="000000"/>
            </a:solidFill>
            <a:prstDash val="solid"/>
            <a:headEnd type="none" w="sm" len="sm"/>
            <a:tailEnd type="none" w="sm" len="sm"/>
          </a:ln>
        </p:spPr>
      </p:sp>
      <p:sp>
        <p:nvSpPr>
          <p:cNvPr id="5" name="Freeform 5">
            <a:extLst xmlns:a="http://schemas.openxmlformats.org/drawingml/2006/main">
              <a:ext uri="{FF2B5EF4-FFF2-40B4-BE49-F238E27FC236}">
                <a16:creationId xmlns:a16="http://schemas.microsoft.com/office/drawing/2014/main" id="{58F0352D-9C29-46EB-85AB-076C80B523EC}"/>
              </a:ext>
            </a:extLst>
          </p:cNvPr>
          <p:cNvSpPr>
            <a:spLocks xmlns:a="http://schemas.openxmlformats.org/drawingml/2006/main" noGrp="1"/>
          </p:cNvSpPr>
          <p:nvPr/>
        </p:nvSpPr>
        <p:spPr>
          <a:xfrm xmlns:a="http://schemas.openxmlformats.org/drawingml/2006/main" rot="0" flipH="0" flipV="0">
            <a:off x="0" y="0"/>
            <a:ext cx="2367196" cy="2367196"/>
          </a:xfrm>
          <a:custGeom xmlns:a="http://schemas.openxmlformats.org/drawingml/2006/main">
            <a:rect l="l" t="t" r="r" b="b"/>
            <a:pathLst>
              <a:path w="3156262" h="3156262">
                <a:moveTo>
                  <a:pt x="0" y="0"/>
                </a:moveTo>
                <a:lnTo>
                  <a:pt x="3156262" y="0"/>
                </a:lnTo>
                <a:lnTo>
                  <a:pt x="3156262" y="3156262"/>
                </a:lnTo>
                <a:lnTo>
                  <a:pt x="0" y="3156262"/>
                </a:lnTo>
                <a:lnTo>
                  <a:pt x="0" y="0"/>
                </a:lnTo>
                <a:close/>
              </a:path>
            </a:pathLst>
          </a:custGeom>
          <a:blipFill xmlns:a="http://schemas.openxmlformats.org/drawingml/2006/main">
            <a:blip xmlns:r="http://schemas.openxmlformats.org/officeDocument/2006/relationships" r:embed="R28773d31ad6b4001"/>
            <a:stretch>
              <a:fillRect l="0" t="0" r="0" b="0"/>
            </a:stretch>
          </a:blipFill>
        </p:spPr>
      </p:sp>
      <p:sp>
        <p:nvSpPr>
          <p:cNvPr id="6" name="TextBox 6">
            <a:extLst xmlns:a="http://schemas.openxmlformats.org/drawingml/2006/main">
              <a:ext uri="{FF2B5EF4-FFF2-40B4-BE49-F238E27FC236}">
                <a16:creationId xmlns:a16="http://schemas.microsoft.com/office/drawing/2014/main" id="{4E3BFFC8-F5AE-4F59-B695-3EE2C0140CC9}"/>
              </a:ext>
            </a:extLst>
          </p:cNvPr>
          <p:cNvSpPr>
            <a:spLocks xmlns:a="http://schemas.openxmlformats.org/drawingml/2006/main" noGrp="1"/>
          </p:cNvSpPr>
          <p:nvPr/>
        </p:nvSpPr>
        <p:spPr>
          <a:xfrm xmlns:a="http://schemas.openxmlformats.org/drawingml/2006/main" rot="0" flipH="0" flipV="0">
            <a:off x="7423413" y="9617547"/>
            <a:ext cx="4082786" cy="438572"/>
          </a:xfrm>
          <a:prstGeom xmlns:a="http://schemas.openxmlformats.org/drawingml/2006/main" prst="rect">
            <a:avLst/>
          </a:prstGeom>
        </p:spPr>
        <p:txBody>
          <a:bodyPr xmlns:a="http://schemas.openxmlformats.org/drawingml/2006/main" wrap="square" lIns="0" tIns="0" rIns="0" bIns="0" anchor="t">
            <a:spAutoFit/>
          </a:bodyPr>
          <a:lstStyle xmlns:a="http://schemas.openxmlformats.org/drawingml/2006/main"/>
          <a:p xmlns:a="http://schemas.openxmlformats.org/drawingml/2006/main">
            <a:pPr algn="ctr">
              <a:lnSpc>
                <a:spcPts val="3649"/>
              </a:lnSpc>
              <a:spcBef>
                <a:spcPct val="0"/>
              </a:spcBef>
              <a:buNone/>
            </a:pPr>
            <a:r>
              <a:rPr sz="2606" b="1">
                <a:solidFill>
                  <a:srgbClr val="000000"/>
                </a:solidFill>
                <a:latin typeface="Canva Sans Bold"/>
                <a:ea typeface="Canva Sans Bold"/>
                <a:cs typeface="Canva Sans Bold"/>
              </a:rPr>
              <a:t>www.indiraicem.ac.in</a:t>
            </a:r>
            <a:endParaRPr sz="2606" b="1">
              <a:solidFill>
                <a:srgbClr val="000000"/>
              </a:solidFill>
              <a:latin typeface="Canva Sans Bold"/>
              <a:ea typeface="Canva Sans Bold"/>
              <a:cs typeface="Canva Sans Bold"/>
            </a:endParaRPr>
          </a:p>
        </p:txBody>
      </p:sp>
      <p:sp>
        <p:nvSpPr>
          <p:cNvPr id="7" name="text-26">
            <a:extLst xmlns:a="http://schemas.openxmlformats.org/drawingml/2006/main">
              <a:ext uri="{FF2B5EF4-FFF2-40B4-BE49-F238E27FC236}">
                <a16:creationId xmlns:a16="http://schemas.microsoft.com/office/drawing/2014/main" id="{2BFB8ECD-8A3F-433F-A202-856DBB0F47F8}"/>
              </a:ext>
            </a:extLst>
          </p:cNvPr>
          <p:cNvSpPr>
            <a:spLocks xmlns:a="http://schemas.openxmlformats.org/drawingml/2006/main" noGrp="1"/>
          </p:cNvSpPr>
          <p:nvPr/>
        </p:nvSpPr>
        <p:spPr>
          <a:xfrm xmlns:a="http://schemas.openxmlformats.org/drawingml/2006/main">
            <a:off x="2238375" y="628650"/>
            <a:ext cx="14859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3750" b="1">
                <a:solidFill>
                  <a:srgbClr val="12354E"/>
                </a:solidFill>
              </a:defRPr>
            </a:defPPr>
            <a:lvl1pPr algn="l">
              <a:defRPr sz="3750" b="1">
                <a:solidFill>
                  <a:srgbClr val="12354E"/>
                </a:solidFill>
              </a:defRPr>
            </a:lvl1pPr>
            <a:lvl2pPr algn="l">
              <a:defRPr sz="3750" b="1">
                <a:solidFill>
                  <a:srgbClr val="12354E"/>
                </a:solidFill>
              </a:defRPr>
            </a:lvl2pPr>
            <a:lvl3pPr algn="l">
              <a:defRPr sz="3750" b="1">
                <a:solidFill>
                  <a:srgbClr val="12354E"/>
                </a:solidFill>
              </a:defRPr>
            </a:lvl3pPr>
            <a:lvl4pPr algn="l">
              <a:defRPr sz="3750" b="1">
                <a:solidFill>
                  <a:srgbClr val="12354E"/>
                </a:solidFill>
              </a:defRPr>
            </a:lvl4pPr>
            <a:lvl5pPr algn="l">
              <a:defRPr sz="3750" b="1">
                <a:solidFill>
                  <a:srgbClr val="12354E"/>
                </a:solidFill>
              </a:defRPr>
            </a:lvl5pPr>
            <a:lvl6pPr algn="l">
              <a:defRPr sz="3750" b="1">
                <a:solidFill>
                  <a:srgbClr val="12354E"/>
                </a:solidFill>
              </a:defRPr>
            </a:lvl6pPr>
            <a:lvl7pPr algn="l">
              <a:defRPr sz="3750" b="1">
                <a:solidFill>
                  <a:srgbClr val="12354E"/>
                </a:solidFill>
              </a:defRPr>
            </a:lvl7pPr>
            <a:lvl8pPr algn="l">
              <a:defRPr sz="3750" b="1">
                <a:solidFill>
                  <a:srgbClr val="12354E"/>
                </a:solidFill>
              </a:defRPr>
            </a:lvl8pPr>
            <a:lvl9pPr algn="l">
              <a:defRPr sz="3750" b="1">
                <a:solidFill>
                  <a:srgbClr val="12354E"/>
                </a:solidFill>
              </a:defRPr>
            </a:lvl9pPr>
          </a:lstStyle>
          <a:p xmlns:a="http://schemas.openxmlformats.org/drawingml/2006/main">
            <a:pPr algn="l">
              <a:buNone/>
              <a:defRPr sz="3750" b="1">
                <a:solidFill>
                  <a:srgbClr val="12354E"/>
                </a:solidFill>
              </a:defRPr>
            </a:pPr>
            <a:r>
              <a:rPr sz="3750" b="1">
                <a:solidFill>
                  <a:srgbClr val="12354E"/>
                </a:solidFill>
              </a:rPr>
              <a:t>Introduction</a:t>
            </a:r>
          </a:p>
        </p:txBody>
      </p:sp>
      <p:sp>
        <p:nvSpPr>
          <p:cNvPr id="8" name="text-27">
            <a:extLst xmlns:a="http://schemas.openxmlformats.org/drawingml/2006/main">
              <a:ext uri="{FF2B5EF4-FFF2-40B4-BE49-F238E27FC236}">
                <a16:creationId xmlns:a16="http://schemas.microsoft.com/office/drawing/2014/main" id="{282155DE-AAAA-40DC-A791-A66A9B9EF433}"/>
              </a:ext>
            </a:extLst>
          </p:cNvPr>
          <p:cNvSpPr>
            <a:spLocks xmlns:a="http://schemas.openxmlformats.org/drawingml/2006/main" noGrp="1"/>
          </p:cNvSpPr>
          <p:nvPr/>
        </p:nvSpPr>
        <p:spPr>
          <a:xfrm xmlns:a="http://schemas.openxmlformats.org/drawingml/2006/main">
            <a:off x="2266950" y="1428750"/>
            <a:ext cx="1466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875" b="0">
                <a:solidFill>
                  <a:srgbClr val="557080"/>
                </a:solidFill>
              </a:defRPr>
            </a:defPPr>
            <a:lvl1pPr algn="l">
              <a:defRPr sz="1875" b="0">
                <a:solidFill>
                  <a:srgbClr val="557080"/>
                </a:solidFill>
              </a:defRPr>
            </a:lvl1pPr>
            <a:lvl2pPr algn="l">
              <a:defRPr sz="1875" b="0">
                <a:solidFill>
                  <a:srgbClr val="557080"/>
                </a:solidFill>
              </a:defRPr>
            </a:lvl2pPr>
            <a:lvl3pPr algn="l">
              <a:defRPr sz="1875" b="0">
                <a:solidFill>
                  <a:srgbClr val="557080"/>
                </a:solidFill>
              </a:defRPr>
            </a:lvl3pPr>
            <a:lvl4pPr algn="l">
              <a:defRPr sz="1875" b="0">
                <a:solidFill>
                  <a:srgbClr val="557080"/>
                </a:solidFill>
              </a:defRPr>
            </a:lvl4pPr>
            <a:lvl5pPr algn="l">
              <a:defRPr sz="1875" b="0">
                <a:solidFill>
                  <a:srgbClr val="557080"/>
                </a:solidFill>
              </a:defRPr>
            </a:lvl5pPr>
            <a:lvl6pPr algn="l">
              <a:defRPr sz="1875" b="0">
                <a:solidFill>
                  <a:srgbClr val="557080"/>
                </a:solidFill>
              </a:defRPr>
            </a:lvl6pPr>
            <a:lvl7pPr algn="l">
              <a:defRPr sz="1875" b="0">
                <a:solidFill>
                  <a:srgbClr val="557080"/>
                </a:solidFill>
              </a:defRPr>
            </a:lvl7pPr>
            <a:lvl8pPr algn="l">
              <a:defRPr sz="1875" b="0">
                <a:solidFill>
                  <a:srgbClr val="557080"/>
                </a:solidFill>
              </a:defRPr>
            </a:lvl8pPr>
            <a:lvl9pPr algn="l">
              <a:defRPr sz="1875" b="0">
                <a:solidFill>
                  <a:srgbClr val="557080"/>
                </a:solidFill>
              </a:defRPr>
            </a:lvl9pPr>
          </a:lstStyle>
          <a:p xmlns:a="http://schemas.openxmlformats.org/drawingml/2006/main">
            <a:pPr algn="l">
              <a:buNone/>
              <a:defRPr sz="1875" b="0">
                <a:solidFill>
                  <a:srgbClr val="557080"/>
                </a:solidFill>
              </a:defRPr>
            </a:pPr>
            <a:r>
              <a:rPr sz="1875" b="0">
                <a:solidFill>
                  <a:srgbClr val="557080"/>
                </a:solidFill>
              </a:rPr>
              <a:t>Study material is available. Contextual interaction is often missing.</a:t>
            </a:r>
          </a:p>
        </p:txBody>
      </p:sp>
      <p:sp>
        <p:nvSpPr>
          <p:cNvPr id="9" name="text-28">
            <a:extLst xmlns:a="http://schemas.openxmlformats.org/drawingml/2006/main">
              <a:ext uri="{FF2B5EF4-FFF2-40B4-BE49-F238E27FC236}">
                <a16:creationId xmlns:a16="http://schemas.microsoft.com/office/drawing/2014/main" id="{023F0D21-A569-46DF-A057-71DACDEBA5EF}"/>
              </a:ext>
            </a:extLst>
          </p:cNvPr>
          <p:cNvSpPr>
            <a:spLocks xmlns:a="http://schemas.openxmlformats.org/drawingml/2006/main" noGrp="1"/>
          </p:cNvSpPr>
          <p:nvPr/>
        </p:nvSpPr>
        <p:spPr>
          <a:xfrm xmlns:a="http://schemas.openxmlformats.org/drawingml/2006/main">
            <a:off x="904875" y="9715500"/>
            <a:ext cx="190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500" b="1">
                <a:solidFill>
                  <a:srgbClr val="075C64"/>
                </a:solidFill>
              </a:defRPr>
            </a:defPPr>
            <a:lvl1pPr algn="l">
              <a:defRPr sz="1500" b="1">
                <a:solidFill>
                  <a:srgbClr val="075C64"/>
                </a:solidFill>
              </a:defRPr>
            </a:lvl1pPr>
            <a:lvl2pPr algn="l">
              <a:defRPr sz="1500" b="1">
                <a:solidFill>
                  <a:srgbClr val="075C64"/>
                </a:solidFill>
              </a:defRPr>
            </a:lvl2pPr>
            <a:lvl3pPr algn="l">
              <a:defRPr sz="1500" b="1">
                <a:solidFill>
                  <a:srgbClr val="075C64"/>
                </a:solidFill>
              </a:defRPr>
            </a:lvl3pPr>
            <a:lvl4pPr algn="l">
              <a:defRPr sz="1500" b="1">
                <a:solidFill>
                  <a:srgbClr val="075C64"/>
                </a:solidFill>
              </a:defRPr>
            </a:lvl4pPr>
            <a:lvl5pPr algn="l">
              <a:defRPr sz="1500" b="1">
                <a:solidFill>
                  <a:srgbClr val="075C64"/>
                </a:solidFill>
              </a:defRPr>
            </a:lvl5pPr>
            <a:lvl6pPr algn="l">
              <a:defRPr sz="1500" b="1">
                <a:solidFill>
                  <a:srgbClr val="075C64"/>
                </a:solidFill>
              </a:defRPr>
            </a:lvl6pPr>
            <a:lvl7pPr algn="l">
              <a:defRPr sz="1500" b="1">
                <a:solidFill>
                  <a:srgbClr val="075C64"/>
                </a:solidFill>
              </a:defRPr>
            </a:lvl7pPr>
            <a:lvl8pPr algn="l">
              <a:defRPr sz="1500" b="1">
                <a:solidFill>
                  <a:srgbClr val="075C64"/>
                </a:solidFill>
              </a:defRPr>
            </a:lvl8pPr>
            <a:lvl9pPr algn="l">
              <a:defRPr sz="1500" b="1">
                <a:solidFill>
                  <a:srgbClr val="075C64"/>
                </a:solidFill>
              </a:defRPr>
            </a:lvl9pPr>
          </a:lstStyle>
          <a:p xmlns:a="http://schemas.openxmlformats.org/drawingml/2006/main">
            <a:pPr algn="l">
              <a:buNone/>
              <a:defRPr sz="1500" b="1">
                <a:solidFill>
                  <a:srgbClr val="075C64"/>
                </a:solidFill>
              </a:defRPr>
            </a:pPr>
            <a:r>
              <a:rPr sz="1500" b="1">
                <a:solidFill>
                  <a:srgbClr val="075C64"/>
                </a:solidFill>
              </a:rPr>
              <a:t>03 / 08</a:t>
            </a:r>
          </a:p>
        </p:txBody>
      </p:sp>
      <p:sp>
        <p:nvSpPr>
          <p:cNvPr id="10" name="text-29">
            <a:extLst xmlns:a="http://schemas.openxmlformats.org/drawingml/2006/main">
              <a:ext uri="{FF2B5EF4-FFF2-40B4-BE49-F238E27FC236}">
                <a16:creationId xmlns:a16="http://schemas.microsoft.com/office/drawing/2014/main" id="{7094CB4B-177A-48AD-BA3D-C1081C91F6FC}"/>
              </a:ext>
            </a:extLst>
          </p:cNvPr>
          <p:cNvSpPr>
            <a:spLocks xmlns:a="http://schemas.openxmlformats.org/drawingml/2006/main" noGrp="1"/>
          </p:cNvSpPr>
          <p:nvPr/>
        </p:nvSpPr>
        <p:spPr>
          <a:xfrm xmlns:a="http://schemas.openxmlformats.org/drawingml/2006/main">
            <a:off x="13239750" y="9734550"/>
            <a:ext cx="4191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125" b="0">
                <a:solidFill>
                  <a:srgbClr val="557080"/>
                </a:solidFill>
              </a:defRPr>
            </a:defPPr>
            <a:lvl1pPr algn="l">
              <a:defRPr sz="1125" b="0">
                <a:solidFill>
                  <a:srgbClr val="557080"/>
                </a:solidFill>
              </a:defRPr>
            </a:lvl1pPr>
            <a:lvl2pPr algn="l">
              <a:defRPr sz="1125" b="0">
                <a:solidFill>
                  <a:srgbClr val="557080"/>
                </a:solidFill>
              </a:defRPr>
            </a:lvl2pPr>
            <a:lvl3pPr algn="l">
              <a:defRPr sz="1125" b="0">
                <a:solidFill>
                  <a:srgbClr val="557080"/>
                </a:solidFill>
              </a:defRPr>
            </a:lvl3pPr>
            <a:lvl4pPr algn="l">
              <a:defRPr sz="1125" b="0">
                <a:solidFill>
                  <a:srgbClr val="557080"/>
                </a:solidFill>
              </a:defRPr>
            </a:lvl4pPr>
            <a:lvl5pPr algn="l">
              <a:defRPr sz="1125" b="0">
                <a:solidFill>
                  <a:srgbClr val="557080"/>
                </a:solidFill>
              </a:defRPr>
            </a:lvl5pPr>
            <a:lvl6pPr algn="l">
              <a:defRPr sz="1125" b="0">
                <a:solidFill>
                  <a:srgbClr val="557080"/>
                </a:solidFill>
              </a:defRPr>
            </a:lvl6pPr>
            <a:lvl7pPr algn="l">
              <a:defRPr sz="1125" b="0">
                <a:solidFill>
                  <a:srgbClr val="557080"/>
                </a:solidFill>
              </a:defRPr>
            </a:lvl7pPr>
            <a:lvl8pPr algn="l">
              <a:defRPr sz="1125" b="0">
                <a:solidFill>
                  <a:srgbClr val="557080"/>
                </a:solidFill>
              </a:defRPr>
            </a:lvl8pPr>
            <a:lvl9pPr algn="l">
              <a:defRPr sz="1125" b="0">
                <a:solidFill>
                  <a:srgbClr val="557080"/>
                </a:solidFill>
              </a:defRPr>
            </a:lvl9pPr>
          </a:lstStyle>
          <a:p xmlns:a="http://schemas.openxmlformats.org/drawingml/2006/main">
            <a:pPr algn="l">
              <a:buNone/>
              <a:defRPr sz="1125" b="0">
                <a:solidFill>
                  <a:srgbClr val="557080"/>
                </a:solidFill>
              </a:defRPr>
            </a:pPr>
            <a:r>
              <a:rPr sz="1125" b="0">
                <a:solidFill>
                  <a:srgbClr val="557080"/>
                </a:solidFill>
              </a:rPr>
              <a:t>EduVerse AI  ·  Mini Project Review–2</a:t>
            </a:r>
          </a:p>
        </p:txBody>
      </p:sp>
      <p:sp>
        <p:nvSpPr>
          <p:cNvPr id="11" name="panel-30">
            <a:extLst xmlns:a="http://schemas.openxmlformats.org/drawingml/2006/main">
              <a:ext uri="{FF2B5EF4-FFF2-40B4-BE49-F238E27FC236}">
                <a16:creationId xmlns:a16="http://schemas.microsoft.com/office/drawing/2014/main" id="{180CF77C-77A7-4A7A-B338-C7BE6597DD29}"/>
              </a:ext>
            </a:extLst>
          </p:cNvPr>
          <p:cNvSpPr>
            <a:spLocks xmlns:a="http://schemas.openxmlformats.org/drawingml/2006/main" noGrp="1"/>
          </p:cNvSpPr>
          <p:nvPr/>
        </p:nvSpPr>
        <p:spPr>
          <a:xfrm xmlns:a="http://schemas.openxmlformats.org/drawingml/2006/main">
            <a:off x="1095375" y="2247900"/>
            <a:ext cx="5334000" cy="5648325"/>
          </a:xfrm>
          <a:prstGeom xmlns:a="http://schemas.openxmlformats.org/drawingml/2006/main" prst="roundRect">
            <a:avLst>
              <a:gd name="adj" fmla="val 1786"/>
            </a:avLst>
          </a:prstGeom>
          <a:solidFill xmlns:a="http://schemas.openxmlformats.org/drawingml/2006/main">
            <a:srgbClr val="FFFFFF"/>
          </a:solidFill>
          <a:ln xmlns:a="http://schemas.openxmlformats.org/drawingml/2006/main" w="12383">
            <a:solidFill>
              <a:srgbClr val="C7E0E2"/>
            </a:solidFill>
          </a:ln>
        </p:spPr>
      </p:sp>
      <p:sp>
        <p:nvSpPr>
          <p:cNvPr id="12" name="text-31">
            <a:extLst xmlns:a="http://schemas.openxmlformats.org/drawingml/2006/main">
              <a:ext uri="{FF2B5EF4-FFF2-40B4-BE49-F238E27FC236}">
                <a16:creationId xmlns:a16="http://schemas.microsoft.com/office/drawing/2014/main" id="{7E6C02D8-217F-4E37-ACBA-6F26245546EC}"/>
              </a:ext>
            </a:extLst>
          </p:cNvPr>
          <p:cNvSpPr>
            <a:spLocks xmlns:a="http://schemas.openxmlformats.org/drawingml/2006/main" noGrp="1"/>
          </p:cNvSpPr>
          <p:nvPr/>
        </p:nvSpPr>
        <p:spPr>
          <a:xfrm xmlns:a="http://schemas.openxmlformats.org/drawingml/2006/main">
            <a:off x="1381125" y="2495550"/>
            <a:ext cx="476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875" b="1">
                <a:solidFill>
                  <a:srgbClr val="007F83"/>
                </a:solidFill>
              </a:defRPr>
            </a:defPPr>
            <a:lvl1pPr algn="l">
              <a:defRPr sz="1875" b="1">
                <a:solidFill>
                  <a:srgbClr val="007F83"/>
                </a:solidFill>
              </a:defRPr>
            </a:lvl1pPr>
            <a:lvl2pPr algn="l">
              <a:defRPr sz="1875" b="1">
                <a:solidFill>
                  <a:srgbClr val="007F83"/>
                </a:solidFill>
              </a:defRPr>
            </a:lvl2pPr>
            <a:lvl3pPr algn="l">
              <a:defRPr sz="1875" b="1">
                <a:solidFill>
                  <a:srgbClr val="007F83"/>
                </a:solidFill>
              </a:defRPr>
            </a:lvl3pPr>
            <a:lvl4pPr algn="l">
              <a:defRPr sz="1875" b="1">
                <a:solidFill>
                  <a:srgbClr val="007F83"/>
                </a:solidFill>
              </a:defRPr>
            </a:lvl4pPr>
            <a:lvl5pPr algn="l">
              <a:defRPr sz="1875" b="1">
                <a:solidFill>
                  <a:srgbClr val="007F83"/>
                </a:solidFill>
              </a:defRPr>
            </a:lvl5pPr>
            <a:lvl6pPr algn="l">
              <a:defRPr sz="1875" b="1">
                <a:solidFill>
                  <a:srgbClr val="007F83"/>
                </a:solidFill>
              </a:defRPr>
            </a:lvl6pPr>
            <a:lvl7pPr algn="l">
              <a:defRPr sz="1875" b="1">
                <a:solidFill>
                  <a:srgbClr val="007F83"/>
                </a:solidFill>
              </a:defRPr>
            </a:lvl7pPr>
            <a:lvl8pPr algn="l">
              <a:defRPr sz="1875" b="1">
                <a:solidFill>
                  <a:srgbClr val="007F83"/>
                </a:solidFill>
              </a:defRPr>
            </a:lvl8pPr>
            <a:lvl9pPr algn="l">
              <a:defRPr sz="1875" b="1">
                <a:solidFill>
                  <a:srgbClr val="007F83"/>
                </a:solidFill>
              </a:defRPr>
            </a:lvl9pPr>
          </a:lstStyle>
          <a:p xmlns:a="http://schemas.openxmlformats.org/drawingml/2006/main">
            <a:pPr algn="l">
              <a:buNone/>
              <a:defRPr sz="1875" b="1">
                <a:solidFill>
                  <a:srgbClr val="007F83"/>
                </a:solidFill>
              </a:defRPr>
            </a:pPr>
            <a:r>
              <a:rPr sz="1875" b="1">
                <a:solidFill>
                  <a:srgbClr val="007F83"/>
                </a:solidFill>
              </a:rPr>
              <a:t>THE PROBLEM</a:t>
            </a:r>
          </a:p>
        </p:txBody>
      </p:sp>
      <p:sp>
        <p:nvSpPr>
          <p:cNvPr id="13" name="panel-32">
            <a:extLst xmlns:a="http://schemas.openxmlformats.org/drawingml/2006/main">
              <a:ext uri="{FF2B5EF4-FFF2-40B4-BE49-F238E27FC236}">
                <a16:creationId xmlns:a16="http://schemas.microsoft.com/office/drawing/2014/main" id="{87ADB6F4-36A6-4CB5-A967-D1C2A92E8B14}"/>
              </a:ext>
            </a:extLst>
          </p:cNvPr>
          <p:cNvSpPr>
            <a:spLocks xmlns:a="http://schemas.openxmlformats.org/drawingml/2006/main" noGrp="1"/>
          </p:cNvSpPr>
          <p:nvPr/>
        </p:nvSpPr>
        <p:spPr>
          <a:xfrm xmlns:a="http://schemas.openxmlformats.org/drawingml/2006/main">
            <a:off x="6762750" y="2247900"/>
            <a:ext cx="3619500" cy="5648325"/>
          </a:xfrm>
          <a:prstGeom xmlns:a="http://schemas.openxmlformats.org/drawingml/2006/main" prst="roundRect">
            <a:avLst>
              <a:gd name="adj" fmla="val 2632"/>
            </a:avLst>
          </a:prstGeom>
          <a:solidFill xmlns:a="http://schemas.openxmlformats.org/drawingml/2006/main">
            <a:srgbClr val="FFFFFF"/>
          </a:solidFill>
          <a:ln xmlns:a="http://schemas.openxmlformats.org/drawingml/2006/main" w="12383">
            <a:solidFill>
              <a:srgbClr val="C7E0E2"/>
            </a:solidFill>
          </a:ln>
        </p:spPr>
      </p:sp>
      <p:sp>
        <p:nvSpPr>
          <p:cNvPr id="14" name="text-33">
            <a:extLst xmlns:a="http://schemas.openxmlformats.org/drawingml/2006/main">
              <a:ext uri="{FF2B5EF4-FFF2-40B4-BE49-F238E27FC236}">
                <a16:creationId xmlns:a16="http://schemas.microsoft.com/office/drawing/2014/main" id="{7F2B2DC6-1DA2-40B3-AB2F-FCA66D98289B}"/>
              </a:ext>
            </a:extLst>
          </p:cNvPr>
          <p:cNvSpPr>
            <a:spLocks xmlns:a="http://schemas.openxmlformats.org/drawingml/2006/main" noGrp="1"/>
          </p:cNvSpPr>
          <p:nvPr/>
        </p:nvSpPr>
        <p:spPr>
          <a:xfrm xmlns:a="http://schemas.openxmlformats.org/drawingml/2006/main">
            <a:off x="7048500" y="2495550"/>
            <a:ext cx="304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875" b="1">
                <a:solidFill>
                  <a:srgbClr val="007F83"/>
                </a:solidFill>
              </a:defRPr>
            </a:defPPr>
            <a:lvl1pPr algn="l">
              <a:defRPr sz="1875" b="1">
                <a:solidFill>
                  <a:srgbClr val="007F83"/>
                </a:solidFill>
              </a:defRPr>
            </a:lvl1pPr>
            <a:lvl2pPr algn="l">
              <a:defRPr sz="1875" b="1">
                <a:solidFill>
                  <a:srgbClr val="007F83"/>
                </a:solidFill>
              </a:defRPr>
            </a:lvl2pPr>
            <a:lvl3pPr algn="l">
              <a:defRPr sz="1875" b="1">
                <a:solidFill>
                  <a:srgbClr val="007F83"/>
                </a:solidFill>
              </a:defRPr>
            </a:lvl3pPr>
            <a:lvl4pPr algn="l">
              <a:defRPr sz="1875" b="1">
                <a:solidFill>
                  <a:srgbClr val="007F83"/>
                </a:solidFill>
              </a:defRPr>
            </a:lvl4pPr>
            <a:lvl5pPr algn="l">
              <a:defRPr sz="1875" b="1">
                <a:solidFill>
                  <a:srgbClr val="007F83"/>
                </a:solidFill>
              </a:defRPr>
            </a:lvl5pPr>
            <a:lvl6pPr algn="l">
              <a:defRPr sz="1875" b="1">
                <a:solidFill>
                  <a:srgbClr val="007F83"/>
                </a:solidFill>
              </a:defRPr>
            </a:lvl6pPr>
            <a:lvl7pPr algn="l">
              <a:defRPr sz="1875" b="1">
                <a:solidFill>
                  <a:srgbClr val="007F83"/>
                </a:solidFill>
              </a:defRPr>
            </a:lvl7pPr>
            <a:lvl8pPr algn="l">
              <a:defRPr sz="1875" b="1">
                <a:solidFill>
                  <a:srgbClr val="007F83"/>
                </a:solidFill>
              </a:defRPr>
            </a:lvl8pPr>
            <a:lvl9pPr algn="l">
              <a:defRPr sz="1875" b="1">
                <a:solidFill>
                  <a:srgbClr val="007F83"/>
                </a:solidFill>
              </a:defRPr>
            </a:lvl9pPr>
          </a:lstStyle>
          <a:p xmlns:a="http://schemas.openxmlformats.org/drawingml/2006/main">
            <a:pPr algn="l">
              <a:buNone/>
              <a:defRPr sz="1875" b="1">
                <a:solidFill>
                  <a:srgbClr val="007F83"/>
                </a:solidFill>
              </a:defRPr>
            </a:pPr>
            <a:r>
              <a:rPr sz="1875" b="1">
                <a:solidFill>
                  <a:srgbClr val="007F83"/>
                </a:solidFill>
              </a:rPr>
              <a:t>THE GAP</a:t>
            </a:r>
          </a:p>
        </p:txBody>
      </p:sp>
      <p:sp>
        <p:nvSpPr>
          <p:cNvPr id="15" name="panel-34">
            <a:extLst xmlns:a="http://schemas.openxmlformats.org/drawingml/2006/main">
              <a:ext uri="{FF2B5EF4-FFF2-40B4-BE49-F238E27FC236}">
                <a16:creationId xmlns:a16="http://schemas.microsoft.com/office/drawing/2014/main" id="{B40227E8-5686-4B4E-804F-0DE99845D10A}"/>
              </a:ext>
            </a:extLst>
          </p:cNvPr>
          <p:cNvSpPr>
            <a:spLocks xmlns:a="http://schemas.openxmlformats.org/drawingml/2006/main" noGrp="1"/>
          </p:cNvSpPr>
          <p:nvPr/>
        </p:nvSpPr>
        <p:spPr>
          <a:xfrm xmlns:a="http://schemas.openxmlformats.org/drawingml/2006/main">
            <a:off x="10715625" y="2247900"/>
            <a:ext cx="6477000" cy="5648325"/>
          </a:xfrm>
          <a:prstGeom xmlns:a="http://schemas.openxmlformats.org/drawingml/2006/main" prst="roundRect">
            <a:avLst>
              <a:gd name="adj" fmla="val 1686"/>
            </a:avLst>
          </a:prstGeom>
          <a:solidFill xmlns:a="http://schemas.openxmlformats.org/drawingml/2006/main">
            <a:srgbClr val="FFFFFF"/>
          </a:solidFill>
          <a:ln xmlns:a="http://schemas.openxmlformats.org/drawingml/2006/main" w="12383">
            <a:solidFill>
              <a:srgbClr val="C7E0E2"/>
            </a:solidFill>
          </a:ln>
        </p:spPr>
      </p:sp>
      <p:sp>
        <p:nvSpPr>
          <p:cNvPr id="16" name="text-35">
            <a:extLst xmlns:a="http://schemas.openxmlformats.org/drawingml/2006/main">
              <a:ext uri="{FF2B5EF4-FFF2-40B4-BE49-F238E27FC236}">
                <a16:creationId xmlns:a16="http://schemas.microsoft.com/office/drawing/2014/main" id="{A0AFE661-1849-4CCA-8F89-2166557B4222}"/>
              </a:ext>
            </a:extLst>
          </p:cNvPr>
          <p:cNvSpPr>
            <a:spLocks xmlns:a="http://schemas.openxmlformats.org/drawingml/2006/main" noGrp="1"/>
          </p:cNvSpPr>
          <p:nvPr/>
        </p:nvSpPr>
        <p:spPr>
          <a:xfrm xmlns:a="http://schemas.openxmlformats.org/drawingml/2006/main">
            <a:off x="11001375" y="2495550"/>
            <a:ext cx="5905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875" b="1">
                <a:solidFill>
                  <a:srgbClr val="007F83"/>
                </a:solidFill>
              </a:defRPr>
            </a:defPPr>
            <a:lvl1pPr algn="l">
              <a:defRPr sz="1875" b="1">
                <a:solidFill>
                  <a:srgbClr val="007F83"/>
                </a:solidFill>
              </a:defRPr>
            </a:lvl1pPr>
            <a:lvl2pPr algn="l">
              <a:defRPr sz="1875" b="1">
                <a:solidFill>
                  <a:srgbClr val="007F83"/>
                </a:solidFill>
              </a:defRPr>
            </a:lvl2pPr>
            <a:lvl3pPr algn="l">
              <a:defRPr sz="1875" b="1">
                <a:solidFill>
                  <a:srgbClr val="007F83"/>
                </a:solidFill>
              </a:defRPr>
            </a:lvl3pPr>
            <a:lvl4pPr algn="l">
              <a:defRPr sz="1875" b="1">
                <a:solidFill>
                  <a:srgbClr val="007F83"/>
                </a:solidFill>
              </a:defRPr>
            </a:lvl4pPr>
            <a:lvl5pPr algn="l">
              <a:defRPr sz="1875" b="1">
                <a:solidFill>
                  <a:srgbClr val="007F83"/>
                </a:solidFill>
              </a:defRPr>
            </a:lvl5pPr>
            <a:lvl6pPr algn="l">
              <a:defRPr sz="1875" b="1">
                <a:solidFill>
                  <a:srgbClr val="007F83"/>
                </a:solidFill>
              </a:defRPr>
            </a:lvl6pPr>
            <a:lvl7pPr algn="l">
              <a:defRPr sz="1875" b="1">
                <a:solidFill>
                  <a:srgbClr val="007F83"/>
                </a:solidFill>
              </a:defRPr>
            </a:lvl7pPr>
            <a:lvl8pPr algn="l">
              <a:defRPr sz="1875" b="1">
                <a:solidFill>
                  <a:srgbClr val="007F83"/>
                </a:solidFill>
              </a:defRPr>
            </a:lvl8pPr>
            <a:lvl9pPr algn="l">
              <a:defRPr sz="1875" b="1">
                <a:solidFill>
                  <a:srgbClr val="007F83"/>
                </a:solidFill>
              </a:defRPr>
            </a:lvl9pPr>
          </a:lstStyle>
          <a:p xmlns:a="http://schemas.openxmlformats.org/drawingml/2006/main">
            <a:pPr algn="l">
              <a:buNone/>
              <a:defRPr sz="1875" b="1">
                <a:solidFill>
                  <a:srgbClr val="007F83"/>
                </a:solidFill>
              </a:defRPr>
            </a:pPr>
            <a:r>
              <a:rPr sz="1875" b="1">
                <a:solidFill>
                  <a:srgbClr val="007F83"/>
                </a:solidFill>
              </a:rPr>
              <a:t>OUR IDEA</a:t>
            </a:r>
          </a:p>
        </p:txBody>
      </p:sp>
      <p:pic>
        <p:nvPicPr>
          <p:cNvPr id="17" name="">
            <a:extLst xmlns:a="http://schemas.openxmlformats.org/drawingml/2006/main">
              <a:ext uri="{FF2B5EF4-FFF2-40B4-BE49-F238E27FC236}">
                <a16:creationId xmlns:a16="http://schemas.microsoft.com/office/drawing/2014/main" id="{7F3AA1F6-FB76-4DD8-90D4-B0C10B5FFD2A}"/>
              </a:ext>
            </a:extLst>
          </p:cNvPr>
          <p:cNvPicPr>
            <a:picLocks xmlns:a="http://schemas.openxmlformats.org/drawingml/2006/main" noChangeAspect="1"/>
          </p:cNvPicPr>
          <p:nvPr/>
        </p:nvPicPr>
        <p:blipFill>
          <a:blip xmlns:r="http://schemas.openxmlformats.org/officeDocument/2006/relationships" xmlns:a="http://schemas.openxmlformats.org/drawingml/2006/main" r:embed="R6ae0fcbb60c449c1"/>
          <a:stretch xmlns:a="http://schemas.openxmlformats.org/drawingml/2006/main"/>
        </p:blipFill>
        <p:spPr>
          <a:xfrm xmlns:a="http://schemas.openxmlformats.org/drawingml/2006/main">
            <a:off x="1381125" y="3495675"/>
            <a:ext cx="400050" cy="400050"/>
          </a:xfrm>
          <a:prstGeom xmlns:a="http://schemas.openxmlformats.org/drawingml/2006/main" prst="rect">
            <a:avLst/>
          </a:prstGeom>
        </p:spPr>
      </p:pic>
      <p:sp>
        <p:nvSpPr>
          <p:cNvPr id="18" name="text-36">
            <a:extLst xmlns:a="http://schemas.openxmlformats.org/drawingml/2006/main">
              <a:ext uri="{FF2B5EF4-FFF2-40B4-BE49-F238E27FC236}">
                <a16:creationId xmlns:a16="http://schemas.microsoft.com/office/drawing/2014/main" id="{7CB1C363-C588-468D-B531-C37C3F9B82E4}"/>
              </a:ext>
            </a:extLst>
          </p:cNvPr>
          <p:cNvSpPr>
            <a:spLocks xmlns:a="http://schemas.openxmlformats.org/drawingml/2006/main" noGrp="1"/>
          </p:cNvSpPr>
          <p:nvPr/>
        </p:nvSpPr>
        <p:spPr>
          <a:xfrm xmlns:a="http://schemas.openxmlformats.org/drawingml/2006/main">
            <a:off x="2009775" y="3429000"/>
            <a:ext cx="4048125"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100" b="0">
                <a:solidFill>
                  <a:srgbClr val="17364A"/>
                </a:solidFill>
              </a:defRPr>
            </a:defPPr>
            <a:lvl1pPr algn="l">
              <a:defRPr sz="2100" b="0">
                <a:solidFill>
                  <a:srgbClr val="17364A"/>
                </a:solidFill>
              </a:defRPr>
            </a:lvl1pPr>
            <a:lvl2pPr algn="l">
              <a:defRPr sz="2100" b="0">
                <a:solidFill>
                  <a:srgbClr val="17364A"/>
                </a:solidFill>
              </a:defRPr>
            </a:lvl2pPr>
            <a:lvl3pPr algn="l">
              <a:defRPr sz="2100" b="0">
                <a:solidFill>
                  <a:srgbClr val="17364A"/>
                </a:solidFill>
              </a:defRPr>
            </a:lvl3pPr>
            <a:lvl4pPr algn="l">
              <a:defRPr sz="2100" b="0">
                <a:solidFill>
                  <a:srgbClr val="17364A"/>
                </a:solidFill>
              </a:defRPr>
            </a:lvl4pPr>
            <a:lvl5pPr algn="l">
              <a:defRPr sz="2100" b="0">
                <a:solidFill>
                  <a:srgbClr val="17364A"/>
                </a:solidFill>
              </a:defRPr>
            </a:lvl5pPr>
            <a:lvl6pPr algn="l">
              <a:defRPr sz="2100" b="0">
                <a:solidFill>
                  <a:srgbClr val="17364A"/>
                </a:solidFill>
              </a:defRPr>
            </a:lvl6pPr>
            <a:lvl7pPr algn="l">
              <a:defRPr sz="2100" b="0">
                <a:solidFill>
                  <a:srgbClr val="17364A"/>
                </a:solidFill>
              </a:defRPr>
            </a:lvl7pPr>
            <a:lvl8pPr algn="l">
              <a:defRPr sz="2100" b="0">
                <a:solidFill>
                  <a:srgbClr val="17364A"/>
                </a:solidFill>
              </a:defRPr>
            </a:lvl8pPr>
            <a:lvl9pPr algn="l">
              <a:defRPr sz="2100" b="0">
                <a:solidFill>
                  <a:srgbClr val="17364A"/>
                </a:solidFill>
              </a:defRPr>
            </a:lvl9pPr>
          </a:lstStyle>
          <a:p xmlns:a="http://schemas.openxmlformats.org/drawingml/2006/main">
            <a:pPr algn="l">
              <a:buNone/>
              <a:defRPr sz="2100" b="0">
                <a:solidFill>
                  <a:srgbClr val="17364A"/>
                </a:solidFill>
              </a:defRPr>
            </a:pPr>
            <a:r>
              <a:rPr sz="2100" b="0">
                <a:solidFill>
                  <a:srgbClr val="17364A"/>
                </a:solidFill>
              </a:rPr>
              <a:t>Students commonly depend on</a:t>
            </a:r>
          </a:p>
          <a:p xmlns:a="http://schemas.openxmlformats.org/drawingml/2006/main">
            <a:pPr algn="l">
              <a:buNone/>
              <a:defRPr sz="2100" b="0">
                <a:solidFill>
                  <a:srgbClr val="17364A"/>
                </a:solidFill>
              </a:defRPr>
            </a:pPr>
            <a:r>
              <a:rPr sz="2100" b="0">
                <a:solidFill>
                  <a:srgbClr val="17364A"/>
                </a:solidFill>
              </a:rPr>
              <a:t>PDFs, notes and videos.</a:t>
            </a:r>
          </a:p>
        </p:txBody>
      </p:sp>
      <p:pic>
        <p:nvPicPr>
          <p:cNvPr id="19" name="">
            <a:extLst xmlns:a="http://schemas.openxmlformats.org/drawingml/2006/main">
              <a:ext uri="{FF2B5EF4-FFF2-40B4-BE49-F238E27FC236}">
                <a16:creationId xmlns:a16="http://schemas.microsoft.com/office/drawing/2014/main" id="{B3F086A1-2905-4671-857C-AE9DFB55B2C3}"/>
              </a:ext>
            </a:extLst>
          </p:cNvPr>
          <p:cNvPicPr>
            <a:picLocks xmlns:a="http://schemas.openxmlformats.org/drawingml/2006/main" noChangeAspect="1"/>
          </p:cNvPicPr>
          <p:nvPr/>
        </p:nvPicPr>
        <p:blipFill>
          <a:blip xmlns:r="http://schemas.openxmlformats.org/officeDocument/2006/relationships" xmlns:a="http://schemas.openxmlformats.org/drawingml/2006/main" r:embed="Rc511cc8d2cbf4ee3"/>
          <a:stretch xmlns:a="http://schemas.openxmlformats.org/drawingml/2006/main"/>
        </p:blipFill>
        <p:spPr>
          <a:xfrm xmlns:a="http://schemas.openxmlformats.org/drawingml/2006/main">
            <a:off x="1381125" y="4905375"/>
            <a:ext cx="400050" cy="400050"/>
          </a:xfrm>
          <a:prstGeom xmlns:a="http://schemas.openxmlformats.org/drawingml/2006/main" prst="rect">
            <a:avLst/>
          </a:prstGeom>
        </p:spPr>
      </p:pic>
      <p:sp>
        <p:nvSpPr>
          <p:cNvPr id="20" name="text-37">
            <a:extLst xmlns:a="http://schemas.openxmlformats.org/drawingml/2006/main">
              <a:ext uri="{FF2B5EF4-FFF2-40B4-BE49-F238E27FC236}">
                <a16:creationId xmlns:a16="http://schemas.microsoft.com/office/drawing/2014/main" id="{A2E5E6FA-8B13-4820-A6DE-A63B8B15AEC1}"/>
              </a:ext>
            </a:extLst>
          </p:cNvPr>
          <p:cNvSpPr>
            <a:spLocks xmlns:a="http://schemas.openxmlformats.org/drawingml/2006/main" noGrp="1"/>
          </p:cNvSpPr>
          <p:nvPr/>
        </p:nvSpPr>
        <p:spPr>
          <a:xfrm xmlns:a="http://schemas.openxmlformats.org/drawingml/2006/main">
            <a:off x="2009775" y="4838700"/>
            <a:ext cx="4048125"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100" b="0">
                <a:solidFill>
                  <a:srgbClr val="17364A"/>
                </a:solidFill>
              </a:defRPr>
            </a:defPPr>
            <a:lvl1pPr algn="l">
              <a:defRPr sz="2100" b="0">
                <a:solidFill>
                  <a:srgbClr val="17364A"/>
                </a:solidFill>
              </a:defRPr>
            </a:lvl1pPr>
            <a:lvl2pPr algn="l">
              <a:defRPr sz="2100" b="0">
                <a:solidFill>
                  <a:srgbClr val="17364A"/>
                </a:solidFill>
              </a:defRPr>
            </a:lvl2pPr>
            <a:lvl3pPr algn="l">
              <a:defRPr sz="2100" b="0">
                <a:solidFill>
                  <a:srgbClr val="17364A"/>
                </a:solidFill>
              </a:defRPr>
            </a:lvl3pPr>
            <a:lvl4pPr algn="l">
              <a:defRPr sz="2100" b="0">
                <a:solidFill>
                  <a:srgbClr val="17364A"/>
                </a:solidFill>
              </a:defRPr>
            </a:lvl4pPr>
            <a:lvl5pPr algn="l">
              <a:defRPr sz="2100" b="0">
                <a:solidFill>
                  <a:srgbClr val="17364A"/>
                </a:solidFill>
              </a:defRPr>
            </a:lvl5pPr>
            <a:lvl6pPr algn="l">
              <a:defRPr sz="2100" b="0">
                <a:solidFill>
                  <a:srgbClr val="17364A"/>
                </a:solidFill>
              </a:defRPr>
            </a:lvl6pPr>
            <a:lvl7pPr algn="l">
              <a:defRPr sz="2100" b="0">
                <a:solidFill>
                  <a:srgbClr val="17364A"/>
                </a:solidFill>
              </a:defRPr>
            </a:lvl7pPr>
            <a:lvl8pPr algn="l">
              <a:defRPr sz="2100" b="0">
                <a:solidFill>
                  <a:srgbClr val="17364A"/>
                </a:solidFill>
              </a:defRPr>
            </a:lvl8pPr>
            <a:lvl9pPr algn="l">
              <a:defRPr sz="2100" b="0">
                <a:solidFill>
                  <a:srgbClr val="17364A"/>
                </a:solidFill>
              </a:defRPr>
            </a:lvl9pPr>
          </a:lstStyle>
          <a:p xmlns:a="http://schemas.openxmlformats.org/drawingml/2006/main">
            <a:pPr algn="l">
              <a:buNone/>
              <a:defRPr sz="2100" b="0">
                <a:solidFill>
                  <a:srgbClr val="17364A"/>
                </a:solidFill>
              </a:defRPr>
            </a:pPr>
            <a:r>
              <a:rPr sz="2100" b="0">
                <a:solidFill>
                  <a:srgbClr val="17364A"/>
                </a:solidFill>
              </a:rPr>
              <a:t>Specific doubts may require</a:t>
            </a:r>
          </a:p>
          <a:p xmlns:a="http://schemas.openxmlformats.org/drawingml/2006/main">
            <a:pPr algn="l">
              <a:buNone/>
              <a:defRPr sz="2100" b="0">
                <a:solidFill>
                  <a:srgbClr val="17364A"/>
                </a:solidFill>
              </a:defRPr>
            </a:pPr>
            <a:r>
              <a:rPr sz="2100" b="0">
                <a:solidFill>
                  <a:srgbClr val="17364A"/>
                </a:solidFill>
              </a:rPr>
              <a:t>contextual explanations.</a:t>
            </a:r>
          </a:p>
        </p:txBody>
      </p:sp>
      <p:pic>
        <p:nvPicPr>
          <p:cNvPr id="21" name="">
            <a:extLst xmlns:a="http://schemas.openxmlformats.org/drawingml/2006/main">
              <a:ext uri="{FF2B5EF4-FFF2-40B4-BE49-F238E27FC236}">
                <a16:creationId xmlns:a16="http://schemas.microsoft.com/office/drawing/2014/main" id="{DC341C46-F3C4-48C3-841E-D28FF043F852}"/>
              </a:ext>
            </a:extLst>
          </p:cNvPr>
          <p:cNvPicPr>
            <a:picLocks xmlns:a="http://schemas.openxmlformats.org/drawingml/2006/main" noChangeAspect="1"/>
          </p:cNvPicPr>
          <p:nvPr/>
        </p:nvPicPr>
        <p:blipFill>
          <a:blip xmlns:r="http://schemas.openxmlformats.org/officeDocument/2006/relationships" xmlns:a="http://schemas.openxmlformats.org/drawingml/2006/main" r:embed="R89d40dccc4414585"/>
          <a:stretch xmlns:a="http://schemas.openxmlformats.org/drawingml/2006/main"/>
        </p:blipFill>
        <p:spPr>
          <a:xfrm xmlns:a="http://schemas.openxmlformats.org/drawingml/2006/main">
            <a:off x="1381125" y="6315075"/>
            <a:ext cx="400050" cy="400050"/>
          </a:xfrm>
          <a:prstGeom xmlns:a="http://schemas.openxmlformats.org/drawingml/2006/main" prst="rect">
            <a:avLst/>
          </a:prstGeom>
        </p:spPr>
      </p:pic>
      <p:sp>
        <p:nvSpPr>
          <p:cNvPr id="22" name="text-38">
            <a:extLst xmlns:a="http://schemas.openxmlformats.org/drawingml/2006/main">
              <a:ext uri="{FF2B5EF4-FFF2-40B4-BE49-F238E27FC236}">
                <a16:creationId xmlns:a16="http://schemas.microsoft.com/office/drawing/2014/main" id="{E7D69DC1-3370-4B62-8059-78951AD85269}"/>
              </a:ext>
            </a:extLst>
          </p:cNvPr>
          <p:cNvSpPr>
            <a:spLocks xmlns:a="http://schemas.openxmlformats.org/drawingml/2006/main" noGrp="1"/>
          </p:cNvSpPr>
          <p:nvPr/>
        </p:nvSpPr>
        <p:spPr>
          <a:xfrm xmlns:a="http://schemas.openxmlformats.org/drawingml/2006/main">
            <a:off x="2009775" y="6248400"/>
            <a:ext cx="4048125"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100" b="0">
                <a:solidFill>
                  <a:srgbClr val="17364A"/>
                </a:solidFill>
              </a:defRPr>
            </a:defPPr>
            <a:lvl1pPr algn="l">
              <a:defRPr sz="2100" b="0">
                <a:solidFill>
                  <a:srgbClr val="17364A"/>
                </a:solidFill>
              </a:defRPr>
            </a:lvl1pPr>
            <a:lvl2pPr algn="l">
              <a:defRPr sz="2100" b="0">
                <a:solidFill>
                  <a:srgbClr val="17364A"/>
                </a:solidFill>
              </a:defRPr>
            </a:lvl2pPr>
            <a:lvl3pPr algn="l">
              <a:defRPr sz="2100" b="0">
                <a:solidFill>
                  <a:srgbClr val="17364A"/>
                </a:solidFill>
              </a:defRPr>
            </a:lvl3pPr>
            <a:lvl4pPr algn="l">
              <a:defRPr sz="2100" b="0">
                <a:solidFill>
                  <a:srgbClr val="17364A"/>
                </a:solidFill>
              </a:defRPr>
            </a:lvl4pPr>
            <a:lvl5pPr algn="l">
              <a:defRPr sz="2100" b="0">
                <a:solidFill>
                  <a:srgbClr val="17364A"/>
                </a:solidFill>
              </a:defRPr>
            </a:lvl5pPr>
            <a:lvl6pPr algn="l">
              <a:defRPr sz="2100" b="0">
                <a:solidFill>
                  <a:srgbClr val="17364A"/>
                </a:solidFill>
              </a:defRPr>
            </a:lvl6pPr>
            <a:lvl7pPr algn="l">
              <a:defRPr sz="2100" b="0">
                <a:solidFill>
                  <a:srgbClr val="17364A"/>
                </a:solidFill>
              </a:defRPr>
            </a:lvl7pPr>
            <a:lvl8pPr algn="l">
              <a:defRPr sz="2100" b="0">
                <a:solidFill>
                  <a:srgbClr val="17364A"/>
                </a:solidFill>
              </a:defRPr>
            </a:lvl8pPr>
            <a:lvl9pPr algn="l">
              <a:defRPr sz="2100" b="0">
                <a:solidFill>
                  <a:srgbClr val="17364A"/>
                </a:solidFill>
              </a:defRPr>
            </a:lvl9pPr>
          </a:lstStyle>
          <a:p xmlns:a="http://schemas.openxmlformats.org/drawingml/2006/main">
            <a:pPr algn="l">
              <a:buNone/>
              <a:defRPr sz="2100" b="0">
                <a:solidFill>
                  <a:srgbClr val="17364A"/>
                </a:solidFill>
              </a:defRPr>
            </a:pPr>
            <a:r>
              <a:rPr sz="2100" b="0">
                <a:solidFill>
                  <a:srgbClr val="17364A"/>
                </a:solidFill>
              </a:rPr>
              <a:t>Creating practice questions from</a:t>
            </a:r>
          </a:p>
          <a:p xmlns:a="http://schemas.openxmlformats.org/drawingml/2006/main">
            <a:pPr algn="l">
              <a:buNone/>
              <a:defRPr sz="2100" b="0">
                <a:solidFill>
                  <a:srgbClr val="17364A"/>
                </a:solidFill>
              </a:defRPr>
            </a:pPr>
            <a:r>
              <a:rPr sz="2100" b="0">
                <a:solidFill>
                  <a:srgbClr val="17364A"/>
                </a:solidFill>
              </a:rPr>
              <a:t>study material takes extra effort.</a:t>
            </a:r>
          </a:p>
        </p:txBody>
      </p:sp>
      <p:sp>
        <p:nvSpPr>
          <p:cNvPr id="23" name="panel-39">
            <a:extLst xmlns:a="http://schemas.openxmlformats.org/drawingml/2006/main">
              <a:ext uri="{FF2B5EF4-FFF2-40B4-BE49-F238E27FC236}">
                <a16:creationId xmlns:a16="http://schemas.microsoft.com/office/drawing/2014/main" id="{050FE107-EF35-43E4-8ED4-47828219348A}"/>
              </a:ext>
            </a:extLst>
          </p:cNvPr>
          <p:cNvSpPr>
            <a:spLocks xmlns:a="http://schemas.openxmlformats.org/drawingml/2006/main" noGrp="1"/>
          </p:cNvSpPr>
          <p:nvPr/>
        </p:nvSpPr>
        <p:spPr>
          <a:xfrm xmlns:a="http://schemas.openxmlformats.org/drawingml/2006/main">
            <a:off x="7105650" y="3333750"/>
            <a:ext cx="2943225" cy="790575"/>
          </a:xfrm>
          <a:prstGeom xmlns:a="http://schemas.openxmlformats.org/drawingml/2006/main" prst="roundRect">
            <a:avLst>
              <a:gd name="adj" fmla="val 9639"/>
            </a:avLst>
          </a:prstGeom>
          <a:solidFill xmlns:a="http://schemas.openxmlformats.org/drawingml/2006/main">
            <a:srgbClr val="EAF5F6"/>
          </a:solidFill>
          <a:ln xmlns:a="http://schemas.openxmlformats.org/drawingml/2006/main" w="12383">
            <a:solidFill>
              <a:srgbClr val="C7E0E2"/>
            </a:solidFill>
          </a:ln>
        </p:spPr>
      </p:sp>
      <p:sp>
        <p:nvSpPr>
          <p:cNvPr id="24" name="text-40">
            <a:extLst xmlns:a="http://schemas.openxmlformats.org/drawingml/2006/main">
              <a:ext uri="{FF2B5EF4-FFF2-40B4-BE49-F238E27FC236}">
                <a16:creationId xmlns:a16="http://schemas.microsoft.com/office/drawing/2014/main" id="{F3D52994-77E9-4F8E-97AB-55C3F4452E78}"/>
              </a:ext>
            </a:extLst>
          </p:cNvPr>
          <p:cNvSpPr>
            <a:spLocks xmlns:a="http://schemas.openxmlformats.org/drawingml/2006/main" noGrp="1"/>
          </p:cNvSpPr>
          <p:nvPr/>
        </p:nvSpPr>
        <p:spPr>
          <a:xfrm xmlns:a="http://schemas.openxmlformats.org/drawingml/2006/main">
            <a:off x="7210425" y="3467100"/>
            <a:ext cx="27336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950" b="1">
                <a:solidFill>
                  <a:srgbClr val="075C64"/>
                </a:solidFill>
              </a:defRPr>
            </a:defPPr>
            <a:lvl1pPr algn="ctr">
              <a:defRPr sz="1950" b="1">
                <a:solidFill>
                  <a:srgbClr val="075C64"/>
                </a:solidFill>
              </a:defRPr>
            </a:lvl1pPr>
            <a:lvl2pPr algn="ctr">
              <a:defRPr sz="1950" b="1">
                <a:solidFill>
                  <a:srgbClr val="075C64"/>
                </a:solidFill>
              </a:defRPr>
            </a:lvl2pPr>
            <a:lvl3pPr algn="ctr">
              <a:defRPr sz="1950" b="1">
                <a:solidFill>
                  <a:srgbClr val="075C64"/>
                </a:solidFill>
              </a:defRPr>
            </a:lvl3pPr>
            <a:lvl4pPr algn="ctr">
              <a:defRPr sz="1950" b="1">
                <a:solidFill>
                  <a:srgbClr val="075C64"/>
                </a:solidFill>
              </a:defRPr>
            </a:lvl4pPr>
            <a:lvl5pPr algn="ctr">
              <a:defRPr sz="1950" b="1">
                <a:solidFill>
                  <a:srgbClr val="075C64"/>
                </a:solidFill>
              </a:defRPr>
            </a:lvl5pPr>
            <a:lvl6pPr algn="ctr">
              <a:defRPr sz="1950" b="1">
                <a:solidFill>
                  <a:srgbClr val="075C64"/>
                </a:solidFill>
              </a:defRPr>
            </a:lvl6pPr>
            <a:lvl7pPr algn="ctr">
              <a:defRPr sz="1950" b="1">
                <a:solidFill>
                  <a:srgbClr val="075C64"/>
                </a:solidFill>
              </a:defRPr>
            </a:lvl7pPr>
            <a:lvl8pPr algn="ctr">
              <a:defRPr sz="1950" b="1">
                <a:solidFill>
                  <a:srgbClr val="075C64"/>
                </a:solidFill>
              </a:defRPr>
            </a:lvl8pPr>
            <a:lvl9pPr algn="ctr">
              <a:defRPr sz="1950" b="1">
                <a:solidFill>
                  <a:srgbClr val="075C64"/>
                </a:solidFill>
              </a:defRPr>
            </a:lvl9pPr>
          </a:lstStyle>
          <a:p xmlns:a="http://schemas.openxmlformats.org/drawingml/2006/main">
            <a:pPr algn="ctr">
              <a:buNone/>
              <a:defRPr sz="1950" b="1">
                <a:solidFill>
                  <a:srgbClr val="075C64"/>
                </a:solidFill>
              </a:defRPr>
            </a:pPr>
            <a:r>
              <a:rPr sz="1950" b="1">
                <a:solidFill>
                  <a:srgbClr val="075C64"/>
                </a:solidFill>
              </a:rPr>
              <a:t>Static Content</a:t>
            </a:r>
          </a:p>
        </p:txBody>
      </p:sp>
      <p:sp>
        <p:nvSpPr>
          <p:cNvPr id="25" name="text-41">
            <a:extLst xmlns:a="http://schemas.openxmlformats.org/drawingml/2006/main">
              <a:ext uri="{FF2B5EF4-FFF2-40B4-BE49-F238E27FC236}">
                <a16:creationId xmlns:a16="http://schemas.microsoft.com/office/drawing/2014/main" id="{0094348E-BC9B-4B69-A502-51EB39802C96}"/>
              </a:ext>
            </a:extLst>
          </p:cNvPr>
          <p:cNvSpPr>
            <a:spLocks xmlns:a="http://schemas.openxmlformats.org/drawingml/2006/main" noGrp="1"/>
          </p:cNvSpPr>
          <p:nvPr/>
        </p:nvSpPr>
        <p:spPr>
          <a:xfrm xmlns:a="http://schemas.openxmlformats.org/drawingml/2006/main">
            <a:off x="8362950" y="4143375"/>
            <a:ext cx="4476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2100" b="1">
                <a:solidFill>
                  <a:srgbClr val="007F83"/>
                </a:solidFill>
              </a:defRPr>
            </a:defPPr>
            <a:lvl1pPr algn="ctr">
              <a:defRPr sz="2100" b="1">
                <a:solidFill>
                  <a:srgbClr val="007F83"/>
                </a:solidFill>
              </a:defRPr>
            </a:lvl1pPr>
            <a:lvl2pPr algn="ctr">
              <a:defRPr sz="2100" b="1">
                <a:solidFill>
                  <a:srgbClr val="007F83"/>
                </a:solidFill>
              </a:defRPr>
            </a:lvl2pPr>
            <a:lvl3pPr algn="ctr">
              <a:defRPr sz="2100" b="1">
                <a:solidFill>
                  <a:srgbClr val="007F83"/>
                </a:solidFill>
              </a:defRPr>
            </a:lvl3pPr>
            <a:lvl4pPr algn="ctr">
              <a:defRPr sz="2100" b="1">
                <a:solidFill>
                  <a:srgbClr val="007F83"/>
                </a:solidFill>
              </a:defRPr>
            </a:lvl4pPr>
            <a:lvl5pPr algn="ctr">
              <a:defRPr sz="2100" b="1">
                <a:solidFill>
                  <a:srgbClr val="007F83"/>
                </a:solidFill>
              </a:defRPr>
            </a:lvl5pPr>
            <a:lvl6pPr algn="ctr">
              <a:defRPr sz="2100" b="1">
                <a:solidFill>
                  <a:srgbClr val="007F83"/>
                </a:solidFill>
              </a:defRPr>
            </a:lvl6pPr>
            <a:lvl7pPr algn="ctr">
              <a:defRPr sz="2100" b="1">
                <a:solidFill>
                  <a:srgbClr val="007F83"/>
                </a:solidFill>
              </a:defRPr>
            </a:lvl7pPr>
            <a:lvl8pPr algn="ctr">
              <a:defRPr sz="2100" b="1">
                <a:solidFill>
                  <a:srgbClr val="007F83"/>
                </a:solidFill>
              </a:defRPr>
            </a:lvl8pPr>
            <a:lvl9pPr algn="ctr">
              <a:defRPr sz="2100" b="1">
                <a:solidFill>
                  <a:srgbClr val="007F83"/>
                </a:solidFill>
              </a:defRPr>
            </a:lvl9pPr>
          </a:lstStyle>
          <a:p xmlns:a="http://schemas.openxmlformats.org/drawingml/2006/main">
            <a:pPr algn="ctr">
              <a:buNone/>
              <a:defRPr sz="2100" b="1">
                <a:solidFill>
                  <a:srgbClr val="007F83"/>
                </a:solidFill>
              </a:defRPr>
            </a:pPr>
            <a:r>
              <a:rPr sz="2100" b="1">
                <a:solidFill>
                  <a:srgbClr val="007F83"/>
                </a:solidFill>
              </a:rPr>
              <a:t>↓</a:t>
            </a:r>
          </a:p>
        </p:txBody>
      </p:sp>
      <p:sp>
        <p:nvSpPr>
          <p:cNvPr id="26" name="panel-42">
            <a:extLst xmlns:a="http://schemas.openxmlformats.org/drawingml/2006/main">
              <a:ext uri="{FF2B5EF4-FFF2-40B4-BE49-F238E27FC236}">
                <a16:creationId xmlns:a16="http://schemas.microsoft.com/office/drawing/2014/main" id="{C4DE918C-2E58-4FF0-BDBD-CE1C0F75C726}"/>
              </a:ext>
            </a:extLst>
          </p:cNvPr>
          <p:cNvSpPr>
            <a:spLocks xmlns:a="http://schemas.openxmlformats.org/drawingml/2006/main" noGrp="1"/>
          </p:cNvSpPr>
          <p:nvPr/>
        </p:nvSpPr>
        <p:spPr>
          <a:xfrm xmlns:a="http://schemas.openxmlformats.org/drawingml/2006/main">
            <a:off x="7105650" y="4448175"/>
            <a:ext cx="2943225" cy="790575"/>
          </a:xfrm>
          <a:prstGeom xmlns:a="http://schemas.openxmlformats.org/drawingml/2006/main" prst="roundRect">
            <a:avLst>
              <a:gd name="adj" fmla="val 9639"/>
            </a:avLst>
          </a:prstGeom>
          <a:solidFill xmlns:a="http://schemas.openxmlformats.org/drawingml/2006/main">
            <a:srgbClr val="EAF5F6"/>
          </a:solidFill>
          <a:ln xmlns:a="http://schemas.openxmlformats.org/drawingml/2006/main" w="12383">
            <a:solidFill>
              <a:srgbClr val="C7E0E2"/>
            </a:solidFill>
          </a:ln>
        </p:spPr>
      </p:sp>
      <p:sp>
        <p:nvSpPr>
          <p:cNvPr id="27" name="text-43">
            <a:extLst xmlns:a="http://schemas.openxmlformats.org/drawingml/2006/main">
              <a:ext uri="{FF2B5EF4-FFF2-40B4-BE49-F238E27FC236}">
                <a16:creationId xmlns:a16="http://schemas.microsoft.com/office/drawing/2014/main" id="{85F96BBA-259E-4131-8C97-1A759B2E2CEE}"/>
              </a:ext>
            </a:extLst>
          </p:cNvPr>
          <p:cNvSpPr>
            <a:spLocks xmlns:a="http://schemas.openxmlformats.org/drawingml/2006/main" noGrp="1"/>
          </p:cNvSpPr>
          <p:nvPr/>
        </p:nvSpPr>
        <p:spPr>
          <a:xfrm xmlns:a="http://schemas.openxmlformats.org/drawingml/2006/main">
            <a:off x="7210425" y="4581525"/>
            <a:ext cx="27336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950" b="1">
                <a:solidFill>
                  <a:srgbClr val="075C64"/>
                </a:solidFill>
              </a:defRPr>
            </a:defPPr>
            <a:lvl1pPr algn="ctr">
              <a:defRPr sz="1950" b="1">
                <a:solidFill>
                  <a:srgbClr val="075C64"/>
                </a:solidFill>
              </a:defRPr>
            </a:lvl1pPr>
            <a:lvl2pPr algn="ctr">
              <a:defRPr sz="1950" b="1">
                <a:solidFill>
                  <a:srgbClr val="075C64"/>
                </a:solidFill>
              </a:defRPr>
            </a:lvl2pPr>
            <a:lvl3pPr algn="ctr">
              <a:defRPr sz="1950" b="1">
                <a:solidFill>
                  <a:srgbClr val="075C64"/>
                </a:solidFill>
              </a:defRPr>
            </a:lvl3pPr>
            <a:lvl4pPr algn="ctr">
              <a:defRPr sz="1950" b="1">
                <a:solidFill>
                  <a:srgbClr val="075C64"/>
                </a:solidFill>
              </a:defRPr>
            </a:lvl4pPr>
            <a:lvl5pPr algn="ctr">
              <a:defRPr sz="1950" b="1">
                <a:solidFill>
                  <a:srgbClr val="075C64"/>
                </a:solidFill>
              </a:defRPr>
            </a:lvl5pPr>
            <a:lvl6pPr algn="ctr">
              <a:defRPr sz="1950" b="1">
                <a:solidFill>
                  <a:srgbClr val="075C64"/>
                </a:solidFill>
              </a:defRPr>
            </a:lvl6pPr>
            <a:lvl7pPr algn="ctr">
              <a:defRPr sz="1950" b="1">
                <a:solidFill>
                  <a:srgbClr val="075C64"/>
                </a:solidFill>
              </a:defRPr>
            </a:lvl7pPr>
            <a:lvl8pPr algn="ctr">
              <a:defRPr sz="1950" b="1">
                <a:solidFill>
                  <a:srgbClr val="075C64"/>
                </a:solidFill>
              </a:defRPr>
            </a:lvl8pPr>
            <a:lvl9pPr algn="ctr">
              <a:defRPr sz="1950" b="1">
                <a:solidFill>
                  <a:srgbClr val="075C64"/>
                </a:solidFill>
              </a:defRPr>
            </a:lvl9pPr>
          </a:lstStyle>
          <a:p xmlns:a="http://schemas.openxmlformats.org/drawingml/2006/main">
            <a:pPr algn="ctr">
              <a:buNone/>
              <a:defRPr sz="1950" b="1">
                <a:solidFill>
                  <a:srgbClr val="075C64"/>
                </a:solidFill>
              </a:defRPr>
            </a:pPr>
            <a:r>
              <a:rPr sz="1950" b="1">
                <a:solidFill>
                  <a:srgbClr val="075C64"/>
                </a:solidFill>
              </a:rPr>
              <a:t>Limited Interaction</a:t>
            </a:r>
          </a:p>
        </p:txBody>
      </p:sp>
      <p:sp>
        <p:nvSpPr>
          <p:cNvPr id="28" name="text-44">
            <a:extLst xmlns:a="http://schemas.openxmlformats.org/drawingml/2006/main">
              <a:ext uri="{FF2B5EF4-FFF2-40B4-BE49-F238E27FC236}">
                <a16:creationId xmlns:a16="http://schemas.microsoft.com/office/drawing/2014/main" id="{BE39B023-525A-4EE4-91EF-51AEA7BA6887}"/>
              </a:ext>
            </a:extLst>
          </p:cNvPr>
          <p:cNvSpPr>
            <a:spLocks xmlns:a="http://schemas.openxmlformats.org/drawingml/2006/main" noGrp="1"/>
          </p:cNvSpPr>
          <p:nvPr/>
        </p:nvSpPr>
        <p:spPr>
          <a:xfrm xmlns:a="http://schemas.openxmlformats.org/drawingml/2006/main">
            <a:off x="8362950" y="5257800"/>
            <a:ext cx="4476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2100" b="1">
                <a:solidFill>
                  <a:srgbClr val="007F83"/>
                </a:solidFill>
              </a:defRPr>
            </a:defPPr>
            <a:lvl1pPr algn="ctr">
              <a:defRPr sz="2100" b="1">
                <a:solidFill>
                  <a:srgbClr val="007F83"/>
                </a:solidFill>
              </a:defRPr>
            </a:lvl1pPr>
            <a:lvl2pPr algn="ctr">
              <a:defRPr sz="2100" b="1">
                <a:solidFill>
                  <a:srgbClr val="007F83"/>
                </a:solidFill>
              </a:defRPr>
            </a:lvl2pPr>
            <a:lvl3pPr algn="ctr">
              <a:defRPr sz="2100" b="1">
                <a:solidFill>
                  <a:srgbClr val="007F83"/>
                </a:solidFill>
              </a:defRPr>
            </a:lvl3pPr>
            <a:lvl4pPr algn="ctr">
              <a:defRPr sz="2100" b="1">
                <a:solidFill>
                  <a:srgbClr val="007F83"/>
                </a:solidFill>
              </a:defRPr>
            </a:lvl4pPr>
            <a:lvl5pPr algn="ctr">
              <a:defRPr sz="2100" b="1">
                <a:solidFill>
                  <a:srgbClr val="007F83"/>
                </a:solidFill>
              </a:defRPr>
            </a:lvl5pPr>
            <a:lvl6pPr algn="ctr">
              <a:defRPr sz="2100" b="1">
                <a:solidFill>
                  <a:srgbClr val="007F83"/>
                </a:solidFill>
              </a:defRPr>
            </a:lvl6pPr>
            <a:lvl7pPr algn="ctr">
              <a:defRPr sz="2100" b="1">
                <a:solidFill>
                  <a:srgbClr val="007F83"/>
                </a:solidFill>
              </a:defRPr>
            </a:lvl7pPr>
            <a:lvl8pPr algn="ctr">
              <a:defRPr sz="2100" b="1">
                <a:solidFill>
                  <a:srgbClr val="007F83"/>
                </a:solidFill>
              </a:defRPr>
            </a:lvl8pPr>
            <a:lvl9pPr algn="ctr">
              <a:defRPr sz="2100" b="1">
                <a:solidFill>
                  <a:srgbClr val="007F83"/>
                </a:solidFill>
              </a:defRPr>
            </a:lvl9pPr>
          </a:lstStyle>
          <a:p xmlns:a="http://schemas.openxmlformats.org/drawingml/2006/main">
            <a:pPr algn="ctr">
              <a:buNone/>
              <a:defRPr sz="2100" b="1">
                <a:solidFill>
                  <a:srgbClr val="007F83"/>
                </a:solidFill>
              </a:defRPr>
            </a:pPr>
            <a:r>
              <a:rPr sz="2100" b="1">
                <a:solidFill>
                  <a:srgbClr val="007F83"/>
                </a:solidFill>
              </a:rPr>
              <a:t>↓</a:t>
            </a:r>
          </a:p>
        </p:txBody>
      </p:sp>
      <p:sp>
        <p:nvSpPr>
          <p:cNvPr id="29" name="panel-45">
            <a:extLst xmlns:a="http://schemas.openxmlformats.org/drawingml/2006/main">
              <a:ext uri="{FF2B5EF4-FFF2-40B4-BE49-F238E27FC236}">
                <a16:creationId xmlns:a16="http://schemas.microsoft.com/office/drawing/2014/main" id="{685444E1-8912-4E84-B7D1-269DB1886891}"/>
              </a:ext>
            </a:extLst>
          </p:cNvPr>
          <p:cNvSpPr>
            <a:spLocks xmlns:a="http://schemas.openxmlformats.org/drawingml/2006/main" noGrp="1"/>
          </p:cNvSpPr>
          <p:nvPr/>
        </p:nvSpPr>
        <p:spPr>
          <a:xfrm xmlns:a="http://schemas.openxmlformats.org/drawingml/2006/main">
            <a:off x="7105650" y="5562600"/>
            <a:ext cx="2943225" cy="790575"/>
          </a:xfrm>
          <a:prstGeom xmlns:a="http://schemas.openxmlformats.org/drawingml/2006/main" prst="roundRect">
            <a:avLst>
              <a:gd name="adj" fmla="val 9639"/>
            </a:avLst>
          </a:prstGeom>
          <a:solidFill xmlns:a="http://schemas.openxmlformats.org/drawingml/2006/main">
            <a:srgbClr val="EAF5F6"/>
          </a:solidFill>
          <a:ln xmlns:a="http://schemas.openxmlformats.org/drawingml/2006/main" w="12383">
            <a:solidFill>
              <a:srgbClr val="C7E0E2"/>
            </a:solidFill>
          </a:ln>
        </p:spPr>
      </p:sp>
      <p:sp>
        <p:nvSpPr>
          <p:cNvPr id="30" name="text-46">
            <a:extLst xmlns:a="http://schemas.openxmlformats.org/drawingml/2006/main">
              <a:ext uri="{FF2B5EF4-FFF2-40B4-BE49-F238E27FC236}">
                <a16:creationId xmlns:a16="http://schemas.microsoft.com/office/drawing/2014/main" id="{CDA4B444-B2F7-45E4-98E1-EFD1B97FAB36}"/>
              </a:ext>
            </a:extLst>
          </p:cNvPr>
          <p:cNvSpPr>
            <a:spLocks xmlns:a="http://schemas.openxmlformats.org/drawingml/2006/main" noGrp="1"/>
          </p:cNvSpPr>
          <p:nvPr/>
        </p:nvSpPr>
        <p:spPr>
          <a:xfrm xmlns:a="http://schemas.openxmlformats.org/drawingml/2006/main">
            <a:off x="7210425" y="5695950"/>
            <a:ext cx="27336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950" b="1">
                <a:solidFill>
                  <a:srgbClr val="075C64"/>
                </a:solidFill>
              </a:defRPr>
            </a:defPPr>
            <a:lvl1pPr algn="ctr">
              <a:defRPr sz="1950" b="1">
                <a:solidFill>
                  <a:srgbClr val="075C64"/>
                </a:solidFill>
              </a:defRPr>
            </a:lvl1pPr>
            <a:lvl2pPr algn="ctr">
              <a:defRPr sz="1950" b="1">
                <a:solidFill>
                  <a:srgbClr val="075C64"/>
                </a:solidFill>
              </a:defRPr>
            </a:lvl2pPr>
            <a:lvl3pPr algn="ctr">
              <a:defRPr sz="1950" b="1">
                <a:solidFill>
                  <a:srgbClr val="075C64"/>
                </a:solidFill>
              </a:defRPr>
            </a:lvl3pPr>
            <a:lvl4pPr algn="ctr">
              <a:defRPr sz="1950" b="1">
                <a:solidFill>
                  <a:srgbClr val="075C64"/>
                </a:solidFill>
              </a:defRPr>
            </a:lvl4pPr>
            <a:lvl5pPr algn="ctr">
              <a:defRPr sz="1950" b="1">
                <a:solidFill>
                  <a:srgbClr val="075C64"/>
                </a:solidFill>
              </a:defRPr>
            </a:lvl5pPr>
            <a:lvl6pPr algn="ctr">
              <a:defRPr sz="1950" b="1">
                <a:solidFill>
                  <a:srgbClr val="075C64"/>
                </a:solidFill>
              </a:defRPr>
            </a:lvl6pPr>
            <a:lvl7pPr algn="ctr">
              <a:defRPr sz="1950" b="1">
                <a:solidFill>
                  <a:srgbClr val="075C64"/>
                </a:solidFill>
              </a:defRPr>
            </a:lvl7pPr>
            <a:lvl8pPr algn="ctr">
              <a:defRPr sz="1950" b="1">
                <a:solidFill>
                  <a:srgbClr val="075C64"/>
                </a:solidFill>
              </a:defRPr>
            </a:lvl8pPr>
            <a:lvl9pPr algn="ctr">
              <a:defRPr sz="1950" b="1">
                <a:solidFill>
                  <a:srgbClr val="075C64"/>
                </a:solidFill>
              </a:defRPr>
            </a:lvl9pPr>
          </a:lstStyle>
          <a:p xmlns:a="http://schemas.openxmlformats.org/drawingml/2006/main">
            <a:pPr algn="ctr">
              <a:buNone/>
              <a:defRPr sz="1950" b="1">
                <a:solidFill>
                  <a:srgbClr val="075C64"/>
                </a:solidFill>
              </a:defRPr>
            </a:pPr>
            <a:r>
              <a:rPr sz="1950" b="1">
                <a:solidFill>
                  <a:srgbClr val="075C64"/>
                </a:solidFill>
              </a:rPr>
              <a:t>Manual Practice</a:t>
            </a:r>
          </a:p>
        </p:txBody>
      </p:sp>
      <p:sp>
        <p:nvSpPr>
          <p:cNvPr id="31" name="text-47">
            <a:extLst xmlns:a="http://schemas.openxmlformats.org/drawingml/2006/main">
              <a:ext uri="{FF2B5EF4-FFF2-40B4-BE49-F238E27FC236}">
                <a16:creationId xmlns:a16="http://schemas.microsoft.com/office/drawing/2014/main" id="{CDB42228-85C5-4574-8150-A21F1BEF3878}"/>
              </a:ext>
            </a:extLst>
          </p:cNvPr>
          <p:cNvSpPr>
            <a:spLocks xmlns:a="http://schemas.openxmlformats.org/drawingml/2006/main" noGrp="1"/>
          </p:cNvSpPr>
          <p:nvPr/>
        </p:nvSpPr>
        <p:spPr>
          <a:xfrm xmlns:a="http://schemas.openxmlformats.org/drawingml/2006/main">
            <a:off x="8362950" y="6372225"/>
            <a:ext cx="4476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2100" b="1">
                <a:solidFill>
                  <a:srgbClr val="007F83"/>
                </a:solidFill>
              </a:defRPr>
            </a:defPPr>
            <a:lvl1pPr algn="ctr">
              <a:defRPr sz="2100" b="1">
                <a:solidFill>
                  <a:srgbClr val="007F83"/>
                </a:solidFill>
              </a:defRPr>
            </a:lvl1pPr>
            <a:lvl2pPr algn="ctr">
              <a:defRPr sz="2100" b="1">
                <a:solidFill>
                  <a:srgbClr val="007F83"/>
                </a:solidFill>
              </a:defRPr>
            </a:lvl2pPr>
            <a:lvl3pPr algn="ctr">
              <a:defRPr sz="2100" b="1">
                <a:solidFill>
                  <a:srgbClr val="007F83"/>
                </a:solidFill>
              </a:defRPr>
            </a:lvl3pPr>
            <a:lvl4pPr algn="ctr">
              <a:defRPr sz="2100" b="1">
                <a:solidFill>
                  <a:srgbClr val="007F83"/>
                </a:solidFill>
              </a:defRPr>
            </a:lvl4pPr>
            <a:lvl5pPr algn="ctr">
              <a:defRPr sz="2100" b="1">
                <a:solidFill>
                  <a:srgbClr val="007F83"/>
                </a:solidFill>
              </a:defRPr>
            </a:lvl5pPr>
            <a:lvl6pPr algn="ctr">
              <a:defRPr sz="2100" b="1">
                <a:solidFill>
                  <a:srgbClr val="007F83"/>
                </a:solidFill>
              </a:defRPr>
            </a:lvl6pPr>
            <a:lvl7pPr algn="ctr">
              <a:defRPr sz="2100" b="1">
                <a:solidFill>
                  <a:srgbClr val="007F83"/>
                </a:solidFill>
              </a:defRPr>
            </a:lvl7pPr>
            <a:lvl8pPr algn="ctr">
              <a:defRPr sz="2100" b="1">
                <a:solidFill>
                  <a:srgbClr val="007F83"/>
                </a:solidFill>
              </a:defRPr>
            </a:lvl8pPr>
            <a:lvl9pPr algn="ctr">
              <a:defRPr sz="2100" b="1">
                <a:solidFill>
                  <a:srgbClr val="007F83"/>
                </a:solidFill>
              </a:defRPr>
            </a:lvl9pPr>
          </a:lstStyle>
          <a:p xmlns:a="http://schemas.openxmlformats.org/drawingml/2006/main">
            <a:pPr algn="ctr">
              <a:buNone/>
              <a:defRPr sz="2100" b="1">
                <a:solidFill>
                  <a:srgbClr val="007F83"/>
                </a:solidFill>
              </a:defRPr>
            </a:pPr>
            <a:r>
              <a:rPr sz="2100" b="1">
                <a:solidFill>
                  <a:srgbClr val="007F83"/>
                </a:solidFill>
              </a:rPr>
              <a:t>↓</a:t>
            </a:r>
          </a:p>
        </p:txBody>
      </p:sp>
      <p:sp>
        <p:nvSpPr>
          <p:cNvPr id="32" name="panel-48">
            <a:extLst xmlns:a="http://schemas.openxmlformats.org/drawingml/2006/main">
              <a:ext uri="{FF2B5EF4-FFF2-40B4-BE49-F238E27FC236}">
                <a16:creationId xmlns:a16="http://schemas.microsoft.com/office/drawing/2014/main" id="{448A758C-0796-4CAF-B62D-EA457BBB8765}"/>
              </a:ext>
            </a:extLst>
          </p:cNvPr>
          <p:cNvSpPr>
            <a:spLocks xmlns:a="http://schemas.openxmlformats.org/drawingml/2006/main" noGrp="1"/>
          </p:cNvSpPr>
          <p:nvPr/>
        </p:nvSpPr>
        <p:spPr>
          <a:xfrm xmlns:a="http://schemas.openxmlformats.org/drawingml/2006/main">
            <a:off x="7105650" y="6677025"/>
            <a:ext cx="2943225" cy="790575"/>
          </a:xfrm>
          <a:prstGeom xmlns:a="http://schemas.openxmlformats.org/drawingml/2006/main" prst="roundRect">
            <a:avLst>
              <a:gd name="adj" fmla="val 9639"/>
            </a:avLst>
          </a:prstGeom>
          <a:solidFill xmlns:a="http://schemas.openxmlformats.org/drawingml/2006/main">
            <a:srgbClr val="EAF5F6"/>
          </a:solidFill>
          <a:ln xmlns:a="http://schemas.openxmlformats.org/drawingml/2006/main" w="12383">
            <a:solidFill>
              <a:srgbClr val="C7E0E2"/>
            </a:solidFill>
          </a:ln>
        </p:spPr>
      </p:sp>
      <p:sp>
        <p:nvSpPr>
          <p:cNvPr id="33" name="text-49">
            <a:extLst xmlns:a="http://schemas.openxmlformats.org/drawingml/2006/main">
              <a:ext uri="{FF2B5EF4-FFF2-40B4-BE49-F238E27FC236}">
                <a16:creationId xmlns:a16="http://schemas.microsoft.com/office/drawing/2014/main" id="{0F12BDFE-4A7D-42F1-A28D-18A0EF45FFAE}"/>
              </a:ext>
            </a:extLst>
          </p:cNvPr>
          <p:cNvSpPr>
            <a:spLocks xmlns:a="http://schemas.openxmlformats.org/drawingml/2006/main" noGrp="1"/>
          </p:cNvSpPr>
          <p:nvPr/>
        </p:nvSpPr>
        <p:spPr>
          <a:xfrm xmlns:a="http://schemas.openxmlformats.org/drawingml/2006/main">
            <a:off x="7210425" y="6810375"/>
            <a:ext cx="27336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950" b="1">
                <a:solidFill>
                  <a:srgbClr val="075C64"/>
                </a:solidFill>
              </a:defRPr>
            </a:defPPr>
            <a:lvl1pPr algn="ctr">
              <a:defRPr sz="1950" b="1">
                <a:solidFill>
                  <a:srgbClr val="075C64"/>
                </a:solidFill>
              </a:defRPr>
            </a:lvl1pPr>
            <a:lvl2pPr algn="ctr">
              <a:defRPr sz="1950" b="1">
                <a:solidFill>
                  <a:srgbClr val="075C64"/>
                </a:solidFill>
              </a:defRPr>
            </a:lvl2pPr>
            <a:lvl3pPr algn="ctr">
              <a:defRPr sz="1950" b="1">
                <a:solidFill>
                  <a:srgbClr val="075C64"/>
                </a:solidFill>
              </a:defRPr>
            </a:lvl3pPr>
            <a:lvl4pPr algn="ctr">
              <a:defRPr sz="1950" b="1">
                <a:solidFill>
                  <a:srgbClr val="075C64"/>
                </a:solidFill>
              </a:defRPr>
            </a:lvl4pPr>
            <a:lvl5pPr algn="ctr">
              <a:defRPr sz="1950" b="1">
                <a:solidFill>
                  <a:srgbClr val="075C64"/>
                </a:solidFill>
              </a:defRPr>
            </a:lvl5pPr>
            <a:lvl6pPr algn="ctr">
              <a:defRPr sz="1950" b="1">
                <a:solidFill>
                  <a:srgbClr val="075C64"/>
                </a:solidFill>
              </a:defRPr>
            </a:lvl6pPr>
            <a:lvl7pPr algn="ctr">
              <a:defRPr sz="1950" b="1">
                <a:solidFill>
                  <a:srgbClr val="075C64"/>
                </a:solidFill>
              </a:defRPr>
            </a:lvl7pPr>
            <a:lvl8pPr algn="ctr">
              <a:defRPr sz="1950" b="1">
                <a:solidFill>
                  <a:srgbClr val="075C64"/>
                </a:solidFill>
              </a:defRPr>
            </a:lvl8pPr>
            <a:lvl9pPr algn="ctr">
              <a:defRPr sz="1950" b="1">
                <a:solidFill>
                  <a:srgbClr val="075C64"/>
                </a:solidFill>
              </a:defRPr>
            </a:lvl9pPr>
          </a:lstStyle>
          <a:p xmlns:a="http://schemas.openxmlformats.org/drawingml/2006/main">
            <a:pPr algn="ctr">
              <a:buNone/>
              <a:defRPr sz="1950" b="1">
                <a:solidFill>
                  <a:srgbClr val="075C64"/>
                </a:solidFill>
              </a:defRPr>
            </a:pPr>
            <a:r>
              <a:rPr sz="1950" b="1">
                <a:solidFill>
                  <a:srgbClr val="075C64"/>
                </a:solidFill>
              </a:rPr>
              <a:t>Disconnected Feedback</a:t>
            </a:r>
          </a:p>
        </p:txBody>
      </p:sp>
      <p:sp>
        <p:nvSpPr>
          <p:cNvPr id="34" name="text-50">
            <a:extLst xmlns:a="http://schemas.openxmlformats.org/drawingml/2006/main">
              <a:ext uri="{FF2B5EF4-FFF2-40B4-BE49-F238E27FC236}">
                <a16:creationId xmlns:a16="http://schemas.microsoft.com/office/drawing/2014/main" id="{CE9C1061-2311-4DC3-9EC5-2C24BD8ECE78}"/>
              </a:ext>
            </a:extLst>
          </p:cNvPr>
          <p:cNvSpPr>
            <a:spLocks xmlns:a="http://schemas.openxmlformats.org/drawingml/2006/main" noGrp="1"/>
          </p:cNvSpPr>
          <p:nvPr/>
        </p:nvSpPr>
        <p:spPr>
          <a:xfrm xmlns:a="http://schemas.openxmlformats.org/drawingml/2006/main">
            <a:off x="11029950" y="3200400"/>
            <a:ext cx="5905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3150" b="1">
                <a:solidFill>
                  <a:srgbClr val="12354E"/>
                </a:solidFill>
              </a:defRPr>
            </a:defPPr>
            <a:lvl1pPr algn="l">
              <a:defRPr sz="3150" b="1">
                <a:solidFill>
                  <a:srgbClr val="12354E"/>
                </a:solidFill>
              </a:defRPr>
            </a:lvl1pPr>
            <a:lvl2pPr algn="l">
              <a:defRPr sz="3150" b="1">
                <a:solidFill>
                  <a:srgbClr val="12354E"/>
                </a:solidFill>
              </a:defRPr>
            </a:lvl2pPr>
            <a:lvl3pPr algn="l">
              <a:defRPr sz="3150" b="1">
                <a:solidFill>
                  <a:srgbClr val="12354E"/>
                </a:solidFill>
              </a:defRPr>
            </a:lvl3pPr>
            <a:lvl4pPr algn="l">
              <a:defRPr sz="3150" b="1">
                <a:solidFill>
                  <a:srgbClr val="12354E"/>
                </a:solidFill>
              </a:defRPr>
            </a:lvl4pPr>
            <a:lvl5pPr algn="l">
              <a:defRPr sz="3150" b="1">
                <a:solidFill>
                  <a:srgbClr val="12354E"/>
                </a:solidFill>
              </a:defRPr>
            </a:lvl5pPr>
            <a:lvl6pPr algn="l">
              <a:defRPr sz="3150" b="1">
                <a:solidFill>
                  <a:srgbClr val="12354E"/>
                </a:solidFill>
              </a:defRPr>
            </a:lvl6pPr>
            <a:lvl7pPr algn="l">
              <a:defRPr sz="3150" b="1">
                <a:solidFill>
                  <a:srgbClr val="12354E"/>
                </a:solidFill>
              </a:defRPr>
            </a:lvl7pPr>
            <a:lvl8pPr algn="l">
              <a:defRPr sz="3150" b="1">
                <a:solidFill>
                  <a:srgbClr val="12354E"/>
                </a:solidFill>
              </a:defRPr>
            </a:lvl8pPr>
            <a:lvl9pPr algn="l">
              <a:defRPr sz="3150" b="1">
                <a:solidFill>
                  <a:srgbClr val="12354E"/>
                </a:solidFill>
              </a:defRPr>
            </a:lvl9pPr>
          </a:lstStyle>
          <a:p xmlns:a="http://schemas.openxmlformats.org/drawingml/2006/main">
            <a:pPr algn="l">
              <a:buNone/>
              <a:defRPr sz="3150" b="1">
                <a:solidFill>
                  <a:srgbClr val="12354E"/>
                </a:solidFill>
              </a:defRPr>
            </a:pPr>
            <a:r>
              <a:rPr sz="3150" b="1">
                <a:solidFill>
                  <a:srgbClr val="12354E"/>
                </a:solidFill>
              </a:rPr>
              <a:t>EduVerse AI</a:t>
            </a:r>
          </a:p>
        </p:txBody>
      </p:sp>
      <p:sp>
        <p:nvSpPr>
          <p:cNvPr id="35" name="text-51">
            <a:extLst xmlns:a="http://schemas.openxmlformats.org/drawingml/2006/main">
              <a:ext uri="{FF2B5EF4-FFF2-40B4-BE49-F238E27FC236}">
                <a16:creationId xmlns:a16="http://schemas.microsoft.com/office/drawing/2014/main" id="{C393F448-A365-4E22-903B-73C67B3A5A4B}"/>
              </a:ext>
            </a:extLst>
          </p:cNvPr>
          <p:cNvSpPr>
            <a:spLocks xmlns:a="http://schemas.openxmlformats.org/drawingml/2006/main" noGrp="1"/>
          </p:cNvSpPr>
          <p:nvPr/>
        </p:nvSpPr>
        <p:spPr>
          <a:xfrm xmlns:a="http://schemas.openxmlformats.org/drawingml/2006/main">
            <a:off x="11029950" y="4191000"/>
            <a:ext cx="5743575" cy="2047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550" b="0">
                <a:solidFill>
                  <a:srgbClr val="17364A"/>
                </a:solidFill>
              </a:defRPr>
            </a:defPPr>
            <a:lvl1pPr algn="l">
              <a:defRPr sz="2550" b="0">
                <a:solidFill>
                  <a:srgbClr val="17364A"/>
                </a:solidFill>
              </a:defRPr>
            </a:lvl1pPr>
            <a:lvl2pPr algn="l">
              <a:defRPr sz="2550" b="0">
                <a:solidFill>
                  <a:srgbClr val="17364A"/>
                </a:solidFill>
              </a:defRPr>
            </a:lvl2pPr>
            <a:lvl3pPr algn="l">
              <a:defRPr sz="2550" b="0">
                <a:solidFill>
                  <a:srgbClr val="17364A"/>
                </a:solidFill>
              </a:defRPr>
            </a:lvl3pPr>
            <a:lvl4pPr algn="l">
              <a:defRPr sz="2550" b="0">
                <a:solidFill>
                  <a:srgbClr val="17364A"/>
                </a:solidFill>
              </a:defRPr>
            </a:lvl4pPr>
            <a:lvl5pPr algn="l">
              <a:defRPr sz="2550" b="0">
                <a:solidFill>
                  <a:srgbClr val="17364A"/>
                </a:solidFill>
              </a:defRPr>
            </a:lvl5pPr>
            <a:lvl6pPr algn="l">
              <a:defRPr sz="2550" b="0">
                <a:solidFill>
                  <a:srgbClr val="17364A"/>
                </a:solidFill>
              </a:defRPr>
            </a:lvl6pPr>
            <a:lvl7pPr algn="l">
              <a:defRPr sz="2550" b="0">
                <a:solidFill>
                  <a:srgbClr val="17364A"/>
                </a:solidFill>
              </a:defRPr>
            </a:lvl7pPr>
            <a:lvl8pPr algn="l">
              <a:defRPr sz="2550" b="0">
                <a:solidFill>
                  <a:srgbClr val="17364A"/>
                </a:solidFill>
              </a:defRPr>
            </a:lvl8pPr>
            <a:lvl9pPr algn="l">
              <a:defRPr sz="2550" b="0">
                <a:solidFill>
                  <a:srgbClr val="17364A"/>
                </a:solidFill>
              </a:defRPr>
            </a:lvl9pPr>
          </a:lstStyle>
          <a:p xmlns:a="http://schemas.openxmlformats.org/drawingml/2006/main">
            <a:pPr algn="l">
              <a:buNone/>
              <a:defRPr sz="2550" b="0">
                <a:solidFill>
                  <a:srgbClr val="17364A"/>
                </a:solidFill>
              </a:defRPr>
            </a:pPr>
            <a:r>
              <a:rPr sz="2550" b="0">
                <a:solidFill>
                  <a:srgbClr val="17364A"/>
                </a:solidFill>
              </a:rPr>
              <a:t>An AI-powered virtual tutor that connects study material with contextual Q&amp;A, explanations and quiz-based practice.</a:t>
            </a:r>
          </a:p>
        </p:txBody>
      </p:sp>
      <p:sp>
        <p:nvSpPr>
          <p:cNvPr id="36" name="">
            <a:extLst xmlns:a="http://schemas.openxmlformats.org/drawingml/2006/main">
              <a:ext uri="{FF2B5EF4-FFF2-40B4-BE49-F238E27FC236}">
                <a16:creationId xmlns:a16="http://schemas.microsoft.com/office/drawing/2014/main" id="{23FF7EB0-48B7-4848-89E8-200AEE193029}"/>
              </a:ext>
            </a:extLst>
          </p:cNvPr>
          <p:cNvSpPr>
            <a:spLocks xmlns:a="http://schemas.openxmlformats.org/drawingml/2006/main" noGrp="1"/>
          </p:cNvSpPr>
          <p:nvPr/>
        </p:nvSpPr>
        <p:spPr>
          <a:xfrm xmlns:a="http://schemas.openxmlformats.org/drawingml/2006/main">
            <a:off x="11029950" y="6705600"/>
            <a:ext cx="5676900" cy="0"/>
          </a:xfrm>
          <a:prstGeom xmlns:a="http://schemas.openxmlformats.org/drawingml/2006/main" prst="line">
            <a:avLst/>
          </a:prstGeom>
          <a:noFill xmlns:a="http://schemas.openxmlformats.org/drawingml/2006/main"/>
          <a:ln xmlns:a="http://schemas.openxmlformats.org/drawingml/2006/main" w="19050">
            <a:solidFill>
              <a:srgbClr val="C7E0E2"/>
            </a:solidFill>
          </a:ln>
        </p:spPr>
      </p:sp>
      <p:sp>
        <p:nvSpPr>
          <p:cNvPr id="37" name="text-52">
            <a:extLst xmlns:a="http://schemas.openxmlformats.org/drawingml/2006/main">
              <a:ext uri="{FF2B5EF4-FFF2-40B4-BE49-F238E27FC236}">
                <a16:creationId xmlns:a16="http://schemas.microsoft.com/office/drawing/2014/main" id="{9ACA767D-38BB-4727-B01D-1E9A7C5B0727}"/>
              </a:ext>
            </a:extLst>
          </p:cNvPr>
          <p:cNvSpPr>
            <a:spLocks xmlns:a="http://schemas.openxmlformats.org/drawingml/2006/main" noGrp="1"/>
          </p:cNvSpPr>
          <p:nvPr/>
        </p:nvSpPr>
        <p:spPr>
          <a:xfrm xmlns:a="http://schemas.openxmlformats.org/drawingml/2006/main">
            <a:off x="11029950" y="7029450"/>
            <a:ext cx="5715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100" b="1">
                <a:solidFill>
                  <a:srgbClr val="075C64"/>
                </a:solidFill>
              </a:defRPr>
            </a:defPPr>
            <a:lvl1pPr algn="l">
              <a:defRPr sz="2100" b="1">
                <a:solidFill>
                  <a:srgbClr val="075C64"/>
                </a:solidFill>
              </a:defRPr>
            </a:lvl1pPr>
            <a:lvl2pPr algn="l">
              <a:defRPr sz="2100" b="1">
                <a:solidFill>
                  <a:srgbClr val="075C64"/>
                </a:solidFill>
              </a:defRPr>
            </a:lvl2pPr>
            <a:lvl3pPr algn="l">
              <a:defRPr sz="2100" b="1">
                <a:solidFill>
                  <a:srgbClr val="075C64"/>
                </a:solidFill>
              </a:defRPr>
            </a:lvl3pPr>
            <a:lvl4pPr algn="l">
              <a:defRPr sz="2100" b="1">
                <a:solidFill>
                  <a:srgbClr val="075C64"/>
                </a:solidFill>
              </a:defRPr>
            </a:lvl4pPr>
            <a:lvl5pPr algn="l">
              <a:defRPr sz="2100" b="1">
                <a:solidFill>
                  <a:srgbClr val="075C64"/>
                </a:solidFill>
              </a:defRPr>
            </a:lvl5pPr>
            <a:lvl6pPr algn="l">
              <a:defRPr sz="2100" b="1">
                <a:solidFill>
                  <a:srgbClr val="075C64"/>
                </a:solidFill>
              </a:defRPr>
            </a:lvl6pPr>
            <a:lvl7pPr algn="l">
              <a:defRPr sz="2100" b="1">
                <a:solidFill>
                  <a:srgbClr val="075C64"/>
                </a:solidFill>
              </a:defRPr>
            </a:lvl7pPr>
            <a:lvl8pPr algn="l">
              <a:defRPr sz="2100" b="1">
                <a:solidFill>
                  <a:srgbClr val="075C64"/>
                </a:solidFill>
              </a:defRPr>
            </a:lvl8pPr>
            <a:lvl9pPr algn="l">
              <a:defRPr sz="2100" b="1">
                <a:solidFill>
                  <a:srgbClr val="075C64"/>
                </a:solidFill>
              </a:defRPr>
            </a:lvl9pPr>
          </a:lstStyle>
          <a:p xmlns:a="http://schemas.openxmlformats.org/drawingml/2006/main">
            <a:pPr algn="l">
              <a:buNone/>
              <a:defRPr sz="2100" b="1">
                <a:solidFill>
                  <a:srgbClr val="075C64"/>
                </a:solidFill>
              </a:defRPr>
            </a:pPr>
            <a:r>
              <a:rPr sz="2100" b="1">
                <a:solidFill>
                  <a:srgbClr val="075C64"/>
                </a:solidFill>
              </a:rPr>
              <a:t>One learning workflow</a:t>
            </a:r>
          </a:p>
        </p:txBody>
      </p:sp>
      <p:sp>
        <p:nvSpPr>
          <p:cNvPr id="38" name="text-53">
            <a:extLst xmlns:a="http://schemas.openxmlformats.org/drawingml/2006/main">
              <a:ext uri="{FF2B5EF4-FFF2-40B4-BE49-F238E27FC236}">
                <a16:creationId xmlns:a16="http://schemas.microsoft.com/office/drawing/2014/main" id="{AC17C355-6A2C-4C31-A76D-A518FD9E951E}"/>
              </a:ext>
            </a:extLst>
          </p:cNvPr>
          <p:cNvSpPr>
            <a:spLocks xmlns:a="http://schemas.openxmlformats.org/drawingml/2006/main" noGrp="1"/>
          </p:cNvSpPr>
          <p:nvPr/>
        </p:nvSpPr>
        <p:spPr>
          <a:xfrm xmlns:a="http://schemas.openxmlformats.org/drawingml/2006/main">
            <a:off x="1190625" y="8448675"/>
            <a:ext cx="22574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875" b="1">
                <a:solidFill>
                  <a:srgbClr val="007F83"/>
                </a:solidFill>
              </a:defRPr>
            </a:defPPr>
            <a:lvl1pPr algn="ctr">
              <a:defRPr sz="1875" b="1">
                <a:solidFill>
                  <a:srgbClr val="007F83"/>
                </a:solidFill>
              </a:defRPr>
            </a:lvl1pPr>
            <a:lvl2pPr algn="ctr">
              <a:defRPr sz="1875" b="1">
                <a:solidFill>
                  <a:srgbClr val="007F83"/>
                </a:solidFill>
              </a:defRPr>
            </a:lvl2pPr>
            <a:lvl3pPr algn="ctr">
              <a:defRPr sz="1875" b="1">
                <a:solidFill>
                  <a:srgbClr val="007F83"/>
                </a:solidFill>
              </a:defRPr>
            </a:lvl3pPr>
            <a:lvl4pPr algn="ctr">
              <a:defRPr sz="1875" b="1">
                <a:solidFill>
                  <a:srgbClr val="007F83"/>
                </a:solidFill>
              </a:defRPr>
            </a:lvl4pPr>
            <a:lvl5pPr algn="ctr">
              <a:defRPr sz="1875" b="1">
                <a:solidFill>
                  <a:srgbClr val="007F83"/>
                </a:solidFill>
              </a:defRPr>
            </a:lvl5pPr>
            <a:lvl6pPr algn="ctr">
              <a:defRPr sz="1875" b="1">
                <a:solidFill>
                  <a:srgbClr val="007F83"/>
                </a:solidFill>
              </a:defRPr>
            </a:lvl6pPr>
            <a:lvl7pPr algn="ctr">
              <a:defRPr sz="1875" b="1">
                <a:solidFill>
                  <a:srgbClr val="007F83"/>
                </a:solidFill>
              </a:defRPr>
            </a:lvl7pPr>
            <a:lvl8pPr algn="ctr">
              <a:defRPr sz="1875" b="1">
                <a:solidFill>
                  <a:srgbClr val="007F83"/>
                </a:solidFill>
              </a:defRPr>
            </a:lvl8pPr>
            <a:lvl9pPr algn="ctr">
              <a:defRPr sz="1875" b="1">
                <a:solidFill>
                  <a:srgbClr val="007F83"/>
                </a:solidFill>
              </a:defRPr>
            </a:lvl9pPr>
          </a:lstStyle>
          <a:p xmlns:a="http://schemas.openxmlformats.org/drawingml/2006/main">
            <a:pPr algn="ctr">
              <a:buNone/>
              <a:defRPr sz="1875" b="1">
                <a:solidFill>
                  <a:srgbClr val="007F83"/>
                </a:solidFill>
              </a:defRPr>
            </a:pPr>
            <a:r>
              <a:rPr sz="1875" b="1">
                <a:solidFill>
                  <a:srgbClr val="007F83"/>
                </a:solidFill>
              </a:rPr>
              <a:t>UPLOAD</a:t>
            </a:r>
          </a:p>
        </p:txBody>
      </p:sp>
      <p:sp>
        <p:nvSpPr>
          <p:cNvPr id="39" name="text-54">
            <a:extLst xmlns:a="http://schemas.openxmlformats.org/drawingml/2006/main">
              <a:ext uri="{FF2B5EF4-FFF2-40B4-BE49-F238E27FC236}">
                <a16:creationId xmlns:a16="http://schemas.microsoft.com/office/drawing/2014/main" id="{2A6C82FE-0513-4B32-847B-C9A46CEB5763}"/>
              </a:ext>
            </a:extLst>
          </p:cNvPr>
          <p:cNvSpPr>
            <a:spLocks xmlns:a="http://schemas.openxmlformats.org/drawingml/2006/main" noGrp="1"/>
          </p:cNvSpPr>
          <p:nvPr/>
        </p:nvSpPr>
        <p:spPr>
          <a:xfrm xmlns:a="http://schemas.openxmlformats.org/drawingml/2006/main">
            <a:off x="3476625" y="8448675"/>
            <a:ext cx="381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250" b="1">
                <a:solidFill>
                  <a:srgbClr val="007F83"/>
                </a:solidFill>
              </a:defRPr>
            </a:defPPr>
            <a:lvl1pPr algn="l">
              <a:defRPr sz="2250" b="1">
                <a:solidFill>
                  <a:srgbClr val="007F83"/>
                </a:solidFill>
              </a:defRPr>
            </a:lvl1pPr>
            <a:lvl2pPr algn="l">
              <a:defRPr sz="2250" b="1">
                <a:solidFill>
                  <a:srgbClr val="007F83"/>
                </a:solidFill>
              </a:defRPr>
            </a:lvl2pPr>
            <a:lvl3pPr algn="l">
              <a:defRPr sz="2250" b="1">
                <a:solidFill>
                  <a:srgbClr val="007F83"/>
                </a:solidFill>
              </a:defRPr>
            </a:lvl3pPr>
            <a:lvl4pPr algn="l">
              <a:defRPr sz="2250" b="1">
                <a:solidFill>
                  <a:srgbClr val="007F83"/>
                </a:solidFill>
              </a:defRPr>
            </a:lvl4pPr>
            <a:lvl5pPr algn="l">
              <a:defRPr sz="2250" b="1">
                <a:solidFill>
                  <a:srgbClr val="007F83"/>
                </a:solidFill>
              </a:defRPr>
            </a:lvl5pPr>
            <a:lvl6pPr algn="l">
              <a:defRPr sz="2250" b="1">
                <a:solidFill>
                  <a:srgbClr val="007F83"/>
                </a:solidFill>
              </a:defRPr>
            </a:lvl6pPr>
            <a:lvl7pPr algn="l">
              <a:defRPr sz="2250" b="1">
                <a:solidFill>
                  <a:srgbClr val="007F83"/>
                </a:solidFill>
              </a:defRPr>
            </a:lvl7pPr>
            <a:lvl8pPr algn="l">
              <a:defRPr sz="2250" b="1">
                <a:solidFill>
                  <a:srgbClr val="007F83"/>
                </a:solidFill>
              </a:defRPr>
            </a:lvl8pPr>
            <a:lvl9pPr algn="l">
              <a:defRPr sz="2250" b="1">
                <a:solidFill>
                  <a:srgbClr val="007F83"/>
                </a:solidFill>
              </a:defRPr>
            </a:lvl9pPr>
          </a:lstStyle>
          <a:p xmlns:a="http://schemas.openxmlformats.org/drawingml/2006/main">
            <a:pPr algn="l">
              <a:buNone/>
              <a:defRPr sz="2250" b="1">
                <a:solidFill>
                  <a:srgbClr val="007F83"/>
                </a:solidFill>
              </a:defRPr>
            </a:pPr>
            <a:r>
              <a:rPr sz="2250" b="1">
                <a:solidFill>
                  <a:srgbClr val="007F83"/>
                </a:solidFill>
              </a:rPr>
              <a:t>→</a:t>
            </a:r>
          </a:p>
        </p:txBody>
      </p:sp>
      <p:sp>
        <p:nvSpPr>
          <p:cNvPr id="40" name="text-55">
            <a:extLst xmlns:a="http://schemas.openxmlformats.org/drawingml/2006/main">
              <a:ext uri="{FF2B5EF4-FFF2-40B4-BE49-F238E27FC236}">
                <a16:creationId xmlns:a16="http://schemas.microsoft.com/office/drawing/2014/main" id="{D90DF9D3-7C03-4BB9-912F-D122E6C01A59}"/>
              </a:ext>
            </a:extLst>
          </p:cNvPr>
          <p:cNvSpPr>
            <a:spLocks xmlns:a="http://schemas.openxmlformats.org/drawingml/2006/main" noGrp="1"/>
          </p:cNvSpPr>
          <p:nvPr/>
        </p:nvSpPr>
        <p:spPr>
          <a:xfrm xmlns:a="http://schemas.openxmlformats.org/drawingml/2006/main">
            <a:off x="3876675" y="8448675"/>
            <a:ext cx="22574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875" b="1">
                <a:solidFill>
                  <a:srgbClr val="007F83"/>
                </a:solidFill>
              </a:defRPr>
            </a:defPPr>
            <a:lvl1pPr algn="ctr">
              <a:defRPr sz="1875" b="1">
                <a:solidFill>
                  <a:srgbClr val="007F83"/>
                </a:solidFill>
              </a:defRPr>
            </a:lvl1pPr>
            <a:lvl2pPr algn="ctr">
              <a:defRPr sz="1875" b="1">
                <a:solidFill>
                  <a:srgbClr val="007F83"/>
                </a:solidFill>
              </a:defRPr>
            </a:lvl2pPr>
            <a:lvl3pPr algn="ctr">
              <a:defRPr sz="1875" b="1">
                <a:solidFill>
                  <a:srgbClr val="007F83"/>
                </a:solidFill>
              </a:defRPr>
            </a:lvl3pPr>
            <a:lvl4pPr algn="ctr">
              <a:defRPr sz="1875" b="1">
                <a:solidFill>
                  <a:srgbClr val="007F83"/>
                </a:solidFill>
              </a:defRPr>
            </a:lvl4pPr>
            <a:lvl5pPr algn="ctr">
              <a:defRPr sz="1875" b="1">
                <a:solidFill>
                  <a:srgbClr val="007F83"/>
                </a:solidFill>
              </a:defRPr>
            </a:lvl5pPr>
            <a:lvl6pPr algn="ctr">
              <a:defRPr sz="1875" b="1">
                <a:solidFill>
                  <a:srgbClr val="007F83"/>
                </a:solidFill>
              </a:defRPr>
            </a:lvl6pPr>
            <a:lvl7pPr algn="ctr">
              <a:defRPr sz="1875" b="1">
                <a:solidFill>
                  <a:srgbClr val="007F83"/>
                </a:solidFill>
              </a:defRPr>
            </a:lvl7pPr>
            <a:lvl8pPr algn="ctr">
              <a:defRPr sz="1875" b="1">
                <a:solidFill>
                  <a:srgbClr val="007F83"/>
                </a:solidFill>
              </a:defRPr>
            </a:lvl8pPr>
            <a:lvl9pPr algn="ctr">
              <a:defRPr sz="1875" b="1">
                <a:solidFill>
                  <a:srgbClr val="007F83"/>
                </a:solidFill>
              </a:defRPr>
            </a:lvl9pPr>
          </a:lstStyle>
          <a:p xmlns:a="http://schemas.openxmlformats.org/drawingml/2006/main">
            <a:pPr algn="ctr">
              <a:buNone/>
              <a:defRPr sz="1875" b="1">
                <a:solidFill>
                  <a:srgbClr val="007F83"/>
                </a:solidFill>
              </a:defRPr>
            </a:pPr>
            <a:r>
              <a:rPr sz="1875" b="1">
                <a:solidFill>
                  <a:srgbClr val="007F83"/>
                </a:solidFill>
              </a:rPr>
              <a:t>UNDERSTAND</a:t>
            </a:r>
          </a:p>
        </p:txBody>
      </p:sp>
      <p:sp>
        <p:nvSpPr>
          <p:cNvPr id="41" name="text-56">
            <a:extLst xmlns:a="http://schemas.openxmlformats.org/drawingml/2006/main">
              <a:ext uri="{FF2B5EF4-FFF2-40B4-BE49-F238E27FC236}">
                <a16:creationId xmlns:a16="http://schemas.microsoft.com/office/drawing/2014/main" id="{A9C1742F-81C5-4F15-9075-2E0A816A60D7}"/>
              </a:ext>
            </a:extLst>
          </p:cNvPr>
          <p:cNvSpPr>
            <a:spLocks xmlns:a="http://schemas.openxmlformats.org/drawingml/2006/main" noGrp="1"/>
          </p:cNvSpPr>
          <p:nvPr/>
        </p:nvSpPr>
        <p:spPr>
          <a:xfrm xmlns:a="http://schemas.openxmlformats.org/drawingml/2006/main">
            <a:off x="6162675" y="8448675"/>
            <a:ext cx="381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250" b="1">
                <a:solidFill>
                  <a:srgbClr val="007F83"/>
                </a:solidFill>
              </a:defRPr>
            </a:defPPr>
            <a:lvl1pPr algn="l">
              <a:defRPr sz="2250" b="1">
                <a:solidFill>
                  <a:srgbClr val="007F83"/>
                </a:solidFill>
              </a:defRPr>
            </a:lvl1pPr>
            <a:lvl2pPr algn="l">
              <a:defRPr sz="2250" b="1">
                <a:solidFill>
                  <a:srgbClr val="007F83"/>
                </a:solidFill>
              </a:defRPr>
            </a:lvl2pPr>
            <a:lvl3pPr algn="l">
              <a:defRPr sz="2250" b="1">
                <a:solidFill>
                  <a:srgbClr val="007F83"/>
                </a:solidFill>
              </a:defRPr>
            </a:lvl3pPr>
            <a:lvl4pPr algn="l">
              <a:defRPr sz="2250" b="1">
                <a:solidFill>
                  <a:srgbClr val="007F83"/>
                </a:solidFill>
              </a:defRPr>
            </a:lvl4pPr>
            <a:lvl5pPr algn="l">
              <a:defRPr sz="2250" b="1">
                <a:solidFill>
                  <a:srgbClr val="007F83"/>
                </a:solidFill>
              </a:defRPr>
            </a:lvl5pPr>
            <a:lvl6pPr algn="l">
              <a:defRPr sz="2250" b="1">
                <a:solidFill>
                  <a:srgbClr val="007F83"/>
                </a:solidFill>
              </a:defRPr>
            </a:lvl6pPr>
            <a:lvl7pPr algn="l">
              <a:defRPr sz="2250" b="1">
                <a:solidFill>
                  <a:srgbClr val="007F83"/>
                </a:solidFill>
              </a:defRPr>
            </a:lvl7pPr>
            <a:lvl8pPr algn="l">
              <a:defRPr sz="2250" b="1">
                <a:solidFill>
                  <a:srgbClr val="007F83"/>
                </a:solidFill>
              </a:defRPr>
            </a:lvl8pPr>
            <a:lvl9pPr algn="l">
              <a:defRPr sz="2250" b="1">
                <a:solidFill>
                  <a:srgbClr val="007F83"/>
                </a:solidFill>
              </a:defRPr>
            </a:lvl9pPr>
          </a:lstStyle>
          <a:p xmlns:a="http://schemas.openxmlformats.org/drawingml/2006/main">
            <a:pPr algn="l">
              <a:buNone/>
              <a:defRPr sz="2250" b="1">
                <a:solidFill>
                  <a:srgbClr val="007F83"/>
                </a:solidFill>
              </a:defRPr>
            </a:pPr>
            <a:r>
              <a:rPr sz="2250" b="1">
                <a:solidFill>
                  <a:srgbClr val="007F83"/>
                </a:solidFill>
              </a:rPr>
              <a:t>→</a:t>
            </a:r>
          </a:p>
        </p:txBody>
      </p:sp>
      <p:sp>
        <p:nvSpPr>
          <p:cNvPr id="42" name="text-57">
            <a:extLst xmlns:a="http://schemas.openxmlformats.org/drawingml/2006/main">
              <a:ext uri="{FF2B5EF4-FFF2-40B4-BE49-F238E27FC236}">
                <a16:creationId xmlns:a16="http://schemas.microsoft.com/office/drawing/2014/main" id="{95EC1318-6ECA-4F2B-91E6-FB7E5BD3DE76}"/>
              </a:ext>
            </a:extLst>
          </p:cNvPr>
          <p:cNvSpPr>
            <a:spLocks xmlns:a="http://schemas.openxmlformats.org/drawingml/2006/main" noGrp="1"/>
          </p:cNvSpPr>
          <p:nvPr/>
        </p:nvSpPr>
        <p:spPr>
          <a:xfrm xmlns:a="http://schemas.openxmlformats.org/drawingml/2006/main">
            <a:off x="6562725" y="8448675"/>
            <a:ext cx="22574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875" b="1">
                <a:solidFill>
                  <a:srgbClr val="007F83"/>
                </a:solidFill>
              </a:defRPr>
            </a:defPPr>
            <a:lvl1pPr algn="ctr">
              <a:defRPr sz="1875" b="1">
                <a:solidFill>
                  <a:srgbClr val="007F83"/>
                </a:solidFill>
              </a:defRPr>
            </a:lvl1pPr>
            <a:lvl2pPr algn="ctr">
              <a:defRPr sz="1875" b="1">
                <a:solidFill>
                  <a:srgbClr val="007F83"/>
                </a:solidFill>
              </a:defRPr>
            </a:lvl2pPr>
            <a:lvl3pPr algn="ctr">
              <a:defRPr sz="1875" b="1">
                <a:solidFill>
                  <a:srgbClr val="007F83"/>
                </a:solidFill>
              </a:defRPr>
            </a:lvl3pPr>
            <a:lvl4pPr algn="ctr">
              <a:defRPr sz="1875" b="1">
                <a:solidFill>
                  <a:srgbClr val="007F83"/>
                </a:solidFill>
              </a:defRPr>
            </a:lvl4pPr>
            <a:lvl5pPr algn="ctr">
              <a:defRPr sz="1875" b="1">
                <a:solidFill>
                  <a:srgbClr val="007F83"/>
                </a:solidFill>
              </a:defRPr>
            </a:lvl5pPr>
            <a:lvl6pPr algn="ctr">
              <a:defRPr sz="1875" b="1">
                <a:solidFill>
                  <a:srgbClr val="007F83"/>
                </a:solidFill>
              </a:defRPr>
            </a:lvl6pPr>
            <a:lvl7pPr algn="ctr">
              <a:defRPr sz="1875" b="1">
                <a:solidFill>
                  <a:srgbClr val="007F83"/>
                </a:solidFill>
              </a:defRPr>
            </a:lvl7pPr>
            <a:lvl8pPr algn="ctr">
              <a:defRPr sz="1875" b="1">
                <a:solidFill>
                  <a:srgbClr val="007F83"/>
                </a:solidFill>
              </a:defRPr>
            </a:lvl8pPr>
            <a:lvl9pPr algn="ctr">
              <a:defRPr sz="1875" b="1">
                <a:solidFill>
                  <a:srgbClr val="007F83"/>
                </a:solidFill>
              </a:defRPr>
            </a:lvl9pPr>
          </a:lstStyle>
          <a:p xmlns:a="http://schemas.openxmlformats.org/drawingml/2006/main">
            <a:pPr algn="ctr">
              <a:buNone/>
              <a:defRPr sz="1875" b="1">
                <a:solidFill>
                  <a:srgbClr val="007F83"/>
                </a:solidFill>
              </a:defRPr>
            </a:pPr>
            <a:r>
              <a:rPr sz="1875" b="1">
                <a:solidFill>
                  <a:srgbClr val="007F83"/>
                </a:solidFill>
              </a:rPr>
              <a:t>ASK</a:t>
            </a:r>
          </a:p>
        </p:txBody>
      </p:sp>
      <p:sp>
        <p:nvSpPr>
          <p:cNvPr id="43" name="text-58">
            <a:extLst xmlns:a="http://schemas.openxmlformats.org/drawingml/2006/main">
              <a:ext uri="{FF2B5EF4-FFF2-40B4-BE49-F238E27FC236}">
                <a16:creationId xmlns:a16="http://schemas.microsoft.com/office/drawing/2014/main" id="{26480E48-4EFF-4D5B-932E-107424415D1A}"/>
              </a:ext>
            </a:extLst>
          </p:cNvPr>
          <p:cNvSpPr>
            <a:spLocks xmlns:a="http://schemas.openxmlformats.org/drawingml/2006/main" noGrp="1"/>
          </p:cNvSpPr>
          <p:nvPr/>
        </p:nvSpPr>
        <p:spPr>
          <a:xfrm xmlns:a="http://schemas.openxmlformats.org/drawingml/2006/main">
            <a:off x="8848725" y="8448675"/>
            <a:ext cx="381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250" b="1">
                <a:solidFill>
                  <a:srgbClr val="007F83"/>
                </a:solidFill>
              </a:defRPr>
            </a:defPPr>
            <a:lvl1pPr algn="l">
              <a:defRPr sz="2250" b="1">
                <a:solidFill>
                  <a:srgbClr val="007F83"/>
                </a:solidFill>
              </a:defRPr>
            </a:lvl1pPr>
            <a:lvl2pPr algn="l">
              <a:defRPr sz="2250" b="1">
                <a:solidFill>
                  <a:srgbClr val="007F83"/>
                </a:solidFill>
              </a:defRPr>
            </a:lvl2pPr>
            <a:lvl3pPr algn="l">
              <a:defRPr sz="2250" b="1">
                <a:solidFill>
                  <a:srgbClr val="007F83"/>
                </a:solidFill>
              </a:defRPr>
            </a:lvl3pPr>
            <a:lvl4pPr algn="l">
              <a:defRPr sz="2250" b="1">
                <a:solidFill>
                  <a:srgbClr val="007F83"/>
                </a:solidFill>
              </a:defRPr>
            </a:lvl4pPr>
            <a:lvl5pPr algn="l">
              <a:defRPr sz="2250" b="1">
                <a:solidFill>
                  <a:srgbClr val="007F83"/>
                </a:solidFill>
              </a:defRPr>
            </a:lvl5pPr>
            <a:lvl6pPr algn="l">
              <a:defRPr sz="2250" b="1">
                <a:solidFill>
                  <a:srgbClr val="007F83"/>
                </a:solidFill>
              </a:defRPr>
            </a:lvl6pPr>
            <a:lvl7pPr algn="l">
              <a:defRPr sz="2250" b="1">
                <a:solidFill>
                  <a:srgbClr val="007F83"/>
                </a:solidFill>
              </a:defRPr>
            </a:lvl7pPr>
            <a:lvl8pPr algn="l">
              <a:defRPr sz="2250" b="1">
                <a:solidFill>
                  <a:srgbClr val="007F83"/>
                </a:solidFill>
              </a:defRPr>
            </a:lvl8pPr>
            <a:lvl9pPr algn="l">
              <a:defRPr sz="2250" b="1">
                <a:solidFill>
                  <a:srgbClr val="007F83"/>
                </a:solidFill>
              </a:defRPr>
            </a:lvl9pPr>
          </a:lstStyle>
          <a:p xmlns:a="http://schemas.openxmlformats.org/drawingml/2006/main">
            <a:pPr algn="l">
              <a:buNone/>
              <a:defRPr sz="2250" b="1">
                <a:solidFill>
                  <a:srgbClr val="007F83"/>
                </a:solidFill>
              </a:defRPr>
            </a:pPr>
            <a:r>
              <a:rPr sz="2250" b="1">
                <a:solidFill>
                  <a:srgbClr val="007F83"/>
                </a:solidFill>
              </a:rPr>
              <a:t>→</a:t>
            </a:r>
          </a:p>
        </p:txBody>
      </p:sp>
      <p:sp>
        <p:nvSpPr>
          <p:cNvPr id="44" name="text-59">
            <a:extLst xmlns:a="http://schemas.openxmlformats.org/drawingml/2006/main">
              <a:ext uri="{FF2B5EF4-FFF2-40B4-BE49-F238E27FC236}">
                <a16:creationId xmlns:a16="http://schemas.microsoft.com/office/drawing/2014/main" id="{47BAD04C-E988-4D86-A56F-26209DD68D1E}"/>
              </a:ext>
            </a:extLst>
          </p:cNvPr>
          <p:cNvSpPr>
            <a:spLocks xmlns:a="http://schemas.openxmlformats.org/drawingml/2006/main" noGrp="1"/>
          </p:cNvSpPr>
          <p:nvPr/>
        </p:nvSpPr>
        <p:spPr>
          <a:xfrm xmlns:a="http://schemas.openxmlformats.org/drawingml/2006/main">
            <a:off x="9248775" y="8448675"/>
            <a:ext cx="22574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875" b="1">
                <a:solidFill>
                  <a:srgbClr val="007F83"/>
                </a:solidFill>
              </a:defRPr>
            </a:defPPr>
            <a:lvl1pPr algn="ctr">
              <a:defRPr sz="1875" b="1">
                <a:solidFill>
                  <a:srgbClr val="007F83"/>
                </a:solidFill>
              </a:defRPr>
            </a:lvl1pPr>
            <a:lvl2pPr algn="ctr">
              <a:defRPr sz="1875" b="1">
                <a:solidFill>
                  <a:srgbClr val="007F83"/>
                </a:solidFill>
              </a:defRPr>
            </a:lvl2pPr>
            <a:lvl3pPr algn="ctr">
              <a:defRPr sz="1875" b="1">
                <a:solidFill>
                  <a:srgbClr val="007F83"/>
                </a:solidFill>
              </a:defRPr>
            </a:lvl3pPr>
            <a:lvl4pPr algn="ctr">
              <a:defRPr sz="1875" b="1">
                <a:solidFill>
                  <a:srgbClr val="007F83"/>
                </a:solidFill>
              </a:defRPr>
            </a:lvl4pPr>
            <a:lvl5pPr algn="ctr">
              <a:defRPr sz="1875" b="1">
                <a:solidFill>
                  <a:srgbClr val="007F83"/>
                </a:solidFill>
              </a:defRPr>
            </a:lvl5pPr>
            <a:lvl6pPr algn="ctr">
              <a:defRPr sz="1875" b="1">
                <a:solidFill>
                  <a:srgbClr val="007F83"/>
                </a:solidFill>
              </a:defRPr>
            </a:lvl6pPr>
            <a:lvl7pPr algn="ctr">
              <a:defRPr sz="1875" b="1">
                <a:solidFill>
                  <a:srgbClr val="007F83"/>
                </a:solidFill>
              </a:defRPr>
            </a:lvl7pPr>
            <a:lvl8pPr algn="ctr">
              <a:defRPr sz="1875" b="1">
                <a:solidFill>
                  <a:srgbClr val="007F83"/>
                </a:solidFill>
              </a:defRPr>
            </a:lvl8pPr>
            <a:lvl9pPr algn="ctr">
              <a:defRPr sz="1875" b="1">
                <a:solidFill>
                  <a:srgbClr val="007F83"/>
                </a:solidFill>
              </a:defRPr>
            </a:lvl9pPr>
          </a:lstStyle>
          <a:p xmlns:a="http://schemas.openxmlformats.org/drawingml/2006/main">
            <a:pPr algn="ctr">
              <a:buNone/>
              <a:defRPr sz="1875" b="1">
                <a:solidFill>
                  <a:srgbClr val="007F83"/>
                </a:solidFill>
              </a:defRPr>
            </a:pPr>
            <a:r>
              <a:rPr sz="1875" b="1">
                <a:solidFill>
                  <a:srgbClr val="007F83"/>
                </a:solidFill>
              </a:rPr>
              <a:t>EXPLAIN</a:t>
            </a:r>
          </a:p>
        </p:txBody>
      </p:sp>
      <p:sp>
        <p:nvSpPr>
          <p:cNvPr id="45" name="text-60">
            <a:extLst xmlns:a="http://schemas.openxmlformats.org/drawingml/2006/main">
              <a:ext uri="{FF2B5EF4-FFF2-40B4-BE49-F238E27FC236}">
                <a16:creationId xmlns:a16="http://schemas.microsoft.com/office/drawing/2014/main" id="{D217D5F3-CC04-4A15-9D06-BEE71CD8633B}"/>
              </a:ext>
            </a:extLst>
          </p:cNvPr>
          <p:cNvSpPr>
            <a:spLocks xmlns:a="http://schemas.openxmlformats.org/drawingml/2006/main" noGrp="1"/>
          </p:cNvSpPr>
          <p:nvPr/>
        </p:nvSpPr>
        <p:spPr>
          <a:xfrm xmlns:a="http://schemas.openxmlformats.org/drawingml/2006/main">
            <a:off x="11534775" y="8448675"/>
            <a:ext cx="381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250" b="1">
                <a:solidFill>
                  <a:srgbClr val="007F83"/>
                </a:solidFill>
              </a:defRPr>
            </a:defPPr>
            <a:lvl1pPr algn="l">
              <a:defRPr sz="2250" b="1">
                <a:solidFill>
                  <a:srgbClr val="007F83"/>
                </a:solidFill>
              </a:defRPr>
            </a:lvl1pPr>
            <a:lvl2pPr algn="l">
              <a:defRPr sz="2250" b="1">
                <a:solidFill>
                  <a:srgbClr val="007F83"/>
                </a:solidFill>
              </a:defRPr>
            </a:lvl2pPr>
            <a:lvl3pPr algn="l">
              <a:defRPr sz="2250" b="1">
                <a:solidFill>
                  <a:srgbClr val="007F83"/>
                </a:solidFill>
              </a:defRPr>
            </a:lvl3pPr>
            <a:lvl4pPr algn="l">
              <a:defRPr sz="2250" b="1">
                <a:solidFill>
                  <a:srgbClr val="007F83"/>
                </a:solidFill>
              </a:defRPr>
            </a:lvl4pPr>
            <a:lvl5pPr algn="l">
              <a:defRPr sz="2250" b="1">
                <a:solidFill>
                  <a:srgbClr val="007F83"/>
                </a:solidFill>
              </a:defRPr>
            </a:lvl5pPr>
            <a:lvl6pPr algn="l">
              <a:defRPr sz="2250" b="1">
                <a:solidFill>
                  <a:srgbClr val="007F83"/>
                </a:solidFill>
              </a:defRPr>
            </a:lvl6pPr>
            <a:lvl7pPr algn="l">
              <a:defRPr sz="2250" b="1">
                <a:solidFill>
                  <a:srgbClr val="007F83"/>
                </a:solidFill>
              </a:defRPr>
            </a:lvl7pPr>
            <a:lvl8pPr algn="l">
              <a:defRPr sz="2250" b="1">
                <a:solidFill>
                  <a:srgbClr val="007F83"/>
                </a:solidFill>
              </a:defRPr>
            </a:lvl8pPr>
            <a:lvl9pPr algn="l">
              <a:defRPr sz="2250" b="1">
                <a:solidFill>
                  <a:srgbClr val="007F83"/>
                </a:solidFill>
              </a:defRPr>
            </a:lvl9pPr>
          </a:lstStyle>
          <a:p xmlns:a="http://schemas.openxmlformats.org/drawingml/2006/main">
            <a:pPr algn="l">
              <a:buNone/>
              <a:defRPr sz="2250" b="1">
                <a:solidFill>
                  <a:srgbClr val="007F83"/>
                </a:solidFill>
              </a:defRPr>
            </a:pPr>
            <a:r>
              <a:rPr sz="2250" b="1">
                <a:solidFill>
                  <a:srgbClr val="007F83"/>
                </a:solidFill>
              </a:rPr>
              <a:t>→</a:t>
            </a:r>
          </a:p>
        </p:txBody>
      </p:sp>
      <p:sp>
        <p:nvSpPr>
          <p:cNvPr id="46" name="text-61">
            <a:extLst xmlns:a="http://schemas.openxmlformats.org/drawingml/2006/main">
              <a:ext uri="{FF2B5EF4-FFF2-40B4-BE49-F238E27FC236}">
                <a16:creationId xmlns:a16="http://schemas.microsoft.com/office/drawing/2014/main" id="{DACF41F9-539A-4768-99DB-2F533D01365A}"/>
              </a:ext>
            </a:extLst>
          </p:cNvPr>
          <p:cNvSpPr>
            <a:spLocks xmlns:a="http://schemas.openxmlformats.org/drawingml/2006/main" noGrp="1"/>
          </p:cNvSpPr>
          <p:nvPr/>
        </p:nvSpPr>
        <p:spPr>
          <a:xfrm xmlns:a="http://schemas.openxmlformats.org/drawingml/2006/main">
            <a:off x="11934825" y="8448675"/>
            <a:ext cx="22574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875" b="1">
                <a:solidFill>
                  <a:srgbClr val="007F83"/>
                </a:solidFill>
              </a:defRPr>
            </a:defPPr>
            <a:lvl1pPr algn="ctr">
              <a:defRPr sz="1875" b="1">
                <a:solidFill>
                  <a:srgbClr val="007F83"/>
                </a:solidFill>
              </a:defRPr>
            </a:lvl1pPr>
            <a:lvl2pPr algn="ctr">
              <a:defRPr sz="1875" b="1">
                <a:solidFill>
                  <a:srgbClr val="007F83"/>
                </a:solidFill>
              </a:defRPr>
            </a:lvl2pPr>
            <a:lvl3pPr algn="ctr">
              <a:defRPr sz="1875" b="1">
                <a:solidFill>
                  <a:srgbClr val="007F83"/>
                </a:solidFill>
              </a:defRPr>
            </a:lvl3pPr>
            <a:lvl4pPr algn="ctr">
              <a:defRPr sz="1875" b="1">
                <a:solidFill>
                  <a:srgbClr val="007F83"/>
                </a:solidFill>
              </a:defRPr>
            </a:lvl4pPr>
            <a:lvl5pPr algn="ctr">
              <a:defRPr sz="1875" b="1">
                <a:solidFill>
                  <a:srgbClr val="007F83"/>
                </a:solidFill>
              </a:defRPr>
            </a:lvl5pPr>
            <a:lvl6pPr algn="ctr">
              <a:defRPr sz="1875" b="1">
                <a:solidFill>
                  <a:srgbClr val="007F83"/>
                </a:solidFill>
              </a:defRPr>
            </a:lvl6pPr>
            <a:lvl7pPr algn="ctr">
              <a:defRPr sz="1875" b="1">
                <a:solidFill>
                  <a:srgbClr val="007F83"/>
                </a:solidFill>
              </a:defRPr>
            </a:lvl7pPr>
            <a:lvl8pPr algn="ctr">
              <a:defRPr sz="1875" b="1">
                <a:solidFill>
                  <a:srgbClr val="007F83"/>
                </a:solidFill>
              </a:defRPr>
            </a:lvl8pPr>
            <a:lvl9pPr algn="ctr">
              <a:defRPr sz="1875" b="1">
                <a:solidFill>
                  <a:srgbClr val="007F83"/>
                </a:solidFill>
              </a:defRPr>
            </a:lvl9pPr>
          </a:lstStyle>
          <a:p xmlns:a="http://schemas.openxmlformats.org/drawingml/2006/main">
            <a:pPr algn="ctr">
              <a:buNone/>
              <a:defRPr sz="1875" b="1">
                <a:solidFill>
                  <a:srgbClr val="007F83"/>
                </a:solidFill>
              </a:defRPr>
            </a:pPr>
            <a:r>
              <a:rPr sz="1875" b="1">
                <a:solidFill>
                  <a:srgbClr val="007F83"/>
                </a:solidFill>
              </a:rPr>
              <a:t>PRACTICE</a:t>
            </a:r>
          </a:p>
        </p:txBody>
      </p:sp>
      <p:sp>
        <p:nvSpPr>
          <p:cNvPr id="47" name="text-62">
            <a:extLst xmlns:a="http://schemas.openxmlformats.org/drawingml/2006/main">
              <a:ext uri="{FF2B5EF4-FFF2-40B4-BE49-F238E27FC236}">
                <a16:creationId xmlns:a16="http://schemas.microsoft.com/office/drawing/2014/main" id="{9B60AE48-894F-4865-A88C-A7D458BF6A5B}"/>
              </a:ext>
            </a:extLst>
          </p:cNvPr>
          <p:cNvSpPr>
            <a:spLocks xmlns:a="http://schemas.openxmlformats.org/drawingml/2006/main" noGrp="1"/>
          </p:cNvSpPr>
          <p:nvPr/>
        </p:nvSpPr>
        <p:spPr>
          <a:xfrm xmlns:a="http://schemas.openxmlformats.org/drawingml/2006/main">
            <a:off x="14220825" y="8448675"/>
            <a:ext cx="381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250" b="1">
                <a:solidFill>
                  <a:srgbClr val="007F83"/>
                </a:solidFill>
              </a:defRPr>
            </a:defPPr>
            <a:lvl1pPr algn="l">
              <a:defRPr sz="2250" b="1">
                <a:solidFill>
                  <a:srgbClr val="007F83"/>
                </a:solidFill>
              </a:defRPr>
            </a:lvl1pPr>
            <a:lvl2pPr algn="l">
              <a:defRPr sz="2250" b="1">
                <a:solidFill>
                  <a:srgbClr val="007F83"/>
                </a:solidFill>
              </a:defRPr>
            </a:lvl2pPr>
            <a:lvl3pPr algn="l">
              <a:defRPr sz="2250" b="1">
                <a:solidFill>
                  <a:srgbClr val="007F83"/>
                </a:solidFill>
              </a:defRPr>
            </a:lvl3pPr>
            <a:lvl4pPr algn="l">
              <a:defRPr sz="2250" b="1">
                <a:solidFill>
                  <a:srgbClr val="007F83"/>
                </a:solidFill>
              </a:defRPr>
            </a:lvl4pPr>
            <a:lvl5pPr algn="l">
              <a:defRPr sz="2250" b="1">
                <a:solidFill>
                  <a:srgbClr val="007F83"/>
                </a:solidFill>
              </a:defRPr>
            </a:lvl5pPr>
            <a:lvl6pPr algn="l">
              <a:defRPr sz="2250" b="1">
                <a:solidFill>
                  <a:srgbClr val="007F83"/>
                </a:solidFill>
              </a:defRPr>
            </a:lvl6pPr>
            <a:lvl7pPr algn="l">
              <a:defRPr sz="2250" b="1">
                <a:solidFill>
                  <a:srgbClr val="007F83"/>
                </a:solidFill>
              </a:defRPr>
            </a:lvl7pPr>
            <a:lvl8pPr algn="l">
              <a:defRPr sz="2250" b="1">
                <a:solidFill>
                  <a:srgbClr val="007F83"/>
                </a:solidFill>
              </a:defRPr>
            </a:lvl8pPr>
            <a:lvl9pPr algn="l">
              <a:defRPr sz="2250" b="1">
                <a:solidFill>
                  <a:srgbClr val="007F83"/>
                </a:solidFill>
              </a:defRPr>
            </a:lvl9pPr>
          </a:lstStyle>
          <a:p xmlns:a="http://schemas.openxmlformats.org/drawingml/2006/main">
            <a:pPr algn="l">
              <a:buNone/>
              <a:defRPr sz="2250" b="1">
                <a:solidFill>
                  <a:srgbClr val="007F83"/>
                </a:solidFill>
              </a:defRPr>
            </a:pPr>
            <a:r>
              <a:rPr sz="2250" b="1">
                <a:solidFill>
                  <a:srgbClr val="007F83"/>
                </a:solidFill>
              </a:rPr>
              <a:t>→</a:t>
            </a:r>
          </a:p>
        </p:txBody>
      </p:sp>
      <p:sp>
        <p:nvSpPr>
          <p:cNvPr id="48" name="text-63">
            <a:extLst xmlns:a="http://schemas.openxmlformats.org/drawingml/2006/main">
              <a:ext uri="{FF2B5EF4-FFF2-40B4-BE49-F238E27FC236}">
                <a16:creationId xmlns:a16="http://schemas.microsoft.com/office/drawing/2014/main" id="{A88E0BD6-FDA2-416A-9234-91C93388D371}"/>
              </a:ext>
            </a:extLst>
          </p:cNvPr>
          <p:cNvSpPr>
            <a:spLocks xmlns:a="http://schemas.openxmlformats.org/drawingml/2006/main" noGrp="1"/>
          </p:cNvSpPr>
          <p:nvPr/>
        </p:nvSpPr>
        <p:spPr>
          <a:xfrm xmlns:a="http://schemas.openxmlformats.org/drawingml/2006/main">
            <a:off x="14620875" y="8448675"/>
            <a:ext cx="22574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875" b="1">
                <a:solidFill>
                  <a:srgbClr val="007F83"/>
                </a:solidFill>
              </a:defRPr>
            </a:defPPr>
            <a:lvl1pPr algn="ctr">
              <a:defRPr sz="1875" b="1">
                <a:solidFill>
                  <a:srgbClr val="007F83"/>
                </a:solidFill>
              </a:defRPr>
            </a:lvl1pPr>
            <a:lvl2pPr algn="ctr">
              <a:defRPr sz="1875" b="1">
                <a:solidFill>
                  <a:srgbClr val="007F83"/>
                </a:solidFill>
              </a:defRPr>
            </a:lvl2pPr>
            <a:lvl3pPr algn="ctr">
              <a:defRPr sz="1875" b="1">
                <a:solidFill>
                  <a:srgbClr val="007F83"/>
                </a:solidFill>
              </a:defRPr>
            </a:lvl3pPr>
            <a:lvl4pPr algn="ctr">
              <a:defRPr sz="1875" b="1">
                <a:solidFill>
                  <a:srgbClr val="007F83"/>
                </a:solidFill>
              </a:defRPr>
            </a:lvl4pPr>
            <a:lvl5pPr algn="ctr">
              <a:defRPr sz="1875" b="1">
                <a:solidFill>
                  <a:srgbClr val="007F83"/>
                </a:solidFill>
              </a:defRPr>
            </a:lvl5pPr>
            <a:lvl6pPr algn="ctr">
              <a:defRPr sz="1875" b="1">
                <a:solidFill>
                  <a:srgbClr val="007F83"/>
                </a:solidFill>
              </a:defRPr>
            </a:lvl6pPr>
            <a:lvl7pPr algn="ctr">
              <a:defRPr sz="1875" b="1">
                <a:solidFill>
                  <a:srgbClr val="007F83"/>
                </a:solidFill>
              </a:defRPr>
            </a:lvl7pPr>
            <a:lvl8pPr algn="ctr">
              <a:defRPr sz="1875" b="1">
                <a:solidFill>
                  <a:srgbClr val="007F83"/>
                </a:solidFill>
              </a:defRPr>
            </a:lvl8pPr>
            <a:lvl9pPr algn="ctr">
              <a:defRPr sz="1875" b="1">
                <a:solidFill>
                  <a:srgbClr val="007F83"/>
                </a:solidFill>
              </a:defRPr>
            </a:lvl9pPr>
          </a:lstStyle>
          <a:p xmlns:a="http://schemas.openxmlformats.org/drawingml/2006/main">
            <a:pPr algn="ctr">
              <a:buNone/>
              <a:defRPr sz="1875" b="1">
                <a:solidFill>
                  <a:srgbClr val="007F83"/>
                </a:solidFill>
              </a:defRPr>
            </a:pPr>
            <a:r>
              <a:rPr sz="1875" b="1">
                <a:solidFill>
                  <a:srgbClr val="007F83"/>
                </a:solidFill>
              </a:rPr>
              <a:t>REVIEW</a:t>
            </a:r>
          </a:p>
        </p:txBody>
      </p:sp>
    </p:spTree>
    <p:extLst>
      <p:ext uri="{BB962C8B-B14F-4D97-AF65-F5344CB8AC3E}">
        <p14:creationId xmlns:p14="http://schemas.microsoft.com/office/powerpoint/2010/main" val="2083378434"/>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cxnSp>
        <p:nvCxnSpPr>
          <p:cNvPr id="47" name="">
            <a:extLst xmlns:a="http://schemas.openxmlformats.org/drawingml/2006/main">
              <a:ext uri="{FF2B5EF4-FFF2-40B4-BE49-F238E27FC236}">
                <a16:creationId xmlns:a16="http://schemas.microsoft.com/office/drawing/2014/main" id="{92942CB2-3978-4A66-97E4-3D5204184B7A}"/>
              </a:ext>
            </a:extLst>
          </p:cNvPr>
          <p:cNvCxnSpPr>
            <a:stCxn xmlns:a="http://schemas.openxmlformats.org/drawingml/2006/main" id="13" idx="3"/>
            <a:endCxn xmlns:a="http://schemas.openxmlformats.org/drawingml/2006/main" id="46" idx="1"/>
          </p:cNvCxnSpPr>
          <p:nvPr/>
        </p:nvCxnSpPr>
        <p:spPr>
          <a:xfrm xmlns:a="http://schemas.openxmlformats.org/drawingml/2006/main">
            <a:off x="10553700" y="6038850"/>
            <a:ext cx="876300" cy="2076450"/>
          </a:xfrm>
          <a:prstGeom xmlns:a="http://schemas.openxmlformats.org/drawingml/2006/main" prst="straightConnector1">
            <a:avLst/>
          </a:prstGeom>
          <a:ln xmlns:a="http://schemas.openxmlformats.org/drawingml/2006/main" w="28575">
            <a:solidFill>
              <a:srgbClr val="C7E0E2"/>
            </a:solidFill>
            <a:tailEnd type="none" w="med" len="med"/>
          </a:ln>
        </p:spPr>
      </p:cxnSp>
      <p:cxnSp>
        <p:nvCxnSpPr>
          <p:cNvPr id="41" name="">
            <a:extLst xmlns:a="http://schemas.openxmlformats.org/drawingml/2006/main">
              <a:ext uri="{FF2B5EF4-FFF2-40B4-BE49-F238E27FC236}">
                <a16:creationId xmlns:a16="http://schemas.microsoft.com/office/drawing/2014/main" id="{6913446E-AC3B-4B01-8F05-1E5F03F4F093}"/>
              </a:ext>
            </a:extLst>
          </p:cNvPr>
          <p:cNvCxnSpPr>
            <a:stCxn xmlns:a="http://schemas.openxmlformats.org/drawingml/2006/main" id="13" idx="3"/>
            <a:endCxn xmlns:a="http://schemas.openxmlformats.org/drawingml/2006/main" id="40" idx="1"/>
          </p:cNvCxnSpPr>
          <p:nvPr/>
        </p:nvCxnSpPr>
        <p:spPr>
          <a:xfrm xmlns:a="http://schemas.openxmlformats.org/drawingml/2006/main">
            <a:off x="10553700" y="6038850"/>
            <a:ext cx="876300" cy="238125"/>
          </a:xfrm>
          <a:prstGeom xmlns:a="http://schemas.openxmlformats.org/drawingml/2006/main" prst="straightConnector1">
            <a:avLst/>
          </a:prstGeom>
          <a:ln xmlns:a="http://schemas.openxmlformats.org/drawingml/2006/main" w="28575">
            <a:solidFill>
              <a:srgbClr val="C7E0E2"/>
            </a:solidFill>
            <a:tailEnd type="none" w="med" len="med"/>
          </a:ln>
        </p:spPr>
      </p:cxnSp>
      <p:cxnSp>
        <p:nvCxnSpPr>
          <p:cNvPr id="35" name="">
            <a:extLst xmlns:a="http://schemas.openxmlformats.org/drawingml/2006/main">
              <a:ext uri="{FF2B5EF4-FFF2-40B4-BE49-F238E27FC236}">
                <a16:creationId xmlns:a16="http://schemas.microsoft.com/office/drawing/2014/main" id="{82A7A5FB-87D3-4495-9DB4-0F2E37D2677E}"/>
              </a:ext>
            </a:extLst>
          </p:cNvPr>
          <p:cNvCxnSpPr>
            <a:stCxn xmlns:a="http://schemas.openxmlformats.org/drawingml/2006/main" id="13" idx="3"/>
            <a:endCxn xmlns:a="http://schemas.openxmlformats.org/drawingml/2006/main" id="34" idx="1"/>
          </p:cNvCxnSpPr>
          <p:nvPr/>
        </p:nvCxnSpPr>
        <p:spPr>
          <a:xfrm xmlns:a="http://schemas.openxmlformats.org/drawingml/2006/main" flipV="1">
            <a:off x="10553700" y="4438650"/>
            <a:ext cx="876300" cy="1600200"/>
          </a:xfrm>
          <a:prstGeom xmlns:a="http://schemas.openxmlformats.org/drawingml/2006/main" prst="straightConnector1">
            <a:avLst/>
          </a:prstGeom>
          <a:ln xmlns:a="http://schemas.openxmlformats.org/drawingml/2006/main" w="28575">
            <a:solidFill>
              <a:srgbClr val="C7E0E2"/>
            </a:solidFill>
            <a:tailEnd type="none" w="med" len="med"/>
          </a:ln>
        </p:spPr>
      </p:cxnSp>
      <p:cxnSp>
        <p:nvCxnSpPr>
          <p:cNvPr id="29" name="">
            <a:extLst xmlns:a="http://schemas.openxmlformats.org/drawingml/2006/main">
              <a:ext uri="{FF2B5EF4-FFF2-40B4-BE49-F238E27FC236}">
                <a16:creationId xmlns:a16="http://schemas.microsoft.com/office/drawing/2014/main" id="{FDCBD253-EE0D-4C55-A138-079870D7ABD0}"/>
              </a:ext>
            </a:extLst>
          </p:cNvPr>
          <p:cNvCxnSpPr>
            <a:stCxn xmlns:a="http://schemas.openxmlformats.org/drawingml/2006/main" id="13" idx="1"/>
            <a:endCxn xmlns:a="http://schemas.openxmlformats.org/drawingml/2006/main" id="28" idx="3"/>
          </p:cNvCxnSpPr>
          <p:nvPr/>
        </p:nvCxnSpPr>
        <p:spPr>
          <a:xfrm xmlns:a="http://schemas.openxmlformats.org/drawingml/2006/main" flipH="1">
            <a:off x="6762750" y="6038850"/>
            <a:ext cx="971550" cy="2076450"/>
          </a:xfrm>
          <a:prstGeom xmlns:a="http://schemas.openxmlformats.org/drawingml/2006/main" prst="straightConnector1">
            <a:avLst/>
          </a:prstGeom>
          <a:ln xmlns:a="http://schemas.openxmlformats.org/drawingml/2006/main" w="28575">
            <a:solidFill>
              <a:srgbClr val="C7E0E2"/>
            </a:solidFill>
            <a:tailEnd type="none" w="med" len="med"/>
          </a:ln>
        </p:spPr>
      </p:cxnSp>
      <p:cxnSp>
        <p:nvCxnSpPr>
          <p:cNvPr id="23" name="">
            <a:extLst xmlns:a="http://schemas.openxmlformats.org/drawingml/2006/main">
              <a:ext uri="{FF2B5EF4-FFF2-40B4-BE49-F238E27FC236}">
                <a16:creationId xmlns:a16="http://schemas.microsoft.com/office/drawing/2014/main" id="{E0B228E4-BD9B-4E29-BFBC-900F8D1EEFEF}"/>
              </a:ext>
            </a:extLst>
          </p:cNvPr>
          <p:cNvCxnSpPr>
            <a:stCxn xmlns:a="http://schemas.openxmlformats.org/drawingml/2006/main" id="13" idx="1"/>
            <a:endCxn xmlns:a="http://schemas.openxmlformats.org/drawingml/2006/main" id="22" idx="3"/>
          </p:cNvCxnSpPr>
          <p:nvPr/>
        </p:nvCxnSpPr>
        <p:spPr>
          <a:xfrm xmlns:a="http://schemas.openxmlformats.org/drawingml/2006/main" flipH="1">
            <a:off x="6762750" y="6038850"/>
            <a:ext cx="971550" cy="238125"/>
          </a:xfrm>
          <a:prstGeom xmlns:a="http://schemas.openxmlformats.org/drawingml/2006/main" prst="straightConnector1">
            <a:avLst/>
          </a:prstGeom>
          <a:ln xmlns:a="http://schemas.openxmlformats.org/drawingml/2006/main" w="28575">
            <a:solidFill>
              <a:srgbClr val="C7E0E2"/>
            </a:solidFill>
            <a:tailEnd type="none" w="med" len="med"/>
          </a:ln>
        </p:spPr>
      </p:cxnSp>
      <p:cxnSp>
        <p:nvCxnSpPr>
          <p:cNvPr id="17" name="">
            <a:extLst xmlns:a="http://schemas.openxmlformats.org/drawingml/2006/main">
              <a:ext uri="{FF2B5EF4-FFF2-40B4-BE49-F238E27FC236}">
                <a16:creationId xmlns:a16="http://schemas.microsoft.com/office/drawing/2014/main" id="{688A9642-6A06-45CD-9D15-21732A8B49A7}"/>
              </a:ext>
            </a:extLst>
          </p:cNvPr>
          <p:cNvCxnSpPr>
            <a:stCxn xmlns:a="http://schemas.openxmlformats.org/drawingml/2006/main" id="13" idx="1"/>
            <a:endCxn xmlns:a="http://schemas.openxmlformats.org/drawingml/2006/main" id="16" idx="3"/>
          </p:cNvCxnSpPr>
          <p:nvPr/>
        </p:nvCxnSpPr>
        <p:spPr>
          <a:xfrm xmlns:a="http://schemas.openxmlformats.org/drawingml/2006/main" flipH="1" flipV="1">
            <a:off x="6762750" y="4438650"/>
            <a:ext cx="971550" cy="1600200"/>
          </a:xfrm>
          <a:prstGeom xmlns:a="http://schemas.openxmlformats.org/drawingml/2006/main" prst="straightConnector1">
            <a:avLst/>
          </a:prstGeom>
          <a:ln xmlns:a="http://schemas.openxmlformats.org/drawingml/2006/main" w="28575">
            <a:solidFill>
              <a:srgbClr val="C7E0E2"/>
            </a:solidFill>
            <a:tailEnd type="none" w="med" len="med"/>
          </a:ln>
        </p:spPr>
      </p:cxnSp>
      <p:sp>
        <p:nvSpPr>
          <p:cNvPr id="2" name="Freeform 2">
            <a:extLst xmlns:a="http://schemas.openxmlformats.org/drawingml/2006/main">
              <a:ext uri="{FF2B5EF4-FFF2-40B4-BE49-F238E27FC236}">
                <a16:creationId xmlns:a16="http://schemas.microsoft.com/office/drawing/2014/main" id="{6C5070FA-EEA6-4801-9F14-4643C948C32E}"/>
              </a:ext>
            </a:extLst>
          </p:cNvPr>
          <p:cNvSpPr>
            <a:spLocks xmlns:a="http://schemas.openxmlformats.org/drawingml/2006/main" noGrp="1"/>
          </p:cNvSpPr>
          <p:nvPr/>
        </p:nvSpPr>
        <p:spPr>
          <a:xfrm xmlns:a="http://schemas.openxmlformats.org/drawingml/2006/main">
            <a:off x="0" y="0"/>
            <a:ext cx="18288000" cy="10450286"/>
          </a:xfrm>
          <a:custGeom xmlns:a="http://schemas.openxmlformats.org/drawingml/2006/main">
            <a:rect l="l" t="t" r="r" b="b"/>
            <a:pathLst>
              <a:path w="18288000" h="10450286">
                <a:moveTo>
                  <a:pt x="0" y="0"/>
                </a:moveTo>
                <a:lnTo>
                  <a:pt x="18288000" y="0"/>
                </a:lnTo>
                <a:lnTo>
                  <a:pt x="18288000" y="10450286"/>
                </a:lnTo>
                <a:lnTo>
                  <a:pt x="0" y="10450286"/>
                </a:lnTo>
                <a:lnTo>
                  <a:pt x="0" y="0"/>
                </a:lnTo>
                <a:close/>
              </a:path>
            </a:pathLst>
          </a:custGeom>
          <a:blipFill xmlns:a="http://schemas.openxmlformats.org/drawingml/2006/main">
            <a:blip xmlns:r="http://schemas.openxmlformats.org/officeDocument/2006/relationships" r:embed="Rac6b243e2bd44f07">
              <a:alphaModFix amt="21999"/>
            </a:blip>
            <a:stretch>
              <a:fillRect l="0" t="0" r="0" b="0"/>
            </a:stretch>
          </a:blipFill>
        </p:spPr>
        <p:txBody>
          <a:bodyPr xmlns:a="http://schemas.openxmlformats.org/drawingml/2006/main"/>
          <a:lstStyle xmlns:a="http://schemas.openxmlformats.org/drawingml/2006/main"/>
          <a:p xmlns:a="http://schemas.openxmlformats.org/drawingml/2006/main"/>
        </p:txBody>
      </p:sp>
      <p:sp>
        <p:nvSpPr>
          <p:cNvPr id="4" name="AutoShape 4">
            <a:extLst xmlns:a="http://schemas.openxmlformats.org/drawingml/2006/main">
              <a:ext uri="{FF2B5EF4-FFF2-40B4-BE49-F238E27FC236}">
                <a16:creationId xmlns:a16="http://schemas.microsoft.com/office/drawing/2014/main" id="{F1796AE8-C288-4386-A034-28E9AE39BB57}"/>
              </a:ext>
            </a:extLst>
          </p:cNvPr>
          <p:cNvSpPr>
            <a:spLocks xmlns:a="http://schemas.openxmlformats.org/drawingml/2006/main" noGrp="1"/>
          </p:cNvSpPr>
          <p:nvPr/>
        </p:nvSpPr>
        <p:spPr>
          <a:xfrm xmlns:a="http://schemas.openxmlformats.org/drawingml/2006/main" rot="0" flipH="0" flipV="0">
            <a:off x="19049" y="9430869"/>
            <a:ext cx="18491267" cy="0"/>
          </a:xfrm>
          <a:prstGeom xmlns:a="http://schemas.openxmlformats.org/drawingml/2006/main" prst="line">
            <a:avLst/>
          </a:prstGeom>
          <a:ln xmlns:a="http://schemas.openxmlformats.org/drawingml/2006/main" w="50800" cap="flat">
            <a:solidFill>
              <a:srgbClr val="000000"/>
            </a:solidFill>
            <a:prstDash val="solid"/>
            <a:headEnd type="none" w="sm" len="sm"/>
            <a:tailEnd type="none" w="sm" len="sm"/>
          </a:ln>
        </p:spPr>
      </p:sp>
      <p:sp>
        <p:nvSpPr>
          <p:cNvPr id="5" name="Freeform 5">
            <a:extLst xmlns:a="http://schemas.openxmlformats.org/drawingml/2006/main">
              <a:ext uri="{FF2B5EF4-FFF2-40B4-BE49-F238E27FC236}">
                <a16:creationId xmlns:a16="http://schemas.microsoft.com/office/drawing/2014/main" id="{EFDEDD14-561E-462B-82A9-00214BBCF16A}"/>
              </a:ext>
            </a:extLst>
          </p:cNvPr>
          <p:cNvSpPr>
            <a:spLocks xmlns:a="http://schemas.openxmlformats.org/drawingml/2006/main" noGrp="1"/>
          </p:cNvSpPr>
          <p:nvPr/>
        </p:nvSpPr>
        <p:spPr>
          <a:xfrm xmlns:a="http://schemas.openxmlformats.org/drawingml/2006/main" rot="0" flipH="0" flipV="0">
            <a:off x="0" y="0"/>
            <a:ext cx="2367196" cy="2367196"/>
          </a:xfrm>
          <a:custGeom xmlns:a="http://schemas.openxmlformats.org/drawingml/2006/main">
            <a:rect l="l" t="t" r="r" b="b"/>
            <a:pathLst>
              <a:path w="3156262" h="3156262">
                <a:moveTo>
                  <a:pt x="0" y="0"/>
                </a:moveTo>
                <a:lnTo>
                  <a:pt x="3156262" y="0"/>
                </a:lnTo>
                <a:lnTo>
                  <a:pt x="3156262" y="3156262"/>
                </a:lnTo>
                <a:lnTo>
                  <a:pt x="0" y="3156262"/>
                </a:lnTo>
                <a:lnTo>
                  <a:pt x="0" y="0"/>
                </a:lnTo>
                <a:close/>
              </a:path>
            </a:pathLst>
          </a:custGeom>
          <a:blipFill xmlns:a="http://schemas.openxmlformats.org/drawingml/2006/main">
            <a:blip xmlns:r="http://schemas.openxmlformats.org/officeDocument/2006/relationships" r:embed="R3528ef0ce46d49c1"/>
            <a:stretch>
              <a:fillRect l="0" t="0" r="0" b="0"/>
            </a:stretch>
          </a:blipFill>
        </p:spPr>
      </p:sp>
      <p:sp>
        <p:nvSpPr>
          <p:cNvPr id="6" name="TextBox 6">
            <a:extLst xmlns:a="http://schemas.openxmlformats.org/drawingml/2006/main">
              <a:ext uri="{FF2B5EF4-FFF2-40B4-BE49-F238E27FC236}">
                <a16:creationId xmlns:a16="http://schemas.microsoft.com/office/drawing/2014/main" id="{57A94CAB-499E-4407-8FBD-5A0D60EA87C7}"/>
              </a:ext>
            </a:extLst>
          </p:cNvPr>
          <p:cNvSpPr>
            <a:spLocks xmlns:a="http://schemas.openxmlformats.org/drawingml/2006/main" noGrp="1"/>
          </p:cNvSpPr>
          <p:nvPr/>
        </p:nvSpPr>
        <p:spPr>
          <a:xfrm xmlns:a="http://schemas.openxmlformats.org/drawingml/2006/main" rot="0" flipH="0" flipV="0">
            <a:off x="7423413" y="9617547"/>
            <a:ext cx="4311386" cy="438572"/>
          </a:xfrm>
          <a:prstGeom xmlns:a="http://schemas.openxmlformats.org/drawingml/2006/main" prst="rect">
            <a:avLst/>
          </a:prstGeom>
        </p:spPr>
        <p:txBody>
          <a:bodyPr xmlns:a="http://schemas.openxmlformats.org/drawingml/2006/main" wrap="square" lIns="0" tIns="0" rIns="0" bIns="0" anchor="t">
            <a:spAutoFit/>
          </a:bodyPr>
          <a:lstStyle xmlns:a="http://schemas.openxmlformats.org/drawingml/2006/main"/>
          <a:p xmlns:a="http://schemas.openxmlformats.org/drawingml/2006/main">
            <a:pPr algn="ctr">
              <a:lnSpc>
                <a:spcPts val="3649"/>
              </a:lnSpc>
              <a:spcBef>
                <a:spcPct val="0"/>
              </a:spcBef>
              <a:buNone/>
            </a:pPr>
            <a:r>
              <a:rPr sz="2606" b="1">
                <a:solidFill>
                  <a:srgbClr val="000000"/>
                </a:solidFill>
                <a:latin typeface="Canva Sans Bold"/>
                <a:ea typeface="Canva Sans Bold"/>
                <a:cs typeface="Canva Sans Bold"/>
              </a:rPr>
              <a:t>www.indiraicem.ac.in</a:t>
            </a:r>
            <a:endParaRPr sz="2606" b="1">
              <a:solidFill>
                <a:srgbClr val="000000"/>
              </a:solidFill>
              <a:latin typeface="Canva Sans Bold"/>
              <a:ea typeface="Canva Sans Bold"/>
              <a:cs typeface="Canva Sans Bold"/>
            </a:endParaRPr>
          </a:p>
        </p:txBody>
      </p:sp>
      <p:sp>
        <p:nvSpPr>
          <p:cNvPr id="7" name="text-64">
            <a:extLst xmlns:a="http://schemas.openxmlformats.org/drawingml/2006/main">
              <a:ext uri="{FF2B5EF4-FFF2-40B4-BE49-F238E27FC236}">
                <a16:creationId xmlns:a16="http://schemas.microsoft.com/office/drawing/2014/main" id="{E395374B-A04C-4BAA-A432-8206A3DBAB13}"/>
              </a:ext>
            </a:extLst>
          </p:cNvPr>
          <p:cNvSpPr>
            <a:spLocks xmlns:a="http://schemas.openxmlformats.org/drawingml/2006/main" noGrp="1"/>
          </p:cNvSpPr>
          <p:nvPr/>
        </p:nvSpPr>
        <p:spPr>
          <a:xfrm xmlns:a="http://schemas.openxmlformats.org/drawingml/2006/main">
            <a:off x="2238375" y="628650"/>
            <a:ext cx="14859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3750" b="1">
                <a:solidFill>
                  <a:srgbClr val="12354E"/>
                </a:solidFill>
              </a:defRPr>
            </a:defPPr>
            <a:lvl1pPr algn="l">
              <a:defRPr sz="3750" b="1">
                <a:solidFill>
                  <a:srgbClr val="12354E"/>
                </a:solidFill>
              </a:defRPr>
            </a:lvl1pPr>
            <a:lvl2pPr algn="l">
              <a:defRPr sz="3750" b="1">
                <a:solidFill>
                  <a:srgbClr val="12354E"/>
                </a:solidFill>
              </a:defRPr>
            </a:lvl2pPr>
            <a:lvl3pPr algn="l">
              <a:defRPr sz="3750" b="1">
                <a:solidFill>
                  <a:srgbClr val="12354E"/>
                </a:solidFill>
              </a:defRPr>
            </a:lvl3pPr>
            <a:lvl4pPr algn="l">
              <a:defRPr sz="3750" b="1">
                <a:solidFill>
                  <a:srgbClr val="12354E"/>
                </a:solidFill>
              </a:defRPr>
            </a:lvl4pPr>
            <a:lvl5pPr algn="l">
              <a:defRPr sz="3750" b="1">
                <a:solidFill>
                  <a:srgbClr val="12354E"/>
                </a:solidFill>
              </a:defRPr>
            </a:lvl5pPr>
            <a:lvl6pPr algn="l">
              <a:defRPr sz="3750" b="1">
                <a:solidFill>
                  <a:srgbClr val="12354E"/>
                </a:solidFill>
              </a:defRPr>
            </a:lvl6pPr>
            <a:lvl7pPr algn="l">
              <a:defRPr sz="3750" b="1">
                <a:solidFill>
                  <a:srgbClr val="12354E"/>
                </a:solidFill>
              </a:defRPr>
            </a:lvl7pPr>
            <a:lvl8pPr algn="l">
              <a:defRPr sz="3750" b="1">
                <a:solidFill>
                  <a:srgbClr val="12354E"/>
                </a:solidFill>
              </a:defRPr>
            </a:lvl8pPr>
            <a:lvl9pPr algn="l">
              <a:defRPr sz="3750" b="1">
                <a:solidFill>
                  <a:srgbClr val="12354E"/>
                </a:solidFill>
              </a:defRPr>
            </a:lvl9pPr>
          </a:lstStyle>
          <a:p xmlns:a="http://schemas.openxmlformats.org/drawingml/2006/main">
            <a:pPr algn="l">
              <a:buNone/>
              <a:defRPr sz="3750" b="1">
                <a:solidFill>
                  <a:srgbClr val="12354E"/>
                </a:solidFill>
              </a:defRPr>
            </a:pPr>
            <a:r>
              <a:rPr sz="3750" b="1">
                <a:solidFill>
                  <a:srgbClr val="12354E"/>
                </a:solidFill>
              </a:rPr>
              <a:t>Aim &amp; Objectives</a:t>
            </a:r>
          </a:p>
        </p:txBody>
      </p:sp>
      <p:sp>
        <p:nvSpPr>
          <p:cNvPr id="8" name="text-65">
            <a:extLst xmlns:a="http://schemas.openxmlformats.org/drawingml/2006/main">
              <a:ext uri="{FF2B5EF4-FFF2-40B4-BE49-F238E27FC236}">
                <a16:creationId xmlns:a16="http://schemas.microsoft.com/office/drawing/2014/main" id="{EF7FD685-1064-48C9-BA50-2C278B91A60B}"/>
              </a:ext>
            </a:extLst>
          </p:cNvPr>
          <p:cNvSpPr>
            <a:spLocks xmlns:a="http://schemas.openxmlformats.org/drawingml/2006/main" noGrp="1"/>
          </p:cNvSpPr>
          <p:nvPr/>
        </p:nvSpPr>
        <p:spPr>
          <a:xfrm xmlns:a="http://schemas.openxmlformats.org/drawingml/2006/main">
            <a:off x="904875" y="9715500"/>
            <a:ext cx="190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500" b="1">
                <a:solidFill>
                  <a:srgbClr val="075C64"/>
                </a:solidFill>
              </a:defRPr>
            </a:defPPr>
            <a:lvl1pPr algn="l">
              <a:defRPr sz="1500" b="1">
                <a:solidFill>
                  <a:srgbClr val="075C64"/>
                </a:solidFill>
              </a:defRPr>
            </a:lvl1pPr>
            <a:lvl2pPr algn="l">
              <a:defRPr sz="1500" b="1">
                <a:solidFill>
                  <a:srgbClr val="075C64"/>
                </a:solidFill>
              </a:defRPr>
            </a:lvl2pPr>
            <a:lvl3pPr algn="l">
              <a:defRPr sz="1500" b="1">
                <a:solidFill>
                  <a:srgbClr val="075C64"/>
                </a:solidFill>
              </a:defRPr>
            </a:lvl3pPr>
            <a:lvl4pPr algn="l">
              <a:defRPr sz="1500" b="1">
                <a:solidFill>
                  <a:srgbClr val="075C64"/>
                </a:solidFill>
              </a:defRPr>
            </a:lvl4pPr>
            <a:lvl5pPr algn="l">
              <a:defRPr sz="1500" b="1">
                <a:solidFill>
                  <a:srgbClr val="075C64"/>
                </a:solidFill>
              </a:defRPr>
            </a:lvl5pPr>
            <a:lvl6pPr algn="l">
              <a:defRPr sz="1500" b="1">
                <a:solidFill>
                  <a:srgbClr val="075C64"/>
                </a:solidFill>
              </a:defRPr>
            </a:lvl6pPr>
            <a:lvl7pPr algn="l">
              <a:defRPr sz="1500" b="1">
                <a:solidFill>
                  <a:srgbClr val="075C64"/>
                </a:solidFill>
              </a:defRPr>
            </a:lvl7pPr>
            <a:lvl8pPr algn="l">
              <a:defRPr sz="1500" b="1">
                <a:solidFill>
                  <a:srgbClr val="075C64"/>
                </a:solidFill>
              </a:defRPr>
            </a:lvl8pPr>
            <a:lvl9pPr algn="l">
              <a:defRPr sz="1500" b="1">
                <a:solidFill>
                  <a:srgbClr val="075C64"/>
                </a:solidFill>
              </a:defRPr>
            </a:lvl9pPr>
          </a:lstStyle>
          <a:p xmlns:a="http://schemas.openxmlformats.org/drawingml/2006/main">
            <a:pPr algn="l">
              <a:buNone/>
              <a:defRPr sz="1500" b="1">
                <a:solidFill>
                  <a:srgbClr val="075C64"/>
                </a:solidFill>
              </a:defRPr>
            </a:pPr>
            <a:r>
              <a:rPr sz="1500" b="1">
                <a:solidFill>
                  <a:srgbClr val="075C64"/>
                </a:solidFill>
              </a:rPr>
              <a:t>04 / 08</a:t>
            </a:r>
          </a:p>
        </p:txBody>
      </p:sp>
      <p:sp>
        <p:nvSpPr>
          <p:cNvPr id="9" name="text-66">
            <a:extLst xmlns:a="http://schemas.openxmlformats.org/drawingml/2006/main">
              <a:ext uri="{FF2B5EF4-FFF2-40B4-BE49-F238E27FC236}">
                <a16:creationId xmlns:a16="http://schemas.microsoft.com/office/drawing/2014/main" id="{C6368F76-FE2D-4B03-A087-AC163F59CD61}"/>
              </a:ext>
            </a:extLst>
          </p:cNvPr>
          <p:cNvSpPr>
            <a:spLocks xmlns:a="http://schemas.openxmlformats.org/drawingml/2006/main" noGrp="1"/>
          </p:cNvSpPr>
          <p:nvPr/>
        </p:nvSpPr>
        <p:spPr>
          <a:xfrm xmlns:a="http://schemas.openxmlformats.org/drawingml/2006/main">
            <a:off x="13239750" y="9734550"/>
            <a:ext cx="4191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125" b="0">
                <a:solidFill>
                  <a:srgbClr val="557080"/>
                </a:solidFill>
              </a:defRPr>
            </a:defPPr>
            <a:lvl1pPr algn="l">
              <a:defRPr sz="1125" b="0">
                <a:solidFill>
                  <a:srgbClr val="557080"/>
                </a:solidFill>
              </a:defRPr>
            </a:lvl1pPr>
            <a:lvl2pPr algn="l">
              <a:defRPr sz="1125" b="0">
                <a:solidFill>
                  <a:srgbClr val="557080"/>
                </a:solidFill>
              </a:defRPr>
            </a:lvl2pPr>
            <a:lvl3pPr algn="l">
              <a:defRPr sz="1125" b="0">
                <a:solidFill>
                  <a:srgbClr val="557080"/>
                </a:solidFill>
              </a:defRPr>
            </a:lvl3pPr>
            <a:lvl4pPr algn="l">
              <a:defRPr sz="1125" b="0">
                <a:solidFill>
                  <a:srgbClr val="557080"/>
                </a:solidFill>
              </a:defRPr>
            </a:lvl4pPr>
            <a:lvl5pPr algn="l">
              <a:defRPr sz="1125" b="0">
                <a:solidFill>
                  <a:srgbClr val="557080"/>
                </a:solidFill>
              </a:defRPr>
            </a:lvl5pPr>
            <a:lvl6pPr algn="l">
              <a:defRPr sz="1125" b="0">
                <a:solidFill>
                  <a:srgbClr val="557080"/>
                </a:solidFill>
              </a:defRPr>
            </a:lvl6pPr>
            <a:lvl7pPr algn="l">
              <a:defRPr sz="1125" b="0">
                <a:solidFill>
                  <a:srgbClr val="557080"/>
                </a:solidFill>
              </a:defRPr>
            </a:lvl7pPr>
            <a:lvl8pPr algn="l">
              <a:defRPr sz="1125" b="0">
                <a:solidFill>
                  <a:srgbClr val="557080"/>
                </a:solidFill>
              </a:defRPr>
            </a:lvl8pPr>
            <a:lvl9pPr algn="l">
              <a:defRPr sz="1125" b="0">
                <a:solidFill>
                  <a:srgbClr val="557080"/>
                </a:solidFill>
              </a:defRPr>
            </a:lvl9pPr>
          </a:lstStyle>
          <a:p xmlns:a="http://schemas.openxmlformats.org/drawingml/2006/main">
            <a:pPr algn="l">
              <a:buNone/>
              <a:defRPr sz="1125" b="0">
                <a:solidFill>
                  <a:srgbClr val="557080"/>
                </a:solidFill>
              </a:defRPr>
            </a:pPr>
            <a:r>
              <a:rPr sz="1125" b="0">
                <a:solidFill>
                  <a:srgbClr val="557080"/>
                </a:solidFill>
              </a:rPr>
              <a:t>EduVerse AI  ·  Mini Project Review–2</a:t>
            </a:r>
          </a:p>
        </p:txBody>
      </p:sp>
      <p:sp>
        <p:nvSpPr>
          <p:cNvPr id="10" name="panel-67">
            <a:extLst xmlns:a="http://schemas.openxmlformats.org/drawingml/2006/main">
              <a:ext uri="{FF2B5EF4-FFF2-40B4-BE49-F238E27FC236}">
                <a16:creationId xmlns:a16="http://schemas.microsoft.com/office/drawing/2014/main" id="{9C45CBD8-358C-4EF6-80B2-DA5162AA19B6}"/>
              </a:ext>
            </a:extLst>
          </p:cNvPr>
          <p:cNvSpPr>
            <a:spLocks xmlns:a="http://schemas.openxmlformats.org/drawingml/2006/main" noGrp="1"/>
          </p:cNvSpPr>
          <p:nvPr/>
        </p:nvSpPr>
        <p:spPr>
          <a:xfrm xmlns:a="http://schemas.openxmlformats.org/drawingml/2006/main">
            <a:off x="2095500" y="1952625"/>
            <a:ext cx="14382750" cy="1276350"/>
          </a:xfrm>
          <a:prstGeom xmlns:a="http://schemas.openxmlformats.org/drawingml/2006/main" prst="roundRect">
            <a:avLst>
              <a:gd name="adj" fmla="val 7463"/>
            </a:avLst>
          </a:prstGeom>
          <a:solidFill xmlns:a="http://schemas.openxmlformats.org/drawingml/2006/main">
            <a:srgbClr val="EAF5F6"/>
          </a:solidFill>
          <a:ln xmlns:a="http://schemas.openxmlformats.org/drawingml/2006/main" w="12383">
            <a:solidFill>
              <a:srgbClr val="C7E0E2"/>
            </a:solidFill>
          </a:ln>
        </p:spPr>
      </p:sp>
      <p:sp>
        <p:nvSpPr>
          <p:cNvPr id="11" name="text-68">
            <a:extLst xmlns:a="http://schemas.openxmlformats.org/drawingml/2006/main">
              <a:ext uri="{FF2B5EF4-FFF2-40B4-BE49-F238E27FC236}">
                <a16:creationId xmlns:a16="http://schemas.microsoft.com/office/drawing/2014/main" id="{BE89DA75-96B3-4DAF-B761-A9F576BBBC0A}"/>
              </a:ext>
            </a:extLst>
          </p:cNvPr>
          <p:cNvSpPr>
            <a:spLocks xmlns:a="http://schemas.openxmlformats.org/drawingml/2006/main" noGrp="1"/>
          </p:cNvSpPr>
          <p:nvPr/>
        </p:nvSpPr>
        <p:spPr>
          <a:xfrm xmlns:a="http://schemas.openxmlformats.org/drawingml/2006/main">
            <a:off x="2381250" y="2133600"/>
            <a:ext cx="10668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800" b="1">
                <a:solidFill>
                  <a:srgbClr val="007F83"/>
                </a:solidFill>
              </a:defRPr>
            </a:defPPr>
            <a:lvl1pPr algn="l">
              <a:defRPr sz="1800" b="1">
                <a:solidFill>
                  <a:srgbClr val="007F83"/>
                </a:solidFill>
              </a:defRPr>
            </a:lvl1pPr>
            <a:lvl2pPr algn="l">
              <a:defRPr sz="1800" b="1">
                <a:solidFill>
                  <a:srgbClr val="007F83"/>
                </a:solidFill>
              </a:defRPr>
            </a:lvl2pPr>
            <a:lvl3pPr algn="l">
              <a:defRPr sz="1800" b="1">
                <a:solidFill>
                  <a:srgbClr val="007F83"/>
                </a:solidFill>
              </a:defRPr>
            </a:lvl3pPr>
            <a:lvl4pPr algn="l">
              <a:defRPr sz="1800" b="1">
                <a:solidFill>
                  <a:srgbClr val="007F83"/>
                </a:solidFill>
              </a:defRPr>
            </a:lvl4pPr>
            <a:lvl5pPr algn="l">
              <a:defRPr sz="1800" b="1">
                <a:solidFill>
                  <a:srgbClr val="007F83"/>
                </a:solidFill>
              </a:defRPr>
            </a:lvl5pPr>
            <a:lvl6pPr algn="l">
              <a:defRPr sz="1800" b="1">
                <a:solidFill>
                  <a:srgbClr val="007F83"/>
                </a:solidFill>
              </a:defRPr>
            </a:lvl6pPr>
            <a:lvl7pPr algn="l">
              <a:defRPr sz="1800" b="1">
                <a:solidFill>
                  <a:srgbClr val="007F83"/>
                </a:solidFill>
              </a:defRPr>
            </a:lvl7pPr>
            <a:lvl8pPr algn="l">
              <a:defRPr sz="1800" b="1">
                <a:solidFill>
                  <a:srgbClr val="007F83"/>
                </a:solidFill>
              </a:defRPr>
            </a:lvl8pPr>
            <a:lvl9pPr algn="l">
              <a:defRPr sz="1800" b="1">
                <a:solidFill>
                  <a:srgbClr val="007F83"/>
                </a:solidFill>
              </a:defRPr>
            </a:lvl9pPr>
          </a:lstStyle>
          <a:p xmlns:a="http://schemas.openxmlformats.org/drawingml/2006/main">
            <a:pPr algn="l">
              <a:buNone/>
              <a:defRPr sz="1800" b="1">
                <a:solidFill>
                  <a:srgbClr val="007F83"/>
                </a:solidFill>
              </a:defRPr>
            </a:pPr>
            <a:r>
              <a:rPr sz="1800" b="1">
                <a:solidFill>
                  <a:srgbClr val="007F83"/>
                </a:solidFill>
              </a:rPr>
              <a:t>AIM</a:t>
            </a:r>
          </a:p>
        </p:txBody>
      </p:sp>
      <p:sp>
        <p:nvSpPr>
          <p:cNvPr id="12" name="text-69">
            <a:extLst xmlns:a="http://schemas.openxmlformats.org/drawingml/2006/main">
              <a:ext uri="{FF2B5EF4-FFF2-40B4-BE49-F238E27FC236}">
                <a16:creationId xmlns:a16="http://schemas.microsoft.com/office/drawing/2014/main" id="{3DA81012-A79B-4DC7-BC4D-91064509D9EF}"/>
              </a:ext>
            </a:extLst>
          </p:cNvPr>
          <p:cNvSpPr>
            <a:spLocks xmlns:a="http://schemas.openxmlformats.org/drawingml/2006/main" noGrp="1"/>
          </p:cNvSpPr>
          <p:nvPr/>
        </p:nvSpPr>
        <p:spPr>
          <a:xfrm xmlns:a="http://schemas.openxmlformats.org/drawingml/2006/main">
            <a:off x="3667125" y="2105025"/>
            <a:ext cx="124110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175" b="0">
                <a:solidFill>
                  <a:srgbClr val="17364A"/>
                </a:solidFill>
              </a:defRPr>
            </a:defPPr>
            <a:lvl1pPr algn="l">
              <a:defRPr sz="2175" b="0">
                <a:solidFill>
                  <a:srgbClr val="17364A"/>
                </a:solidFill>
              </a:defRPr>
            </a:lvl1pPr>
            <a:lvl2pPr algn="l">
              <a:defRPr sz="2175" b="0">
                <a:solidFill>
                  <a:srgbClr val="17364A"/>
                </a:solidFill>
              </a:defRPr>
            </a:lvl2pPr>
            <a:lvl3pPr algn="l">
              <a:defRPr sz="2175" b="0">
                <a:solidFill>
                  <a:srgbClr val="17364A"/>
                </a:solidFill>
              </a:defRPr>
            </a:lvl3pPr>
            <a:lvl4pPr algn="l">
              <a:defRPr sz="2175" b="0">
                <a:solidFill>
                  <a:srgbClr val="17364A"/>
                </a:solidFill>
              </a:defRPr>
            </a:lvl4pPr>
            <a:lvl5pPr algn="l">
              <a:defRPr sz="2175" b="0">
                <a:solidFill>
                  <a:srgbClr val="17364A"/>
                </a:solidFill>
              </a:defRPr>
            </a:lvl5pPr>
            <a:lvl6pPr algn="l">
              <a:defRPr sz="2175" b="0">
                <a:solidFill>
                  <a:srgbClr val="17364A"/>
                </a:solidFill>
              </a:defRPr>
            </a:lvl6pPr>
            <a:lvl7pPr algn="l">
              <a:defRPr sz="2175" b="0">
                <a:solidFill>
                  <a:srgbClr val="17364A"/>
                </a:solidFill>
              </a:defRPr>
            </a:lvl7pPr>
            <a:lvl8pPr algn="l">
              <a:defRPr sz="2175" b="0">
                <a:solidFill>
                  <a:srgbClr val="17364A"/>
                </a:solidFill>
              </a:defRPr>
            </a:lvl8pPr>
            <a:lvl9pPr algn="l">
              <a:defRPr sz="2175" b="0">
                <a:solidFill>
                  <a:srgbClr val="17364A"/>
                </a:solidFill>
              </a:defRPr>
            </a:lvl9pPr>
          </a:lstStyle>
          <a:p xmlns:a="http://schemas.openxmlformats.org/drawingml/2006/main">
            <a:pPr algn="l">
              <a:buNone/>
              <a:defRPr sz="2175" b="0">
                <a:solidFill>
                  <a:srgbClr val="17364A"/>
                </a:solidFill>
              </a:defRPr>
            </a:pPr>
            <a:r>
              <a:rPr sz="2175" b="0">
                <a:solidFill>
                  <a:srgbClr val="17364A"/>
                </a:solidFill>
              </a:rPr>
              <a:t>To develop an AI-powered animated virtual tutor that helps students interact with study material, obtain contextual explanations and practise concepts through automatically generated quizzes.</a:t>
            </a:r>
          </a:p>
        </p:txBody>
      </p:sp>
      <p:sp>
        <p:nvSpPr>
          <p:cNvPr id="13" name="panel-70">
            <a:extLst xmlns:a="http://schemas.openxmlformats.org/drawingml/2006/main">
              <a:ext uri="{FF2B5EF4-FFF2-40B4-BE49-F238E27FC236}">
                <a16:creationId xmlns:a16="http://schemas.microsoft.com/office/drawing/2014/main" id="{3CF3CF77-B3BD-4CFD-9F9C-8DE7A50D7DD1}"/>
              </a:ext>
            </a:extLst>
          </p:cNvPr>
          <p:cNvSpPr>
            <a:spLocks xmlns:a="http://schemas.openxmlformats.org/drawingml/2006/main" noGrp="1"/>
          </p:cNvSpPr>
          <p:nvPr/>
        </p:nvSpPr>
        <p:spPr>
          <a:xfrm xmlns:a="http://schemas.openxmlformats.org/drawingml/2006/main">
            <a:off x="7734300" y="4991100"/>
            <a:ext cx="2819400" cy="2095500"/>
          </a:xfrm>
          <a:prstGeom xmlns:a="http://schemas.openxmlformats.org/drawingml/2006/main" prst="roundRect">
            <a:avLst>
              <a:gd name="adj" fmla="val 50000"/>
            </a:avLst>
          </a:prstGeom>
          <a:solidFill xmlns:a="http://schemas.openxmlformats.org/drawingml/2006/main">
            <a:srgbClr val="075C64"/>
          </a:solidFill>
          <a:ln xmlns:a="http://schemas.openxmlformats.org/drawingml/2006/main" w="0">
            <a:noFill/>
          </a:ln>
        </p:spPr>
      </p:sp>
      <p:sp>
        <p:nvSpPr>
          <p:cNvPr id="14" name="text-71">
            <a:extLst xmlns:a="http://schemas.openxmlformats.org/drawingml/2006/main">
              <a:ext uri="{FF2B5EF4-FFF2-40B4-BE49-F238E27FC236}">
                <a16:creationId xmlns:a16="http://schemas.microsoft.com/office/drawing/2014/main" id="{8C963771-ACEB-4247-910E-892E859D682D}"/>
              </a:ext>
            </a:extLst>
          </p:cNvPr>
          <p:cNvSpPr>
            <a:spLocks xmlns:a="http://schemas.openxmlformats.org/drawingml/2006/main" noGrp="1"/>
          </p:cNvSpPr>
          <p:nvPr/>
        </p:nvSpPr>
        <p:spPr>
          <a:xfrm xmlns:a="http://schemas.openxmlformats.org/drawingml/2006/main">
            <a:off x="7972425" y="5334000"/>
            <a:ext cx="23431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3225" b="1">
                <a:solidFill>
                  <a:srgbClr val="FFFFFF"/>
                </a:solidFill>
              </a:defRPr>
            </a:defPPr>
            <a:lvl1pPr algn="ctr">
              <a:defRPr sz="3225" b="1">
                <a:solidFill>
                  <a:srgbClr val="FFFFFF"/>
                </a:solidFill>
              </a:defRPr>
            </a:lvl1pPr>
            <a:lvl2pPr algn="ctr">
              <a:defRPr sz="3225" b="1">
                <a:solidFill>
                  <a:srgbClr val="FFFFFF"/>
                </a:solidFill>
              </a:defRPr>
            </a:lvl2pPr>
            <a:lvl3pPr algn="ctr">
              <a:defRPr sz="3225" b="1">
                <a:solidFill>
                  <a:srgbClr val="FFFFFF"/>
                </a:solidFill>
              </a:defRPr>
            </a:lvl3pPr>
            <a:lvl4pPr algn="ctr">
              <a:defRPr sz="3225" b="1">
                <a:solidFill>
                  <a:srgbClr val="FFFFFF"/>
                </a:solidFill>
              </a:defRPr>
            </a:lvl4pPr>
            <a:lvl5pPr algn="ctr">
              <a:defRPr sz="3225" b="1">
                <a:solidFill>
                  <a:srgbClr val="FFFFFF"/>
                </a:solidFill>
              </a:defRPr>
            </a:lvl5pPr>
            <a:lvl6pPr algn="ctr">
              <a:defRPr sz="3225" b="1">
                <a:solidFill>
                  <a:srgbClr val="FFFFFF"/>
                </a:solidFill>
              </a:defRPr>
            </a:lvl6pPr>
            <a:lvl7pPr algn="ctr">
              <a:defRPr sz="3225" b="1">
                <a:solidFill>
                  <a:srgbClr val="FFFFFF"/>
                </a:solidFill>
              </a:defRPr>
            </a:lvl7pPr>
            <a:lvl8pPr algn="ctr">
              <a:defRPr sz="3225" b="1">
                <a:solidFill>
                  <a:srgbClr val="FFFFFF"/>
                </a:solidFill>
              </a:defRPr>
            </a:lvl8pPr>
            <a:lvl9pPr algn="ctr">
              <a:defRPr sz="3225" b="1">
                <a:solidFill>
                  <a:srgbClr val="FFFFFF"/>
                </a:solidFill>
              </a:defRPr>
            </a:lvl9pPr>
          </a:lstStyle>
          <a:p xmlns:a="http://schemas.openxmlformats.org/drawingml/2006/main">
            <a:pPr algn="ctr">
              <a:buNone/>
              <a:defRPr sz="3225" b="1">
                <a:solidFill>
                  <a:srgbClr val="FFFFFF"/>
                </a:solidFill>
              </a:defRPr>
            </a:pPr>
            <a:r>
              <a:rPr sz="3225" b="1">
                <a:solidFill>
                  <a:srgbClr val="FFFFFF"/>
                </a:solidFill>
              </a:rPr>
              <a:t>EduVerse</a:t>
            </a:r>
          </a:p>
          <a:p xmlns:a="http://schemas.openxmlformats.org/drawingml/2006/main">
            <a:pPr algn="ctr">
              <a:buNone/>
              <a:defRPr sz="3225" b="1">
                <a:solidFill>
                  <a:srgbClr val="FFFFFF"/>
                </a:solidFill>
              </a:defRPr>
            </a:pPr>
            <a:r>
              <a:rPr sz="3225" b="1">
                <a:solidFill>
                  <a:srgbClr val="FFFFFF"/>
                </a:solidFill>
              </a:rPr>
              <a:t>AI</a:t>
            </a:r>
          </a:p>
        </p:txBody>
      </p:sp>
      <p:sp>
        <p:nvSpPr>
          <p:cNvPr id="15" name="text-72">
            <a:extLst xmlns:a="http://schemas.openxmlformats.org/drawingml/2006/main">
              <a:ext uri="{FF2B5EF4-FFF2-40B4-BE49-F238E27FC236}">
                <a16:creationId xmlns:a16="http://schemas.microsoft.com/office/drawing/2014/main" id="{B204F33E-AABC-475C-AEF3-73A70970C8E0}"/>
              </a:ext>
            </a:extLst>
          </p:cNvPr>
          <p:cNvSpPr>
            <a:spLocks xmlns:a="http://schemas.openxmlformats.org/drawingml/2006/main" noGrp="1"/>
          </p:cNvSpPr>
          <p:nvPr/>
        </p:nvSpPr>
        <p:spPr>
          <a:xfrm xmlns:a="http://schemas.openxmlformats.org/drawingml/2006/main">
            <a:off x="7877175" y="6524625"/>
            <a:ext cx="25336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425" b="0">
                <a:solidFill>
                  <a:srgbClr val="FFFFFF"/>
                </a:solidFill>
              </a:defRPr>
            </a:defPPr>
            <a:lvl1pPr algn="ctr">
              <a:defRPr sz="1425" b="0">
                <a:solidFill>
                  <a:srgbClr val="FFFFFF"/>
                </a:solidFill>
              </a:defRPr>
            </a:lvl1pPr>
            <a:lvl2pPr algn="ctr">
              <a:defRPr sz="1425" b="0">
                <a:solidFill>
                  <a:srgbClr val="FFFFFF"/>
                </a:solidFill>
              </a:defRPr>
            </a:lvl2pPr>
            <a:lvl3pPr algn="ctr">
              <a:defRPr sz="1425" b="0">
                <a:solidFill>
                  <a:srgbClr val="FFFFFF"/>
                </a:solidFill>
              </a:defRPr>
            </a:lvl3pPr>
            <a:lvl4pPr algn="ctr">
              <a:defRPr sz="1425" b="0">
                <a:solidFill>
                  <a:srgbClr val="FFFFFF"/>
                </a:solidFill>
              </a:defRPr>
            </a:lvl4pPr>
            <a:lvl5pPr algn="ctr">
              <a:defRPr sz="1425" b="0">
                <a:solidFill>
                  <a:srgbClr val="FFFFFF"/>
                </a:solidFill>
              </a:defRPr>
            </a:lvl5pPr>
            <a:lvl6pPr algn="ctr">
              <a:defRPr sz="1425" b="0">
                <a:solidFill>
                  <a:srgbClr val="FFFFFF"/>
                </a:solidFill>
              </a:defRPr>
            </a:lvl6pPr>
            <a:lvl7pPr algn="ctr">
              <a:defRPr sz="1425" b="0">
                <a:solidFill>
                  <a:srgbClr val="FFFFFF"/>
                </a:solidFill>
              </a:defRPr>
            </a:lvl7pPr>
            <a:lvl8pPr algn="ctr">
              <a:defRPr sz="1425" b="0">
                <a:solidFill>
                  <a:srgbClr val="FFFFFF"/>
                </a:solidFill>
              </a:defRPr>
            </a:lvl8pPr>
            <a:lvl9pPr algn="ctr">
              <a:defRPr sz="1425" b="0">
                <a:solidFill>
                  <a:srgbClr val="FFFFFF"/>
                </a:solidFill>
              </a:defRPr>
            </a:lvl9pPr>
          </a:lstStyle>
          <a:p xmlns:a="http://schemas.openxmlformats.org/drawingml/2006/main">
            <a:pPr algn="ctr">
              <a:buNone/>
              <a:defRPr sz="1425" b="0">
                <a:solidFill>
                  <a:srgbClr val="FFFFFF"/>
                </a:solidFill>
              </a:defRPr>
            </a:pPr>
            <a:r>
              <a:rPr sz="1425" b="0">
                <a:solidFill>
                  <a:srgbClr val="FFFFFF"/>
                </a:solidFill>
              </a:rPr>
              <a:t>AI Learning Workflow</a:t>
            </a:r>
          </a:p>
        </p:txBody>
      </p:sp>
      <p:sp>
        <p:nvSpPr>
          <p:cNvPr id="16" name="panel-73">
            <a:extLst xmlns:a="http://schemas.openxmlformats.org/drawingml/2006/main">
              <a:ext uri="{FF2B5EF4-FFF2-40B4-BE49-F238E27FC236}">
                <a16:creationId xmlns:a16="http://schemas.microsoft.com/office/drawing/2014/main" id="{09164766-B184-4DBC-8A27-0F424199FA96}"/>
              </a:ext>
            </a:extLst>
          </p:cNvPr>
          <p:cNvSpPr>
            <a:spLocks xmlns:a="http://schemas.openxmlformats.org/drawingml/2006/main" noGrp="1"/>
          </p:cNvSpPr>
          <p:nvPr/>
        </p:nvSpPr>
        <p:spPr>
          <a:xfrm xmlns:a="http://schemas.openxmlformats.org/drawingml/2006/main">
            <a:off x="1143000" y="3705225"/>
            <a:ext cx="5619750" cy="1466850"/>
          </a:xfrm>
          <a:prstGeom xmlns:a="http://schemas.openxmlformats.org/drawingml/2006/main" prst="roundRect">
            <a:avLst>
              <a:gd name="adj" fmla="val 6494"/>
            </a:avLst>
          </a:prstGeom>
          <a:solidFill xmlns:a="http://schemas.openxmlformats.org/drawingml/2006/main">
            <a:srgbClr val="FFFFFF"/>
          </a:solidFill>
          <a:ln xmlns:a="http://schemas.openxmlformats.org/drawingml/2006/main" w="12383">
            <a:solidFill>
              <a:srgbClr val="C7E0E2"/>
            </a:solidFill>
          </a:ln>
        </p:spPr>
      </p:sp>
      <p:sp>
        <p:nvSpPr>
          <p:cNvPr id="18" name="text-74">
            <a:extLst xmlns:a="http://schemas.openxmlformats.org/drawingml/2006/main">
              <a:ext uri="{FF2B5EF4-FFF2-40B4-BE49-F238E27FC236}">
                <a16:creationId xmlns:a16="http://schemas.microsoft.com/office/drawing/2014/main" id="{7F00E1ED-5CE9-4AD5-A868-866551C71280}"/>
              </a:ext>
            </a:extLst>
          </p:cNvPr>
          <p:cNvSpPr>
            <a:spLocks xmlns:a="http://schemas.openxmlformats.org/drawingml/2006/main" noGrp="1"/>
          </p:cNvSpPr>
          <p:nvPr/>
        </p:nvSpPr>
        <p:spPr>
          <a:xfrm xmlns:a="http://schemas.openxmlformats.org/drawingml/2006/main">
            <a:off x="1371600" y="3867150"/>
            <a:ext cx="666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800" b="1">
                <a:solidFill>
                  <a:srgbClr val="007F83"/>
                </a:solidFill>
              </a:defRPr>
            </a:defPPr>
            <a:lvl1pPr algn="l">
              <a:defRPr sz="1800" b="1">
                <a:solidFill>
                  <a:srgbClr val="007F83"/>
                </a:solidFill>
              </a:defRPr>
            </a:lvl1pPr>
            <a:lvl2pPr algn="l">
              <a:defRPr sz="1800" b="1">
                <a:solidFill>
                  <a:srgbClr val="007F83"/>
                </a:solidFill>
              </a:defRPr>
            </a:lvl2pPr>
            <a:lvl3pPr algn="l">
              <a:defRPr sz="1800" b="1">
                <a:solidFill>
                  <a:srgbClr val="007F83"/>
                </a:solidFill>
              </a:defRPr>
            </a:lvl3pPr>
            <a:lvl4pPr algn="l">
              <a:defRPr sz="1800" b="1">
                <a:solidFill>
                  <a:srgbClr val="007F83"/>
                </a:solidFill>
              </a:defRPr>
            </a:lvl4pPr>
            <a:lvl5pPr algn="l">
              <a:defRPr sz="1800" b="1">
                <a:solidFill>
                  <a:srgbClr val="007F83"/>
                </a:solidFill>
              </a:defRPr>
            </a:lvl5pPr>
            <a:lvl6pPr algn="l">
              <a:defRPr sz="1800" b="1">
                <a:solidFill>
                  <a:srgbClr val="007F83"/>
                </a:solidFill>
              </a:defRPr>
            </a:lvl6pPr>
            <a:lvl7pPr algn="l">
              <a:defRPr sz="1800" b="1">
                <a:solidFill>
                  <a:srgbClr val="007F83"/>
                </a:solidFill>
              </a:defRPr>
            </a:lvl7pPr>
            <a:lvl8pPr algn="l">
              <a:defRPr sz="1800" b="1">
                <a:solidFill>
                  <a:srgbClr val="007F83"/>
                </a:solidFill>
              </a:defRPr>
            </a:lvl8pPr>
            <a:lvl9pPr algn="l">
              <a:defRPr sz="1800" b="1">
                <a:solidFill>
                  <a:srgbClr val="007F83"/>
                </a:solidFill>
              </a:defRPr>
            </a:lvl9pPr>
          </a:lstStyle>
          <a:p xmlns:a="http://schemas.openxmlformats.org/drawingml/2006/main">
            <a:pPr algn="l">
              <a:buNone/>
              <a:defRPr sz="1800" b="1">
                <a:solidFill>
                  <a:srgbClr val="007F83"/>
                </a:solidFill>
              </a:defRPr>
            </a:pPr>
            <a:r>
              <a:rPr sz="1800" b="1">
                <a:solidFill>
                  <a:srgbClr val="007F83"/>
                </a:solidFill>
              </a:rPr>
              <a:t>01</a:t>
            </a:r>
          </a:p>
        </p:txBody>
      </p:sp>
      <p:pic>
        <p:nvPicPr>
          <p:cNvPr id="19" name="">
            <a:extLst xmlns:a="http://schemas.openxmlformats.org/drawingml/2006/main">
              <a:ext uri="{FF2B5EF4-FFF2-40B4-BE49-F238E27FC236}">
                <a16:creationId xmlns:a16="http://schemas.microsoft.com/office/drawing/2014/main" id="{517A33CA-5541-4BEE-A2ED-4318C21A3951}"/>
              </a:ext>
            </a:extLst>
          </p:cNvPr>
          <p:cNvPicPr>
            <a:picLocks xmlns:a="http://schemas.openxmlformats.org/drawingml/2006/main" noChangeAspect="1"/>
          </p:cNvPicPr>
          <p:nvPr/>
        </p:nvPicPr>
        <p:blipFill>
          <a:blip xmlns:r="http://schemas.openxmlformats.org/officeDocument/2006/relationships" xmlns:a="http://schemas.openxmlformats.org/drawingml/2006/main" r:embed="Raa54af8c875f4f8a"/>
          <a:stretch xmlns:a="http://schemas.openxmlformats.org/drawingml/2006/main"/>
        </p:blipFill>
        <p:spPr>
          <a:xfrm xmlns:a="http://schemas.openxmlformats.org/drawingml/2006/main">
            <a:off x="1438275" y="4410075"/>
            <a:ext cx="371475" cy="371475"/>
          </a:xfrm>
          <a:prstGeom xmlns:a="http://schemas.openxmlformats.org/drawingml/2006/main" prst="rect">
            <a:avLst/>
          </a:prstGeom>
        </p:spPr>
      </p:pic>
      <p:sp>
        <p:nvSpPr>
          <p:cNvPr id="20" name="text-75">
            <a:extLst xmlns:a="http://schemas.openxmlformats.org/drawingml/2006/main">
              <a:ext uri="{FF2B5EF4-FFF2-40B4-BE49-F238E27FC236}">
                <a16:creationId xmlns:a16="http://schemas.microsoft.com/office/drawing/2014/main" id="{79DD2D34-5A2F-4353-8299-24EAB87AFAF5}"/>
              </a:ext>
            </a:extLst>
          </p:cNvPr>
          <p:cNvSpPr>
            <a:spLocks xmlns:a="http://schemas.openxmlformats.org/drawingml/2006/main" noGrp="1"/>
          </p:cNvSpPr>
          <p:nvPr/>
        </p:nvSpPr>
        <p:spPr>
          <a:xfrm xmlns:a="http://schemas.openxmlformats.org/drawingml/2006/main">
            <a:off x="2124075" y="3895725"/>
            <a:ext cx="43910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100" b="1">
                <a:solidFill>
                  <a:srgbClr val="075C64"/>
                </a:solidFill>
              </a:defRPr>
            </a:defPPr>
            <a:lvl1pPr algn="l">
              <a:defRPr sz="2100" b="1">
                <a:solidFill>
                  <a:srgbClr val="075C64"/>
                </a:solidFill>
              </a:defRPr>
            </a:lvl1pPr>
            <a:lvl2pPr algn="l">
              <a:defRPr sz="2100" b="1">
                <a:solidFill>
                  <a:srgbClr val="075C64"/>
                </a:solidFill>
              </a:defRPr>
            </a:lvl2pPr>
            <a:lvl3pPr algn="l">
              <a:defRPr sz="2100" b="1">
                <a:solidFill>
                  <a:srgbClr val="075C64"/>
                </a:solidFill>
              </a:defRPr>
            </a:lvl3pPr>
            <a:lvl4pPr algn="l">
              <a:defRPr sz="2100" b="1">
                <a:solidFill>
                  <a:srgbClr val="075C64"/>
                </a:solidFill>
              </a:defRPr>
            </a:lvl4pPr>
            <a:lvl5pPr algn="l">
              <a:defRPr sz="2100" b="1">
                <a:solidFill>
                  <a:srgbClr val="075C64"/>
                </a:solidFill>
              </a:defRPr>
            </a:lvl5pPr>
            <a:lvl6pPr algn="l">
              <a:defRPr sz="2100" b="1">
                <a:solidFill>
                  <a:srgbClr val="075C64"/>
                </a:solidFill>
              </a:defRPr>
            </a:lvl6pPr>
            <a:lvl7pPr algn="l">
              <a:defRPr sz="2100" b="1">
                <a:solidFill>
                  <a:srgbClr val="075C64"/>
                </a:solidFill>
              </a:defRPr>
            </a:lvl7pPr>
            <a:lvl8pPr algn="l">
              <a:defRPr sz="2100" b="1">
                <a:solidFill>
                  <a:srgbClr val="075C64"/>
                </a:solidFill>
              </a:defRPr>
            </a:lvl8pPr>
            <a:lvl9pPr algn="l">
              <a:defRPr sz="2100" b="1">
                <a:solidFill>
                  <a:srgbClr val="075C64"/>
                </a:solidFill>
              </a:defRPr>
            </a:lvl9pPr>
          </a:lstStyle>
          <a:p xmlns:a="http://schemas.openxmlformats.org/drawingml/2006/main">
            <a:pPr algn="l">
              <a:buNone/>
              <a:defRPr sz="2100" b="1">
                <a:solidFill>
                  <a:srgbClr val="075C64"/>
                </a:solidFill>
              </a:defRPr>
            </a:pPr>
            <a:r>
              <a:rPr sz="2100" b="1">
                <a:solidFill>
                  <a:srgbClr val="075C64"/>
                </a:solidFill>
              </a:rPr>
              <a:t>Interactive AI Tutor</a:t>
            </a:r>
          </a:p>
        </p:txBody>
      </p:sp>
      <p:sp>
        <p:nvSpPr>
          <p:cNvPr id="21" name="text-76">
            <a:extLst xmlns:a="http://schemas.openxmlformats.org/drawingml/2006/main">
              <a:ext uri="{FF2B5EF4-FFF2-40B4-BE49-F238E27FC236}">
                <a16:creationId xmlns:a16="http://schemas.microsoft.com/office/drawing/2014/main" id="{722D92A7-E50F-4B27-A1F1-59B7AB78B3A9}"/>
              </a:ext>
            </a:extLst>
          </p:cNvPr>
          <p:cNvSpPr>
            <a:spLocks xmlns:a="http://schemas.openxmlformats.org/drawingml/2006/main" noGrp="1"/>
          </p:cNvSpPr>
          <p:nvPr/>
        </p:nvSpPr>
        <p:spPr>
          <a:xfrm xmlns:a="http://schemas.openxmlformats.org/drawingml/2006/main">
            <a:off x="2124075" y="4400550"/>
            <a:ext cx="4381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725" b="0">
                <a:solidFill>
                  <a:srgbClr val="557080"/>
                </a:solidFill>
              </a:defRPr>
            </a:defPPr>
            <a:lvl1pPr algn="l">
              <a:defRPr sz="1725" b="0">
                <a:solidFill>
                  <a:srgbClr val="557080"/>
                </a:solidFill>
              </a:defRPr>
            </a:lvl1pPr>
            <a:lvl2pPr algn="l">
              <a:defRPr sz="1725" b="0">
                <a:solidFill>
                  <a:srgbClr val="557080"/>
                </a:solidFill>
              </a:defRPr>
            </a:lvl2pPr>
            <a:lvl3pPr algn="l">
              <a:defRPr sz="1725" b="0">
                <a:solidFill>
                  <a:srgbClr val="557080"/>
                </a:solidFill>
              </a:defRPr>
            </a:lvl3pPr>
            <a:lvl4pPr algn="l">
              <a:defRPr sz="1725" b="0">
                <a:solidFill>
                  <a:srgbClr val="557080"/>
                </a:solidFill>
              </a:defRPr>
            </a:lvl4pPr>
            <a:lvl5pPr algn="l">
              <a:defRPr sz="1725" b="0">
                <a:solidFill>
                  <a:srgbClr val="557080"/>
                </a:solidFill>
              </a:defRPr>
            </a:lvl5pPr>
            <a:lvl6pPr algn="l">
              <a:defRPr sz="1725" b="0">
                <a:solidFill>
                  <a:srgbClr val="557080"/>
                </a:solidFill>
              </a:defRPr>
            </a:lvl6pPr>
            <a:lvl7pPr algn="l">
              <a:defRPr sz="1725" b="0">
                <a:solidFill>
                  <a:srgbClr val="557080"/>
                </a:solidFill>
              </a:defRPr>
            </a:lvl7pPr>
            <a:lvl8pPr algn="l">
              <a:defRPr sz="1725" b="0">
                <a:solidFill>
                  <a:srgbClr val="557080"/>
                </a:solidFill>
              </a:defRPr>
            </a:lvl8pPr>
            <a:lvl9pPr algn="l">
              <a:defRPr sz="1725" b="0">
                <a:solidFill>
                  <a:srgbClr val="557080"/>
                </a:solidFill>
              </a:defRPr>
            </a:lvl9pPr>
          </a:lstStyle>
          <a:p xmlns:a="http://schemas.openxmlformats.org/drawingml/2006/main">
            <a:pPr algn="l">
              <a:buNone/>
              <a:defRPr sz="1725" b="0">
                <a:solidFill>
                  <a:srgbClr val="557080"/>
                </a:solidFill>
              </a:defRPr>
            </a:pPr>
            <a:r>
              <a:rPr sz="1725" b="0">
                <a:solidFill>
                  <a:srgbClr val="557080"/>
                </a:solidFill>
              </a:rPr>
              <a:t>Support student questions through a tutor interface.</a:t>
            </a:r>
          </a:p>
        </p:txBody>
      </p:sp>
      <p:sp>
        <p:nvSpPr>
          <p:cNvPr id="22" name="panel-77">
            <a:extLst xmlns:a="http://schemas.openxmlformats.org/drawingml/2006/main">
              <a:ext uri="{FF2B5EF4-FFF2-40B4-BE49-F238E27FC236}">
                <a16:creationId xmlns:a16="http://schemas.microsoft.com/office/drawing/2014/main" id="{10B058D0-CD5B-42DD-8421-2FBC3CFB7D9D}"/>
              </a:ext>
            </a:extLst>
          </p:cNvPr>
          <p:cNvSpPr>
            <a:spLocks xmlns:a="http://schemas.openxmlformats.org/drawingml/2006/main" noGrp="1"/>
          </p:cNvSpPr>
          <p:nvPr/>
        </p:nvSpPr>
        <p:spPr>
          <a:xfrm xmlns:a="http://schemas.openxmlformats.org/drawingml/2006/main">
            <a:off x="1143000" y="5543550"/>
            <a:ext cx="5619750" cy="1466850"/>
          </a:xfrm>
          <a:prstGeom xmlns:a="http://schemas.openxmlformats.org/drawingml/2006/main" prst="roundRect">
            <a:avLst>
              <a:gd name="adj" fmla="val 6494"/>
            </a:avLst>
          </a:prstGeom>
          <a:solidFill xmlns:a="http://schemas.openxmlformats.org/drawingml/2006/main">
            <a:srgbClr val="FFFFFF"/>
          </a:solidFill>
          <a:ln xmlns:a="http://schemas.openxmlformats.org/drawingml/2006/main" w="12383">
            <a:solidFill>
              <a:srgbClr val="C7E0E2"/>
            </a:solidFill>
          </a:ln>
        </p:spPr>
      </p:sp>
      <p:sp>
        <p:nvSpPr>
          <p:cNvPr id="24" name="text-78">
            <a:extLst xmlns:a="http://schemas.openxmlformats.org/drawingml/2006/main">
              <a:ext uri="{FF2B5EF4-FFF2-40B4-BE49-F238E27FC236}">
                <a16:creationId xmlns:a16="http://schemas.microsoft.com/office/drawing/2014/main" id="{4D016BE5-13E4-4B39-A4EE-D25C65099CF2}"/>
              </a:ext>
            </a:extLst>
          </p:cNvPr>
          <p:cNvSpPr>
            <a:spLocks xmlns:a="http://schemas.openxmlformats.org/drawingml/2006/main" noGrp="1"/>
          </p:cNvSpPr>
          <p:nvPr/>
        </p:nvSpPr>
        <p:spPr>
          <a:xfrm xmlns:a="http://schemas.openxmlformats.org/drawingml/2006/main">
            <a:off x="1371600" y="5705475"/>
            <a:ext cx="666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800" b="1">
                <a:solidFill>
                  <a:srgbClr val="007F83"/>
                </a:solidFill>
              </a:defRPr>
            </a:defPPr>
            <a:lvl1pPr algn="l">
              <a:defRPr sz="1800" b="1">
                <a:solidFill>
                  <a:srgbClr val="007F83"/>
                </a:solidFill>
              </a:defRPr>
            </a:lvl1pPr>
            <a:lvl2pPr algn="l">
              <a:defRPr sz="1800" b="1">
                <a:solidFill>
                  <a:srgbClr val="007F83"/>
                </a:solidFill>
              </a:defRPr>
            </a:lvl2pPr>
            <a:lvl3pPr algn="l">
              <a:defRPr sz="1800" b="1">
                <a:solidFill>
                  <a:srgbClr val="007F83"/>
                </a:solidFill>
              </a:defRPr>
            </a:lvl3pPr>
            <a:lvl4pPr algn="l">
              <a:defRPr sz="1800" b="1">
                <a:solidFill>
                  <a:srgbClr val="007F83"/>
                </a:solidFill>
              </a:defRPr>
            </a:lvl4pPr>
            <a:lvl5pPr algn="l">
              <a:defRPr sz="1800" b="1">
                <a:solidFill>
                  <a:srgbClr val="007F83"/>
                </a:solidFill>
              </a:defRPr>
            </a:lvl5pPr>
            <a:lvl6pPr algn="l">
              <a:defRPr sz="1800" b="1">
                <a:solidFill>
                  <a:srgbClr val="007F83"/>
                </a:solidFill>
              </a:defRPr>
            </a:lvl6pPr>
            <a:lvl7pPr algn="l">
              <a:defRPr sz="1800" b="1">
                <a:solidFill>
                  <a:srgbClr val="007F83"/>
                </a:solidFill>
              </a:defRPr>
            </a:lvl7pPr>
            <a:lvl8pPr algn="l">
              <a:defRPr sz="1800" b="1">
                <a:solidFill>
                  <a:srgbClr val="007F83"/>
                </a:solidFill>
              </a:defRPr>
            </a:lvl8pPr>
            <a:lvl9pPr algn="l">
              <a:defRPr sz="1800" b="1">
                <a:solidFill>
                  <a:srgbClr val="007F83"/>
                </a:solidFill>
              </a:defRPr>
            </a:lvl9pPr>
          </a:lstStyle>
          <a:p xmlns:a="http://schemas.openxmlformats.org/drawingml/2006/main">
            <a:pPr algn="l">
              <a:buNone/>
              <a:defRPr sz="1800" b="1">
                <a:solidFill>
                  <a:srgbClr val="007F83"/>
                </a:solidFill>
              </a:defRPr>
            </a:pPr>
            <a:r>
              <a:rPr sz="1800" b="1">
                <a:solidFill>
                  <a:srgbClr val="007F83"/>
                </a:solidFill>
              </a:rPr>
              <a:t>02</a:t>
            </a:r>
          </a:p>
        </p:txBody>
      </p:sp>
      <p:pic>
        <p:nvPicPr>
          <p:cNvPr id="25" name="">
            <a:extLst xmlns:a="http://schemas.openxmlformats.org/drawingml/2006/main">
              <a:ext uri="{FF2B5EF4-FFF2-40B4-BE49-F238E27FC236}">
                <a16:creationId xmlns:a16="http://schemas.microsoft.com/office/drawing/2014/main" id="{CBC13B70-F1A0-43A3-97CB-C0F813DC4991}"/>
              </a:ext>
            </a:extLst>
          </p:cNvPr>
          <p:cNvPicPr>
            <a:picLocks xmlns:a="http://schemas.openxmlformats.org/drawingml/2006/main" noChangeAspect="1"/>
          </p:cNvPicPr>
          <p:nvPr/>
        </p:nvPicPr>
        <p:blipFill>
          <a:blip xmlns:r="http://schemas.openxmlformats.org/officeDocument/2006/relationships" xmlns:a="http://schemas.openxmlformats.org/drawingml/2006/main" r:embed="Rbb1bd948e59d4ad0"/>
          <a:stretch xmlns:a="http://schemas.openxmlformats.org/drawingml/2006/main"/>
        </p:blipFill>
        <p:spPr>
          <a:xfrm xmlns:a="http://schemas.openxmlformats.org/drawingml/2006/main">
            <a:off x="1438275" y="6248400"/>
            <a:ext cx="371475" cy="371475"/>
          </a:xfrm>
          <a:prstGeom xmlns:a="http://schemas.openxmlformats.org/drawingml/2006/main" prst="rect">
            <a:avLst/>
          </a:prstGeom>
        </p:spPr>
      </p:pic>
      <p:sp>
        <p:nvSpPr>
          <p:cNvPr id="26" name="text-79">
            <a:extLst xmlns:a="http://schemas.openxmlformats.org/drawingml/2006/main">
              <a:ext uri="{FF2B5EF4-FFF2-40B4-BE49-F238E27FC236}">
                <a16:creationId xmlns:a16="http://schemas.microsoft.com/office/drawing/2014/main" id="{640BA957-FA56-45DA-9403-3CFAE63AACB1}"/>
              </a:ext>
            </a:extLst>
          </p:cNvPr>
          <p:cNvSpPr>
            <a:spLocks xmlns:a="http://schemas.openxmlformats.org/drawingml/2006/main" noGrp="1"/>
          </p:cNvSpPr>
          <p:nvPr/>
        </p:nvSpPr>
        <p:spPr>
          <a:xfrm xmlns:a="http://schemas.openxmlformats.org/drawingml/2006/main">
            <a:off x="2124075" y="5734050"/>
            <a:ext cx="43910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100" b="1">
                <a:solidFill>
                  <a:srgbClr val="075C64"/>
                </a:solidFill>
              </a:defRPr>
            </a:defPPr>
            <a:lvl1pPr algn="l">
              <a:defRPr sz="2100" b="1">
                <a:solidFill>
                  <a:srgbClr val="075C64"/>
                </a:solidFill>
              </a:defRPr>
            </a:lvl1pPr>
            <a:lvl2pPr algn="l">
              <a:defRPr sz="2100" b="1">
                <a:solidFill>
                  <a:srgbClr val="075C64"/>
                </a:solidFill>
              </a:defRPr>
            </a:lvl2pPr>
            <a:lvl3pPr algn="l">
              <a:defRPr sz="2100" b="1">
                <a:solidFill>
                  <a:srgbClr val="075C64"/>
                </a:solidFill>
              </a:defRPr>
            </a:lvl3pPr>
            <a:lvl4pPr algn="l">
              <a:defRPr sz="2100" b="1">
                <a:solidFill>
                  <a:srgbClr val="075C64"/>
                </a:solidFill>
              </a:defRPr>
            </a:lvl4pPr>
            <a:lvl5pPr algn="l">
              <a:defRPr sz="2100" b="1">
                <a:solidFill>
                  <a:srgbClr val="075C64"/>
                </a:solidFill>
              </a:defRPr>
            </a:lvl5pPr>
            <a:lvl6pPr algn="l">
              <a:defRPr sz="2100" b="1">
                <a:solidFill>
                  <a:srgbClr val="075C64"/>
                </a:solidFill>
              </a:defRPr>
            </a:lvl6pPr>
            <a:lvl7pPr algn="l">
              <a:defRPr sz="2100" b="1">
                <a:solidFill>
                  <a:srgbClr val="075C64"/>
                </a:solidFill>
              </a:defRPr>
            </a:lvl7pPr>
            <a:lvl8pPr algn="l">
              <a:defRPr sz="2100" b="1">
                <a:solidFill>
                  <a:srgbClr val="075C64"/>
                </a:solidFill>
              </a:defRPr>
            </a:lvl8pPr>
            <a:lvl9pPr algn="l">
              <a:defRPr sz="2100" b="1">
                <a:solidFill>
                  <a:srgbClr val="075C64"/>
                </a:solidFill>
              </a:defRPr>
            </a:lvl9pPr>
          </a:lstStyle>
          <a:p xmlns:a="http://schemas.openxmlformats.org/drawingml/2006/main">
            <a:pPr algn="l">
              <a:buNone/>
              <a:defRPr sz="2100" b="1">
                <a:solidFill>
                  <a:srgbClr val="075C64"/>
                </a:solidFill>
              </a:defRPr>
            </a:pPr>
            <a:r>
              <a:rPr sz="2100" b="1">
                <a:solidFill>
                  <a:srgbClr val="075C64"/>
                </a:solidFill>
              </a:rPr>
              <a:t>Study Material Understanding</a:t>
            </a:r>
          </a:p>
        </p:txBody>
      </p:sp>
      <p:sp>
        <p:nvSpPr>
          <p:cNvPr id="27" name="text-80">
            <a:extLst xmlns:a="http://schemas.openxmlformats.org/drawingml/2006/main">
              <a:ext uri="{FF2B5EF4-FFF2-40B4-BE49-F238E27FC236}">
                <a16:creationId xmlns:a16="http://schemas.microsoft.com/office/drawing/2014/main" id="{C2168E34-7EF1-402D-944D-2974D9BA9F79}"/>
              </a:ext>
            </a:extLst>
          </p:cNvPr>
          <p:cNvSpPr>
            <a:spLocks xmlns:a="http://schemas.openxmlformats.org/drawingml/2006/main" noGrp="1"/>
          </p:cNvSpPr>
          <p:nvPr/>
        </p:nvSpPr>
        <p:spPr>
          <a:xfrm xmlns:a="http://schemas.openxmlformats.org/drawingml/2006/main">
            <a:off x="2124075" y="6238875"/>
            <a:ext cx="4381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725" b="0">
                <a:solidFill>
                  <a:srgbClr val="557080"/>
                </a:solidFill>
              </a:defRPr>
            </a:defPPr>
            <a:lvl1pPr algn="l">
              <a:defRPr sz="1725" b="0">
                <a:solidFill>
                  <a:srgbClr val="557080"/>
                </a:solidFill>
              </a:defRPr>
            </a:lvl1pPr>
            <a:lvl2pPr algn="l">
              <a:defRPr sz="1725" b="0">
                <a:solidFill>
                  <a:srgbClr val="557080"/>
                </a:solidFill>
              </a:defRPr>
            </a:lvl2pPr>
            <a:lvl3pPr algn="l">
              <a:defRPr sz="1725" b="0">
                <a:solidFill>
                  <a:srgbClr val="557080"/>
                </a:solidFill>
              </a:defRPr>
            </a:lvl3pPr>
            <a:lvl4pPr algn="l">
              <a:defRPr sz="1725" b="0">
                <a:solidFill>
                  <a:srgbClr val="557080"/>
                </a:solidFill>
              </a:defRPr>
            </a:lvl4pPr>
            <a:lvl5pPr algn="l">
              <a:defRPr sz="1725" b="0">
                <a:solidFill>
                  <a:srgbClr val="557080"/>
                </a:solidFill>
              </a:defRPr>
            </a:lvl5pPr>
            <a:lvl6pPr algn="l">
              <a:defRPr sz="1725" b="0">
                <a:solidFill>
                  <a:srgbClr val="557080"/>
                </a:solidFill>
              </a:defRPr>
            </a:lvl6pPr>
            <a:lvl7pPr algn="l">
              <a:defRPr sz="1725" b="0">
                <a:solidFill>
                  <a:srgbClr val="557080"/>
                </a:solidFill>
              </a:defRPr>
            </a:lvl7pPr>
            <a:lvl8pPr algn="l">
              <a:defRPr sz="1725" b="0">
                <a:solidFill>
                  <a:srgbClr val="557080"/>
                </a:solidFill>
              </a:defRPr>
            </a:lvl8pPr>
            <a:lvl9pPr algn="l">
              <a:defRPr sz="1725" b="0">
                <a:solidFill>
                  <a:srgbClr val="557080"/>
                </a:solidFill>
              </a:defRPr>
            </a:lvl9pPr>
          </a:lstStyle>
          <a:p xmlns:a="http://schemas.openxmlformats.org/drawingml/2006/main">
            <a:pPr algn="l">
              <a:buNone/>
              <a:defRPr sz="1725" b="0">
                <a:solidFill>
                  <a:srgbClr val="557080"/>
                </a:solidFill>
              </a:defRPr>
            </a:pPr>
            <a:r>
              <a:rPr sz="1725" b="0">
                <a:solidFill>
                  <a:srgbClr val="557080"/>
                </a:solidFill>
              </a:rPr>
              <a:t>Extract usable text from uploaded documents.</a:t>
            </a:r>
          </a:p>
        </p:txBody>
      </p:sp>
      <p:sp>
        <p:nvSpPr>
          <p:cNvPr id="28" name="panel-81">
            <a:extLst xmlns:a="http://schemas.openxmlformats.org/drawingml/2006/main">
              <a:ext uri="{FF2B5EF4-FFF2-40B4-BE49-F238E27FC236}">
                <a16:creationId xmlns:a16="http://schemas.microsoft.com/office/drawing/2014/main" id="{748052A2-EE8B-4EC3-A373-613539DAE7F0}"/>
              </a:ext>
            </a:extLst>
          </p:cNvPr>
          <p:cNvSpPr>
            <a:spLocks xmlns:a="http://schemas.openxmlformats.org/drawingml/2006/main" noGrp="1"/>
          </p:cNvSpPr>
          <p:nvPr/>
        </p:nvSpPr>
        <p:spPr>
          <a:xfrm xmlns:a="http://schemas.openxmlformats.org/drawingml/2006/main">
            <a:off x="1143000" y="7381875"/>
            <a:ext cx="5619750" cy="1466850"/>
          </a:xfrm>
          <a:prstGeom xmlns:a="http://schemas.openxmlformats.org/drawingml/2006/main" prst="roundRect">
            <a:avLst>
              <a:gd name="adj" fmla="val 6494"/>
            </a:avLst>
          </a:prstGeom>
          <a:solidFill xmlns:a="http://schemas.openxmlformats.org/drawingml/2006/main">
            <a:srgbClr val="FFFFFF"/>
          </a:solidFill>
          <a:ln xmlns:a="http://schemas.openxmlformats.org/drawingml/2006/main" w="12383">
            <a:solidFill>
              <a:srgbClr val="C7E0E2"/>
            </a:solidFill>
          </a:ln>
        </p:spPr>
      </p:sp>
      <p:sp>
        <p:nvSpPr>
          <p:cNvPr id="30" name="text-82">
            <a:extLst xmlns:a="http://schemas.openxmlformats.org/drawingml/2006/main">
              <a:ext uri="{FF2B5EF4-FFF2-40B4-BE49-F238E27FC236}">
                <a16:creationId xmlns:a16="http://schemas.microsoft.com/office/drawing/2014/main" id="{7B06F130-6E03-4D68-9302-64A43C9B1718}"/>
              </a:ext>
            </a:extLst>
          </p:cNvPr>
          <p:cNvSpPr>
            <a:spLocks xmlns:a="http://schemas.openxmlformats.org/drawingml/2006/main" noGrp="1"/>
          </p:cNvSpPr>
          <p:nvPr/>
        </p:nvSpPr>
        <p:spPr>
          <a:xfrm xmlns:a="http://schemas.openxmlformats.org/drawingml/2006/main">
            <a:off x="1371600" y="7543800"/>
            <a:ext cx="666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800" b="1">
                <a:solidFill>
                  <a:srgbClr val="007F83"/>
                </a:solidFill>
              </a:defRPr>
            </a:defPPr>
            <a:lvl1pPr algn="l">
              <a:defRPr sz="1800" b="1">
                <a:solidFill>
                  <a:srgbClr val="007F83"/>
                </a:solidFill>
              </a:defRPr>
            </a:lvl1pPr>
            <a:lvl2pPr algn="l">
              <a:defRPr sz="1800" b="1">
                <a:solidFill>
                  <a:srgbClr val="007F83"/>
                </a:solidFill>
              </a:defRPr>
            </a:lvl2pPr>
            <a:lvl3pPr algn="l">
              <a:defRPr sz="1800" b="1">
                <a:solidFill>
                  <a:srgbClr val="007F83"/>
                </a:solidFill>
              </a:defRPr>
            </a:lvl3pPr>
            <a:lvl4pPr algn="l">
              <a:defRPr sz="1800" b="1">
                <a:solidFill>
                  <a:srgbClr val="007F83"/>
                </a:solidFill>
              </a:defRPr>
            </a:lvl4pPr>
            <a:lvl5pPr algn="l">
              <a:defRPr sz="1800" b="1">
                <a:solidFill>
                  <a:srgbClr val="007F83"/>
                </a:solidFill>
              </a:defRPr>
            </a:lvl5pPr>
            <a:lvl6pPr algn="l">
              <a:defRPr sz="1800" b="1">
                <a:solidFill>
                  <a:srgbClr val="007F83"/>
                </a:solidFill>
              </a:defRPr>
            </a:lvl6pPr>
            <a:lvl7pPr algn="l">
              <a:defRPr sz="1800" b="1">
                <a:solidFill>
                  <a:srgbClr val="007F83"/>
                </a:solidFill>
              </a:defRPr>
            </a:lvl7pPr>
            <a:lvl8pPr algn="l">
              <a:defRPr sz="1800" b="1">
                <a:solidFill>
                  <a:srgbClr val="007F83"/>
                </a:solidFill>
              </a:defRPr>
            </a:lvl8pPr>
            <a:lvl9pPr algn="l">
              <a:defRPr sz="1800" b="1">
                <a:solidFill>
                  <a:srgbClr val="007F83"/>
                </a:solidFill>
              </a:defRPr>
            </a:lvl9pPr>
          </a:lstStyle>
          <a:p xmlns:a="http://schemas.openxmlformats.org/drawingml/2006/main">
            <a:pPr algn="l">
              <a:buNone/>
              <a:defRPr sz="1800" b="1">
                <a:solidFill>
                  <a:srgbClr val="007F83"/>
                </a:solidFill>
              </a:defRPr>
            </a:pPr>
            <a:r>
              <a:rPr sz="1800" b="1">
                <a:solidFill>
                  <a:srgbClr val="007F83"/>
                </a:solidFill>
              </a:rPr>
              <a:t>03</a:t>
            </a:r>
          </a:p>
        </p:txBody>
      </p:sp>
      <p:pic>
        <p:nvPicPr>
          <p:cNvPr id="31" name="">
            <a:extLst xmlns:a="http://schemas.openxmlformats.org/drawingml/2006/main">
              <a:ext uri="{FF2B5EF4-FFF2-40B4-BE49-F238E27FC236}">
                <a16:creationId xmlns:a16="http://schemas.microsoft.com/office/drawing/2014/main" id="{D8A428DD-004F-4DD3-8D2E-0623ABA0A74E}"/>
              </a:ext>
            </a:extLst>
          </p:cNvPr>
          <p:cNvPicPr>
            <a:picLocks xmlns:a="http://schemas.openxmlformats.org/drawingml/2006/main" noChangeAspect="1"/>
          </p:cNvPicPr>
          <p:nvPr/>
        </p:nvPicPr>
        <p:blipFill>
          <a:blip xmlns:r="http://schemas.openxmlformats.org/officeDocument/2006/relationships" xmlns:a="http://schemas.openxmlformats.org/drawingml/2006/main" r:embed="R0cef7a32bf5147e0"/>
          <a:stretch xmlns:a="http://schemas.openxmlformats.org/drawingml/2006/main"/>
        </p:blipFill>
        <p:spPr>
          <a:xfrm xmlns:a="http://schemas.openxmlformats.org/drawingml/2006/main">
            <a:off x="1438275" y="8086725"/>
            <a:ext cx="371475" cy="371475"/>
          </a:xfrm>
          <a:prstGeom xmlns:a="http://schemas.openxmlformats.org/drawingml/2006/main" prst="rect">
            <a:avLst/>
          </a:prstGeom>
        </p:spPr>
      </p:pic>
      <p:sp>
        <p:nvSpPr>
          <p:cNvPr id="32" name="text-83">
            <a:extLst xmlns:a="http://schemas.openxmlformats.org/drawingml/2006/main">
              <a:ext uri="{FF2B5EF4-FFF2-40B4-BE49-F238E27FC236}">
                <a16:creationId xmlns:a16="http://schemas.microsoft.com/office/drawing/2014/main" id="{AA321B7F-738C-4434-AFB6-89FA7B665B22}"/>
              </a:ext>
            </a:extLst>
          </p:cNvPr>
          <p:cNvSpPr>
            <a:spLocks xmlns:a="http://schemas.openxmlformats.org/drawingml/2006/main" noGrp="1"/>
          </p:cNvSpPr>
          <p:nvPr/>
        </p:nvSpPr>
        <p:spPr>
          <a:xfrm xmlns:a="http://schemas.openxmlformats.org/drawingml/2006/main">
            <a:off x="2124075" y="7572375"/>
            <a:ext cx="43910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100" b="1">
                <a:solidFill>
                  <a:srgbClr val="075C64"/>
                </a:solidFill>
              </a:defRPr>
            </a:defPPr>
            <a:lvl1pPr algn="l">
              <a:defRPr sz="2100" b="1">
                <a:solidFill>
                  <a:srgbClr val="075C64"/>
                </a:solidFill>
              </a:defRPr>
            </a:lvl1pPr>
            <a:lvl2pPr algn="l">
              <a:defRPr sz="2100" b="1">
                <a:solidFill>
                  <a:srgbClr val="075C64"/>
                </a:solidFill>
              </a:defRPr>
            </a:lvl2pPr>
            <a:lvl3pPr algn="l">
              <a:defRPr sz="2100" b="1">
                <a:solidFill>
                  <a:srgbClr val="075C64"/>
                </a:solidFill>
              </a:defRPr>
            </a:lvl3pPr>
            <a:lvl4pPr algn="l">
              <a:defRPr sz="2100" b="1">
                <a:solidFill>
                  <a:srgbClr val="075C64"/>
                </a:solidFill>
              </a:defRPr>
            </a:lvl4pPr>
            <a:lvl5pPr algn="l">
              <a:defRPr sz="2100" b="1">
                <a:solidFill>
                  <a:srgbClr val="075C64"/>
                </a:solidFill>
              </a:defRPr>
            </a:lvl5pPr>
            <a:lvl6pPr algn="l">
              <a:defRPr sz="2100" b="1">
                <a:solidFill>
                  <a:srgbClr val="075C64"/>
                </a:solidFill>
              </a:defRPr>
            </a:lvl6pPr>
            <a:lvl7pPr algn="l">
              <a:defRPr sz="2100" b="1">
                <a:solidFill>
                  <a:srgbClr val="075C64"/>
                </a:solidFill>
              </a:defRPr>
            </a:lvl7pPr>
            <a:lvl8pPr algn="l">
              <a:defRPr sz="2100" b="1">
                <a:solidFill>
                  <a:srgbClr val="075C64"/>
                </a:solidFill>
              </a:defRPr>
            </a:lvl8pPr>
            <a:lvl9pPr algn="l">
              <a:defRPr sz="2100" b="1">
                <a:solidFill>
                  <a:srgbClr val="075C64"/>
                </a:solidFill>
              </a:defRPr>
            </a:lvl9pPr>
          </a:lstStyle>
          <a:p xmlns:a="http://schemas.openxmlformats.org/drawingml/2006/main">
            <a:pPr algn="l">
              <a:buNone/>
              <a:defRPr sz="2100" b="1">
                <a:solidFill>
                  <a:srgbClr val="075C64"/>
                </a:solidFill>
              </a:defRPr>
            </a:pPr>
            <a:r>
              <a:rPr sz="2100" b="1">
                <a:solidFill>
                  <a:srgbClr val="075C64"/>
                </a:solidFill>
              </a:rPr>
              <a:t>Contextual Q&amp;A</a:t>
            </a:r>
          </a:p>
        </p:txBody>
      </p:sp>
      <p:sp>
        <p:nvSpPr>
          <p:cNvPr id="33" name="text-84">
            <a:extLst xmlns:a="http://schemas.openxmlformats.org/drawingml/2006/main">
              <a:ext uri="{FF2B5EF4-FFF2-40B4-BE49-F238E27FC236}">
                <a16:creationId xmlns:a16="http://schemas.microsoft.com/office/drawing/2014/main" id="{50102F4A-08D2-4DAD-9A08-D192B94C898D}"/>
              </a:ext>
            </a:extLst>
          </p:cNvPr>
          <p:cNvSpPr>
            <a:spLocks xmlns:a="http://schemas.openxmlformats.org/drawingml/2006/main" noGrp="1"/>
          </p:cNvSpPr>
          <p:nvPr/>
        </p:nvSpPr>
        <p:spPr>
          <a:xfrm xmlns:a="http://schemas.openxmlformats.org/drawingml/2006/main">
            <a:off x="2124075" y="8077200"/>
            <a:ext cx="4381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725" b="0">
                <a:solidFill>
                  <a:srgbClr val="557080"/>
                </a:solidFill>
              </a:defRPr>
            </a:defPPr>
            <a:lvl1pPr algn="l">
              <a:defRPr sz="1725" b="0">
                <a:solidFill>
                  <a:srgbClr val="557080"/>
                </a:solidFill>
              </a:defRPr>
            </a:lvl1pPr>
            <a:lvl2pPr algn="l">
              <a:defRPr sz="1725" b="0">
                <a:solidFill>
                  <a:srgbClr val="557080"/>
                </a:solidFill>
              </a:defRPr>
            </a:lvl2pPr>
            <a:lvl3pPr algn="l">
              <a:defRPr sz="1725" b="0">
                <a:solidFill>
                  <a:srgbClr val="557080"/>
                </a:solidFill>
              </a:defRPr>
            </a:lvl3pPr>
            <a:lvl4pPr algn="l">
              <a:defRPr sz="1725" b="0">
                <a:solidFill>
                  <a:srgbClr val="557080"/>
                </a:solidFill>
              </a:defRPr>
            </a:lvl4pPr>
            <a:lvl5pPr algn="l">
              <a:defRPr sz="1725" b="0">
                <a:solidFill>
                  <a:srgbClr val="557080"/>
                </a:solidFill>
              </a:defRPr>
            </a:lvl5pPr>
            <a:lvl6pPr algn="l">
              <a:defRPr sz="1725" b="0">
                <a:solidFill>
                  <a:srgbClr val="557080"/>
                </a:solidFill>
              </a:defRPr>
            </a:lvl6pPr>
            <a:lvl7pPr algn="l">
              <a:defRPr sz="1725" b="0">
                <a:solidFill>
                  <a:srgbClr val="557080"/>
                </a:solidFill>
              </a:defRPr>
            </a:lvl7pPr>
            <a:lvl8pPr algn="l">
              <a:defRPr sz="1725" b="0">
                <a:solidFill>
                  <a:srgbClr val="557080"/>
                </a:solidFill>
              </a:defRPr>
            </a:lvl8pPr>
            <a:lvl9pPr algn="l">
              <a:defRPr sz="1725" b="0">
                <a:solidFill>
                  <a:srgbClr val="557080"/>
                </a:solidFill>
              </a:defRPr>
            </a:lvl9pPr>
          </a:lstStyle>
          <a:p xmlns:a="http://schemas.openxmlformats.org/drawingml/2006/main">
            <a:pPr algn="l">
              <a:buNone/>
              <a:defRPr sz="1725" b="0">
                <a:solidFill>
                  <a:srgbClr val="557080"/>
                </a:solidFill>
              </a:defRPr>
            </a:pPr>
            <a:r>
              <a:rPr sz="1725" b="0">
                <a:solidFill>
                  <a:srgbClr val="557080"/>
                </a:solidFill>
              </a:rPr>
              <a:t>Use selected material to answer student doubts.</a:t>
            </a:r>
          </a:p>
        </p:txBody>
      </p:sp>
      <p:sp>
        <p:nvSpPr>
          <p:cNvPr id="34" name="panel-85">
            <a:extLst xmlns:a="http://schemas.openxmlformats.org/drawingml/2006/main">
              <a:ext uri="{FF2B5EF4-FFF2-40B4-BE49-F238E27FC236}">
                <a16:creationId xmlns:a16="http://schemas.microsoft.com/office/drawing/2014/main" id="{8AAAAD37-29FA-4A19-9053-7F4918F13145}"/>
              </a:ext>
            </a:extLst>
          </p:cNvPr>
          <p:cNvSpPr>
            <a:spLocks xmlns:a="http://schemas.openxmlformats.org/drawingml/2006/main" noGrp="1"/>
          </p:cNvSpPr>
          <p:nvPr/>
        </p:nvSpPr>
        <p:spPr>
          <a:xfrm xmlns:a="http://schemas.openxmlformats.org/drawingml/2006/main">
            <a:off x="11430000" y="3705225"/>
            <a:ext cx="5619750" cy="1466850"/>
          </a:xfrm>
          <a:prstGeom xmlns:a="http://schemas.openxmlformats.org/drawingml/2006/main" prst="roundRect">
            <a:avLst>
              <a:gd name="adj" fmla="val 6494"/>
            </a:avLst>
          </a:prstGeom>
          <a:solidFill xmlns:a="http://schemas.openxmlformats.org/drawingml/2006/main">
            <a:srgbClr val="FFFFFF"/>
          </a:solidFill>
          <a:ln xmlns:a="http://schemas.openxmlformats.org/drawingml/2006/main" w="12383">
            <a:solidFill>
              <a:srgbClr val="C7E0E2"/>
            </a:solidFill>
          </a:ln>
        </p:spPr>
      </p:sp>
      <p:sp>
        <p:nvSpPr>
          <p:cNvPr id="36" name="text-86">
            <a:extLst xmlns:a="http://schemas.openxmlformats.org/drawingml/2006/main">
              <a:ext uri="{FF2B5EF4-FFF2-40B4-BE49-F238E27FC236}">
                <a16:creationId xmlns:a16="http://schemas.microsoft.com/office/drawing/2014/main" id="{AFC288CE-C426-4BCD-82A3-740FCB1E4BFC}"/>
              </a:ext>
            </a:extLst>
          </p:cNvPr>
          <p:cNvSpPr>
            <a:spLocks xmlns:a="http://schemas.openxmlformats.org/drawingml/2006/main" noGrp="1"/>
          </p:cNvSpPr>
          <p:nvPr/>
        </p:nvSpPr>
        <p:spPr>
          <a:xfrm xmlns:a="http://schemas.openxmlformats.org/drawingml/2006/main">
            <a:off x="11658600" y="3867150"/>
            <a:ext cx="666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800" b="1">
                <a:solidFill>
                  <a:srgbClr val="007F83"/>
                </a:solidFill>
              </a:defRPr>
            </a:defPPr>
            <a:lvl1pPr algn="l">
              <a:defRPr sz="1800" b="1">
                <a:solidFill>
                  <a:srgbClr val="007F83"/>
                </a:solidFill>
              </a:defRPr>
            </a:lvl1pPr>
            <a:lvl2pPr algn="l">
              <a:defRPr sz="1800" b="1">
                <a:solidFill>
                  <a:srgbClr val="007F83"/>
                </a:solidFill>
              </a:defRPr>
            </a:lvl2pPr>
            <a:lvl3pPr algn="l">
              <a:defRPr sz="1800" b="1">
                <a:solidFill>
                  <a:srgbClr val="007F83"/>
                </a:solidFill>
              </a:defRPr>
            </a:lvl3pPr>
            <a:lvl4pPr algn="l">
              <a:defRPr sz="1800" b="1">
                <a:solidFill>
                  <a:srgbClr val="007F83"/>
                </a:solidFill>
              </a:defRPr>
            </a:lvl4pPr>
            <a:lvl5pPr algn="l">
              <a:defRPr sz="1800" b="1">
                <a:solidFill>
                  <a:srgbClr val="007F83"/>
                </a:solidFill>
              </a:defRPr>
            </a:lvl5pPr>
            <a:lvl6pPr algn="l">
              <a:defRPr sz="1800" b="1">
                <a:solidFill>
                  <a:srgbClr val="007F83"/>
                </a:solidFill>
              </a:defRPr>
            </a:lvl6pPr>
            <a:lvl7pPr algn="l">
              <a:defRPr sz="1800" b="1">
                <a:solidFill>
                  <a:srgbClr val="007F83"/>
                </a:solidFill>
              </a:defRPr>
            </a:lvl7pPr>
            <a:lvl8pPr algn="l">
              <a:defRPr sz="1800" b="1">
                <a:solidFill>
                  <a:srgbClr val="007F83"/>
                </a:solidFill>
              </a:defRPr>
            </a:lvl8pPr>
            <a:lvl9pPr algn="l">
              <a:defRPr sz="1800" b="1">
                <a:solidFill>
                  <a:srgbClr val="007F83"/>
                </a:solidFill>
              </a:defRPr>
            </a:lvl9pPr>
          </a:lstStyle>
          <a:p xmlns:a="http://schemas.openxmlformats.org/drawingml/2006/main">
            <a:pPr algn="l">
              <a:buNone/>
              <a:defRPr sz="1800" b="1">
                <a:solidFill>
                  <a:srgbClr val="007F83"/>
                </a:solidFill>
              </a:defRPr>
            </a:pPr>
            <a:r>
              <a:rPr sz="1800" b="1">
                <a:solidFill>
                  <a:srgbClr val="007F83"/>
                </a:solidFill>
              </a:rPr>
              <a:t>04</a:t>
            </a:r>
          </a:p>
        </p:txBody>
      </p:sp>
      <p:pic>
        <p:nvPicPr>
          <p:cNvPr id="37" name="">
            <a:extLst xmlns:a="http://schemas.openxmlformats.org/drawingml/2006/main">
              <a:ext uri="{FF2B5EF4-FFF2-40B4-BE49-F238E27FC236}">
                <a16:creationId xmlns:a16="http://schemas.microsoft.com/office/drawing/2014/main" id="{83A99B7C-83CE-4D34-BDAF-134608F7E114}"/>
              </a:ext>
            </a:extLst>
          </p:cNvPr>
          <p:cNvPicPr>
            <a:picLocks xmlns:a="http://schemas.openxmlformats.org/drawingml/2006/main" noChangeAspect="1"/>
          </p:cNvPicPr>
          <p:nvPr/>
        </p:nvPicPr>
        <p:blipFill>
          <a:blip xmlns:r="http://schemas.openxmlformats.org/officeDocument/2006/relationships" xmlns:a="http://schemas.openxmlformats.org/drawingml/2006/main" r:embed="Rbce1d0e3838a4e45"/>
          <a:stretch xmlns:a="http://schemas.openxmlformats.org/drawingml/2006/main"/>
        </p:blipFill>
        <p:spPr>
          <a:xfrm xmlns:a="http://schemas.openxmlformats.org/drawingml/2006/main">
            <a:off x="11725275" y="4410075"/>
            <a:ext cx="371475" cy="371475"/>
          </a:xfrm>
          <a:prstGeom xmlns:a="http://schemas.openxmlformats.org/drawingml/2006/main" prst="rect">
            <a:avLst/>
          </a:prstGeom>
        </p:spPr>
      </p:pic>
      <p:sp>
        <p:nvSpPr>
          <p:cNvPr id="38" name="text-87">
            <a:extLst xmlns:a="http://schemas.openxmlformats.org/drawingml/2006/main">
              <a:ext uri="{FF2B5EF4-FFF2-40B4-BE49-F238E27FC236}">
                <a16:creationId xmlns:a16="http://schemas.microsoft.com/office/drawing/2014/main" id="{7F1FB01F-FF03-45C8-BE13-F7DBE1F16274}"/>
              </a:ext>
            </a:extLst>
          </p:cNvPr>
          <p:cNvSpPr>
            <a:spLocks xmlns:a="http://schemas.openxmlformats.org/drawingml/2006/main" noGrp="1"/>
          </p:cNvSpPr>
          <p:nvPr/>
        </p:nvSpPr>
        <p:spPr>
          <a:xfrm xmlns:a="http://schemas.openxmlformats.org/drawingml/2006/main">
            <a:off x="12411075" y="3895725"/>
            <a:ext cx="43910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100" b="1">
                <a:solidFill>
                  <a:srgbClr val="075C64"/>
                </a:solidFill>
              </a:defRPr>
            </a:defPPr>
            <a:lvl1pPr algn="l">
              <a:defRPr sz="2100" b="1">
                <a:solidFill>
                  <a:srgbClr val="075C64"/>
                </a:solidFill>
              </a:defRPr>
            </a:lvl1pPr>
            <a:lvl2pPr algn="l">
              <a:defRPr sz="2100" b="1">
                <a:solidFill>
                  <a:srgbClr val="075C64"/>
                </a:solidFill>
              </a:defRPr>
            </a:lvl2pPr>
            <a:lvl3pPr algn="l">
              <a:defRPr sz="2100" b="1">
                <a:solidFill>
                  <a:srgbClr val="075C64"/>
                </a:solidFill>
              </a:defRPr>
            </a:lvl3pPr>
            <a:lvl4pPr algn="l">
              <a:defRPr sz="2100" b="1">
                <a:solidFill>
                  <a:srgbClr val="075C64"/>
                </a:solidFill>
              </a:defRPr>
            </a:lvl4pPr>
            <a:lvl5pPr algn="l">
              <a:defRPr sz="2100" b="1">
                <a:solidFill>
                  <a:srgbClr val="075C64"/>
                </a:solidFill>
              </a:defRPr>
            </a:lvl5pPr>
            <a:lvl6pPr algn="l">
              <a:defRPr sz="2100" b="1">
                <a:solidFill>
                  <a:srgbClr val="075C64"/>
                </a:solidFill>
              </a:defRPr>
            </a:lvl6pPr>
            <a:lvl7pPr algn="l">
              <a:defRPr sz="2100" b="1">
                <a:solidFill>
                  <a:srgbClr val="075C64"/>
                </a:solidFill>
              </a:defRPr>
            </a:lvl7pPr>
            <a:lvl8pPr algn="l">
              <a:defRPr sz="2100" b="1">
                <a:solidFill>
                  <a:srgbClr val="075C64"/>
                </a:solidFill>
              </a:defRPr>
            </a:lvl8pPr>
            <a:lvl9pPr algn="l">
              <a:defRPr sz="2100" b="1">
                <a:solidFill>
                  <a:srgbClr val="075C64"/>
                </a:solidFill>
              </a:defRPr>
            </a:lvl9pPr>
          </a:lstStyle>
          <a:p xmlns:a="http://schemas.openxmlformats.org/drawingml/2006/main">
            <a:pPr algn="l">
              <a:buNone/>
              <a:defRPr sz="2100" b="1">
                <a:solidFill>
                  <a:srgbClr val="075C64"/>
                </a:solidFill>
              </a:defRPr>
            </a:pPr>
            <a:r>
              <a:rPr sz="2100" b="1">
                <a:solidFill>
                  <a:srgbClr val="075C64"/>
                </a:solidFill>
              </a:rPr>
              <a:t>Simplified Explanations</a:t>
            </a:r>
          </a:p>
        </p:txBody>
      </p:sp>
      <p:sp>
        <p:nvSpPr>
          <p:cNvPr id="39" name="text-88">
            <a:extLst xmlns:a="http://schemas.openxmlformats.org/drawingml/2006/main">
              <a:ext uri="{FF2B5EF4-FFF2-40B4-BE49-F238E27FC236}">
                <a16:creationId xmlns:a16="http://schemas.microsoft.com/office/drawing/2014/main" id="{DD398066-D999-4FA9-80F4-1B02AE231E83}"/>
              </a:ext>
            </a:extLst>
          </p:cNvPr>
          <p:cNvSpPr>
            <a:spLocks xmlns:a="http://schemas.openxmlformats.org/drawingml/2006/main" noGrp="1"/>
          </p:cNvSpPr>
          <p:nvPr/>
        </p:nvSpPr>
        <p:spPr>
          <a:xfrm xmlns:a="http://schemas.openxmlformats.org/drawingml/2006/main">
            <a:off x="12411075" y="4400550"/>
            <a:ext cx="4381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725" b="0">
                <a:solidFill>
                  <a:srgbClr val="557080"/>
                </a:solidFill>
              </a:defRPr>
            </a:defPPr>
            <a:lvl1pPr algn="l">
              <a:defRPr sz="1725" b="0">
                <a:solidFill>
                  <a:srgbClr val="557080"/>
                </a:solidFill>
              </a:defRPr>
            </a:lvl1pPr>
            <a:lvl2pPr algn="l">
              <a:defRPr sz="1725" b="0">
                <a:solidFill>
                  <a:srgbClr val="557080"/>
                </a:solidFill>
              </a:defRPr>
            </a:lvl2pPr>
            <a:lvl3pPr algn="l">
              <a:defRPr sz="1725" b="0">
                <a:solidFill>
                  <a:srgbClr val="557080"/>
                </a:solidFill>
              </a:defRPr>
            </a:lvl3pPr>
            <a:lvl4pPr algn="l">
              <a:defRPr sz="1725" b="0">
                <a:solidFill>
                  <a:srgbClr val="557080"/>
                </a:solidFill>
              </a:defRPr>
            </a:lvl4pPr>
            <a:lvl5pPr algn="l">
              <a:defRPr sz="1725" b="0">
                <a:solidFill>
                  <a:srgbClr val="557080"/>
                </a:solidFill>
              </a:defRPr>
            </a:lvl5pPr>
            <a:lvl6pPr algn="l">
              <a:defRPr sz="1725" b="0">
                <a:solidFill>
                  <a:srgbClr val="557080"/>
                </a:solidFill>
              </a:defRPr>
            </a:lvl6pPr>
            <a:lvl7pPr algn="l">
              <a:defRPr sz="1725" b="0">
                <a:solidFill>
                  <a:srgbClr val="557080"/>
                </a:solidFill>
              </a:defRPr>
            </a:lvl7pPr>
            <a:lvl8pPr algn="l">
              <a:defRPr sz="1725" b="0">
                <a:solidFill>
                  <a:srgbClr val="557080"/>
                </a:solidFill>
              </a:defRPr>
            </a:lvl8pPr>
            <a:lvl9pPr algn="l">
              <a:defRPr sz="1725" b="0">
                <a:solidFill>
                  <a:srgbClr val="557080"/>
                </a:solidFill>
              </a:defRPr>
            </a:lvl9pPr>
          </a:lstStyle>
          <a:p xmlns:a="http://schemas.openxmlformats.org/drawingml/2006/main">
            <a:pPr algn="l">
              <a:buNone/>
              <a:defRPr sz="1725" b="0">
                <a:solidFill>
                  <a:srgbClr val="557080"/>
                </a:solidFill>
              </a:defRPr>
            </a:pPr>
            <a:r>
              <a:rPr sz="1725" b="0">
                <a:solidFill>
                  <a:srgbClr val="557080"/>
                </a:solidFill>
              </a:rPr>
              <a:t>Explain difficult concepts with clear examples.</a:t>
            </a:r>
          </a:p>
        </p:txBody>
      </p:sp>
      <p:sp>
        <p:nvSpPr>
          <p:cNvPr id="40" name="panel-89">
            <a:extLst xmlns:a="http://schemas.openxmlformats.org/drawingml/2006/main">
              <a:ext uri="{FF2B5EF4-FFF2-40B4-BE49-F238E27FC236}">
                <a16:creationId xmlns:a16="http://schemas.microsoft.com/office/drawing/2014/main" id="{AD0110BC-7F8A-42AD-9347-34FE1B001550}"/>
              </a:ext>
            </a:extLst>
          </p:cNvPr>
          <p:cNvSpPr>
            <a:spLocks xmlns:a="http://schemas.openxmlformats.org/drawingml/2006/main" noGrp="1"/>
          </p:cNvSpPr>
          <p:nvPr/>
        </p:nvSpPr>
        <p:spPr>
          <a:xfrm xmlns:a="http://schemas.openxmlformats.org/drawingml/2006/main">
            <a:off x="11430000" y="5543550"/>
            <a:ext cx="5619750" cy="1466850"/>
          </a:xfrm>
          <a:prstGeom xmlns:a="http://schemas.openxmlformats.org/drawingml/2006/main" prst="roundRect">
            <a:avLst>
              <a:gd name="adj" fmla="val 6494"/>
            </a:avLst>
          </a:prstGeom>
          <a:solidFill xmlns:a="http://schemas.openxmlformats.org/drawingml/2006/main">
            <a:srgbClr val="FFFFFF"/>
          </a:solidFill>
          <a:ln xmlns:a="http://schemas.openxmlformats.org/drawingml/2006/main" w="12383">
            <a:solidFill>
              <a:srgbClr val="C7E0E2"/>
            </a:solidFill>
          </a:ln>
        </p:spPr>
      </p:sp>
      <p:sp>
        <p:nvSpPr>
          <p:cNvPr id="42" name="text-90">
            <a:extLst xmlns:a="http://schemas.openxmlformats.org/drawingml/2006/main">
              <a:ext uri="{FF2B5EF4-FFF2-40B4-BE49-F238E27FC236}">
                <a16:creationId xmlns:a16="http://schemas.microsoft.com/office/drawing/2014/main" id="{4D39F017-CD14-4C46-8F85-8F556D593FFB}"/>
              </a:ext>
            </a:extLst>
          </p:cNvPr>
          <p:cNvSpPr>
            <a:spLocks xmlns:a="http://schemas.openxmlformats.org/drawingml/2006/main" noGrp="1"/>
          </p:cNvSpPr>
          <p:nvPr/>
        </p:nvSpPr>
        <p:spPr>
          <a:xfrm xmlns:a="http://schemas.openxmlformats.org/drawingml/2006/main">
            <a:off x="11658600" y="5705475"/>
            <a:ext cx="666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800" b="1">
                <a:solidFill>
                  <a:srgbClr val="007F83"/>
                </a:solidFill>
              </a:defRPr>
            </a:defPPr>
            <a:lvl1pPr algn="l">
              <a:defRPr sz="1800" b="1">
                <a:solidFill>
                  <a:srgbClr val="007F83"/>
                </a:solidFill>
              </a:defRPr>
            </a:lvl1pPr>
            <a:lvl2pPr algn="l">
              <a:defRPr sz="1800" b="1">
                <a:solidFill>
                  <a:srgbClr val="007F83"/>
                </a:solidFill>
              </a:defRPr>
            </a:lvl2pPr>
            <a:lvl3pPr algn="l">
              <a:defRPr sz="1800" b="1">
                <a:solidFill>
                  <a:srgbClr val="007F83"/>
                </a:solidFill>
              </a:defRPr>
            </a:lvl3pPr>
            <a:lvl4pPr algn="l">
              <a:defRPr sz="1800" b="1">
                <a:solidFill>
                  <a:srgbClr val="007F83"/>
                </a:solidFill>
              </a:defRPr>
            </a:lvl4pPr>
            <a:lvl5pPr algn="l">
              <a:defRPr sz="1800" b="1">
                <a:solidFill>
                  <a:srgbClr val="007F83"/>
                </a:solidFill>
              </a:defRPr>
            </a:lvl5pPr>
            <a:lvl6pPr algn="l">
              <a:defRPr sz="1800" b="1">
                <a:solidFill>
                  <a:srgbClr val="007F83"/>
                </a:solidFill>
              </a:defRPr>
            </a:lvl6pPr>
            <a:lvl7pPr algn="l">
              <a:defRPr sz="1800" b="1">
                <a:solidFill>
                  <a:srgbClr val="007F83"/>
                </a:solidFill>
              </a:defRPr>
            </a:lvl7pPr>
            <a:lvl8pPr algn="l">
              <a:defRPr sz="1800" b="1">
                <a:solidFill>
                  <a:srgbClr val="007F83"/>
                </a:solidFill>
              </a:defRPr>
            </a:lvl8pPr>
            <a:lvl9pPr algn="l">
              <a:defRPr sz="1800" b="1">
                <a:solidFill>
                  <a:srgbClr val="007F83"/>
                </a:solidFill>
              </a:defRPr>
            </a:lvl9pPr>
          </a:lstStyle>
          <a:p xmlns:a="http://schemas.openxmlformats.org/drawingml/2006/main">
            <a:pPr algn="l">
              <a:buNone/>
              <a:defRPr sz="1800" b="1">
                <a:solidFill>
                  <a:srgbClr val="007F83"/>
                </a:solidFill>
              </a:defRPr>
            </a:pPr>
            <a:r>
              <a:rPr sz="1800" b="1">
                <a:solidFill>
                  <a:srgbClr val="007F83"/>
                </a:solidFill>
              </a:rPr>
              <a:t>05</a:t>
            </a:r>
          </a:p>
        </p:txBody>
      </p:sp>
      <p:pic>
        <p:nvPicPr>
          <p:cNvPr id="43" name="">
            <a:extLst xmlns:a="http://schemas.openxmlformats.org/drawingml/2006/main">
              <a:ext uri="{FF2B5EF4-FFF2-40B4-BE49-F238E27FC236}">
                <a16:creationId xmlns:a16="http://schemas.microsoft.com/office/drawing/2014/main" id="{AF37D836-D779-4A6B-82C4-4BEF77780292}"/>
              </a:ext>
            </a:extLst>
          </p:cNvPr>
          <p:cNvPicPr>
            <a:picLocks xmlns:a="http://schemas.openxmlformats.org/drawingml/2006/main" noChangeAspect="1"/>
          </p:cNvPicPr>
          <p:nvPr/>
        </p:nvPicPr>
        <p:blipFill>
          <a:blip xmlns:r="http://schemas.openxmlformats.org/officeDocument/2006/relationships" xmlns:a="http://schemas.openxmlformats.org/drawingml/2006/main" r:embed="R6f9b5c7f966c48cd"/>
          <a:stretch xmlns:a="http://schemas.openxmlformats.org/drawingml/2006/main"/>
        </p:blipFill>
        <p:spPr>
          <a:xfrm xmlns:a="http://schemas.openxmlformats.org/drawingml/2006/main">
            <a:off x="11725275" y="6248400"/>
            <a:ext cx="371475" cy="371475"/>
          </a:xfrm>
          <a:prstGeom xmlns:a="http://schemas.openxmlformats.org/drawingml/2006/main" prst="rect">
            <a:avLst/>
          </a:prstGeom>
        </p:spPr>
      </p:pic>
      <p:sp>
        <p:nvSpPr>
          <p:cNvPr id="44" name="text-91">
            <a:extLst xmlns:a="http://schemas.openxmlformats.org/drawingml/2006/main">
              <a:ext uri="{FF2B5EF4-FFF2-40B4-BE49-F238E27FC236}">
                <a16:creationId xmlns:a16="http://schemas.microsoft.com/office/drawing/2014/main" id="{C51D2669-38A5-493A-AEBA-B6B5A56F384D}"/>
              </a:ext>
            </a:extLst>
          </p:cNvPr>
          <p:cNvSpPr>
            <a:spLocks xmlns:a="http://schemas.openxmlformats.org/drawingml/2006/main" noGrp="1"/>
          </p:cNvSpPr>
          <p:nvPr/>
        </p:nvSpPr>
        <p:spPr>
          <a:xfrm xmlns:a="http://schemas.openxmlformats.org/drawingml/2006/main">
            <a:off x="12411075" y="5734050"/>
            <a:ext cx="43910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100" b="1">
                <a:solidFill>
                  <a:srgbClr val="075C64"/>
                </a:solidFill>
              </a:defRPr>
            </a:defPPr>
            <a:lvl1pPr algn="l">
              <a:defRPr sz="2100" b="1">
                <a:solidFill>
                  <a:srgbClr val="075C64"/>
                </a:solidFill>
              </a:defRPr>
            </a:lvl1pPr>
            <a:lvl2pPr algn="l">
              <a:defRPr sz="2100" b="1">
                <a:solidFill>
                  <a:srgbClr val="075C64"/>
                </a:solidFill>
              </a:defRPr>
            </a:lvl2pPr>
            <a:lvl3pPr algn="l">
              <a:defRPr sz="2100" b="1">
                <a:solidFill>
                  <a:srgbClr val="075C64"/>
                </a:solidFill>
              </a:defRPr>
            </a:lvl3pPr>
            <a:lvl4pPr algn="l">
              <a:defRPr sz="2100" b="1">
                <a:solidFill>
                  <a:srgbClr val="075C64"/>
                </a:solidFill>
              </a:defRPr>
            </a:lvl4pPr>
            <a:lvl5pPr algn="l">
              <a:defRPr sz="2100" b="1">
                <a:solidFill>
                  <a:srgbClr val="075C64"/>
                </a:solidFill>
              </a:defRPr>
            </a:lvl5pPr>
            <a:lvl6pPr algn="l">
              <a:defRPr sz="2100" b="1">
                <a:solidFill>
                  <a:srgbClr val="075C64"/>
                </a:solidFill>
              </a:defRPr>
            </a:lvl6pPr>
            <a:lvl7pPr algn="l">
              <a:defRPr sz="2100" b="1">
                <a:solidFill>
                  <a:srgbClr val="075C64"/>
                </a:solidFill>
              </a:defRPr>
            </a:lvl7pPr>
            <a:lvl8pPr algn="l">
              <a:defRPr sz="2100" b="1">
                <a:solidFill>
                  <a:srgbClr val="075C64"/>
                </a:solidFill>
              </a:defRPr>
            </a:lvl8pPr>
            <a:lvl9pPr algn="l">
              <a:defRPr sz="2100" b="1">
                <a:solidFill>
                  <a:srgbClr val="075C64"/>
                </a:solidFill>
              </a:defRPr>
            </a:lvl9pPr>
          </a:lstStyle>
          <a:p xmlns:a="http://schemas.openxmlformats.org/drawingml/2006/main">
            <a:pPr algn="l">
              <a:buNone/>
              <a:defRPr sz="2100" b="1">
                <a:solidFill>
                  <a:srgbClr val="075C64"/>
                </a:solidFill>
              </a:defRPr>
            </a:pPr>
            <a:r>
              <a:rPr sz="2100" b="1">
                <a:solidFill>
                  <a:srgbClr val="075C64"/>
                </a:solidFill>
              </a:rPr>
              <a:t>AI Quiz Generation</a:t>
            </a:r>
          </a:p>
        </p:txBody>
      </p:sp>
      <p:sp>
        <p:nvSpPr>
          <p:cNvPr id="45" name="text-92">
            <a:extLst xmlns:a="http://schemas.openxmlformats.org/drawingml/2006/main">
              <a:ext uri="{FF2B5EF4-FFF2-40B4-BE49-F238E27FC236}">
                <a16:creationId xmlns:a16="http://schemas.microsoft.com/office/drawing/2014/main" id="{A873C63A-2EC0-46E3-BB10-FDC828FA781C}"/>
              </a:ext>
            </a:extLst>
          </p:cNvPr>
          <p:cNvSpPr>
            <a:spLocks xmlns:a="http://schemas.openxmlformats.org/drawingml/2006/main" noGrp="1"/>
          </p:cNvSpPr>
          <p:nvPr/>
        </p:nvSpPr>
        <p:spPr>
          <a:xfrm xmlns:a="http://schemas.openxmlformats.org/drawingml/2006/main">
            <a:off x="12411075" y="6238875"/>
            <a:ext cx="4381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725" b="0">
                <a:solidFill>
                  <a:srgbClr val="557080"/>
                </a:solidFill>
              </a:defRPr>
            </a:defPPr>
            <a:lvl1pPr algn="l">
              <a:defRPr sz="1725" b="0">
                <a:solidFill>
                  <a:srgbClr val="557080"/>
                </a:solidFill>
              </a:defRPr>
            </a:lvl1pPr>
            <a:lvl2pPr algn="l">
              <a:defRPr sz="1725" b="0">
                <a:solidFill>
                  <a:srgbClr val="557080"/>
                </a:solidFill>
              </a:defRPr>
            </a:lvl2pPr>
            <a:lvl3pPr algn="l">
              <a:defRPr sz="1725" b="0">
                <a:solidFill>
                  <a:srgbClr val="557080"/>
                </a:solidFill>
              </a:defRPr>
            </a:lvl3pPr>
            <a:lvl4pPr algn="l">
              <a:defRPr sz="1725" b="0">
                <a:solidFill>
                  <a:srgbClr val="557080"/>
                </a:solidFill>
              </a:defRPr>
            </a:lvl4pPr>
            <a:lvl5pPr algn="l">
              <a:defRPr sz="1725" b="0">
                <a:solidFill>
                  <a:srgbClr val="557080"/>
                </a:solidFill>
              </a:defRPr>
            </a:lvl5pPr>
            <a:lvl6pPr algn="l">
              <a:defRPr sz="1725" b="0">
                <a:solidFill>
                  <a:srgbClr val="557080"/>
                </a:solidFill>
              </a:defRPr>
            </a:lvl6pPr>
            <a:lvl7pPr algn="l">
              <a:defRPr sz="1725" b="0">
                <a:solidFill>
                  <a:srgbClr val="557080"/>
                </a:solidFill>
              </a:defRPr>
            </a:lvl7pPr>
            <a:lvl8pPr algn="l">
              <a:defRPr sz="1725" b="0">
                <a:solidFill>
                  <a:srgbClr val="557080"/>
                </a:solidFill>
              </a:defRPr>
            </a:lvl8pPr>
            <a:lvl9pPr algn="l">
              <a:defRPr sz="1725" b="0">
                <a:solidFill>
                  <a:srgbClr val="557080"/>
                </a:solidFill>
              </a:defRPr>
            </a:lvl9pPr>
          </a:lstStyle>
          <a:p xmlns:a="http://schemas.openxmlformats.org/drawingml/2006/main">
            <a:pPr algn="l">
              <a:buNone/>
              <a:defRPr sz="1725" b="0">
                <a:solidFill>
                  <a:srgbClr val="557080"/>
                </a:solidFill>
              </a:defRPr>
            </a:pPr>
            <a:r>
              <a:rPr sz="1725" b="0">
                <a:solidFill>
                  <a:srgbClr val="557080"/>
                </a:solidFill>
              </a:rPr>
              <a:t>Generate practice questions from learning material.</a:t>
            </a:r>
          </a:p>
        </p:txBody>
      </p:sp>
      <p:sp>
        <p:nvSpPr>
          <p:cNvPr id="46" name="panel-93">
            <a:extLst xmlns:a="http://schemas.openxmlformats.org/drawingml/2006/main">
              <a:ext uri="{FF2B5EF4-FFF2-40B4-BE49-F238E27FC236}">
                <a16:creationId xmlns:a16="http://schemas.microsoft.com/office/drawing/2014/main" id="{E5BA9581-F146-46F4-8470-7CE0AF988E89}"/>
              </a:ext>
            </a:extLst>
          </p:cNvPr>
          <p:cNvSpPr>
            <a:spLocks xmlns:a="http://schemas.openxmlformats.org/drawingml/2006/main" noGrp="1"/>
          </p:cNvSpPr>
          <p:nvPr/>
        </p:nvSpPr>
        <p:spPr>
          <a:xfrm xmlns:a="http://schemas.openxmlformats.org/drawingml/2006/main">
            <a:off x="11430000" y="7381875"/>
            <a:ext cx="5619750" cy="1466850"/>
          </a:xfrm>
          <a:prstGeom xmlns:a="http://schemas.openxmlformats.org/drawingml/2006/main" prst="roundRect">
            <a:avLst>
              <a:gd name="adj" fmla="val 6494"/>
            </a:avLst>
          </a:prstGeom>
          <a:solidFill xmlns:a="http://schemas.openxmlformats.org/drawingml/2006/main">
            <a:srgbClr val="FFFFFF"/>
          </a:solidFill>
          <a:ln xmlns:a="http://schemas.openxmlformats.org/drawingml/2006/main" w="12383">
            <a:solidFill>
              <a:srgbClr val="C7E0E2"/>
            </a:solidFill>
          </a:ln>
        </p:spPr>
      </p:sp>
      <p:sp>
        <p:nvSpPr>
          <p:cNvPr id="48" name="text-94">
            <a:extLst xmlns:a="http://schemas.openxmlformats.org/drawingml/2006/main">
              <a:ext uri="{FF2B5EF4-FFF2-40B4-BE49-F238E27FC236}">
                <a16:creationId xmlns:a16="http://schemas.microsoft.com/office/drawing/2014/main" id="{BC8E328B-FBED-44CD-99BA-9DC0D8C4BA4D}"/>
              </a:ext>
            </a:extLst>
          </p:cNvPr>
          <p:cNvSpPr>
            <a:spLocks xmlns:a="http://schemas.openxmlformats.org/drawingml/2006/main" noGrp="1"/>
          </p:cNvSpPr>
          <p:nvPr/>
        </p:nvSpPr>
        <p:spPr>
          <a:xfrm xmlns:a="http://schemas.openxmlformats.org/drawingml/2006/main">
            <a:off x="11658600" y="7543800"/>
            <a:ext cx="666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800" b="1">
                <a:solidFill>
                  <a:srgbClr val="007F83"/>
                </a:solidFill>
              </a:defRPr>
            </a:defPPr>
            <a:lvl1pPr algn="l">
              <a:defRPr sz="1800" b="1">
                <a:solidFill>
                  <a:srgbClr val="007F83"/>
                </a:solidFill>
              </a:defRPr>
            </a:lvl1pPr>
            <a:lvl2pPr algn="l">
              <a:defRPr sz="1800" b="1">
                <a:solidFill>
                  <a:srgbClr val="007F83"/>
                </a:solidFill>
              </a:defRPr>
            </a:lvl2pPr>
            <a:lvl3pPr algn="l">
              <a:defRPr sz="1800" b="1">
                <a:solidFill>
                  <a:srgbClr val="007F83"/>
                </a:solidFill>
              </a:defRPr>
            </a:lvl3pPr>
            <a:lvl4pPr algn="l">
              <a:defRPr sz="1800" b="1">
                <a:solidFill>
                  <a:srgbClr val="007F83"/>
                </a:solidFill>
              </a:defRPr>
            </a:lvl4pPr>
            <a:lvl5pPr algn="l">
              <a:defRPr sz="1800" b="1">
                <a:solidFill>
                  <a:srgbClr val="007F83"/>
                </a:solidFill>
              </a:defRPr>
            </a:lvl5pPr>
            <a:lvl6pPr algn="l">
              <a:defRPr sz="1800" b="1">
                <a:solidFill>
                  <a:srgbClr val="007F83"/>
                </a:solidFill>
              </a:defRPr>
            </a:lvl6pPr>
            <a:lvl7pPr algn="l">
              <a:defRPr sz="1800" b="1">
                <a:solidFill>
                  <a:srgbClr val="007F83"/>
                </a:solidFill>
              </a:defRPr>
            </a:lvl7pPr>
            <a:lvl8pPr algn="l">
              <a:defRPr sz="1800" b="1">
                <a:solidFill>
                  <a:srgbClr val="007F83"/>
                </a:solidFill>
              </a:defRPr>
            </a:lvl8pPr>
            <a:lvl9pPr algn="l">
              <a:defRPr sz="1800" b="1">
                <a:solidFill>
                  <a:srgbClr val="007F83"/>
                </a:solidFill>
              </a:defRPr>
            </a:lvl9pPr>
          </a:lstStyle>
          <a:p xmlns:a="http://schemas.openxmlformats.org/drawingml/2006/main">
            <a:pPr algn="l">
              <a:buNone/>
              <a:defRPr sz="1800" b="1">
                <a:solidFill>
                  <a:srgbClr val="007F83"/>
                </a:solidFill>
              </a:defRPr>
            </a:pPr>
            <a:r>
              <a:rPr sz="1800" b="1">
                <a:solidFill>
                  <a:srgbClr val="007F83"/>
                </a:solidFill>
              </a:rPr>
              <a:t>06</a:t>
            </a:r>
          </a:p>
        </p:txBody>
      </p:sp>
      <p:pic>
        <p:nvPicPr>
          <p:cNvPr id="49" name="">
            <a:extLst xmlns:a="http://schemas.openxmlformats.org/drawingml/2006/main">
              <a:ext uri="{FF2B5EF4-FFF2-40B4-BE49-F238E27FC236}">
                <a16:creationId xmlns:a16="http://schemas.microsoft.com/office/drawing/2014/main" id="{7C60CE04-A77B-4585-A672-01764CDA08AE}"/>
              </a:ext>
            </a:extLst>
          </p:cNvPr>
          <p:cNvPicPr>
            <a:picLocks xmlns:a="http://schemas.openxmlformats.org/drawingml/2006/main" noChangeAspect="1"/>
          </p:cNvPicPr>
          <p:nvPr/>
        </p:nvPicPr>
        <p:blipFill>
          <a:blip xmlns:r="http://schemas.openxmlformats.org/officeDocument/2006/relationships" xmlns:a="http://schemas.openxmlformats.org/drawingml/2006/main" r:embed="R91a89eeb53194bef"/>
          <a:stretch xmlns:a="http://schemas.openxmlformats.org/drawingml/2006/main"/>
        </p:blipFill>
        <p:spPr>
          <a:xfrm xmlns:a="http://schemas.openxmlformats.org/drawingml/2006/main">
            <a:off x="11725275" y="8086725"/>
            <a:ext cx="371475" cy="371475"/>
          </a:xfrm>
          <a:prstGeom xmlns:a="http://schemas.openxmlformats.org/drawingml/2006/main" prst="rect">
            <a:avLst/>
          </a:prstGeom>
        </p:spPr>
      </p:pic>
      <p:sp>
        <p:nvSpPr>
          <p:cNvPr id="50" name="text-95">
            <a:extLst xmlns:a="http://schemas.openxmlformats.org/drawingml/2006/main">
              <a:ext uri="{FF2B5EF4-FFF2-40B4-BE49-F238E27FC236}">
                <a16:creationId xmlns:a16="http://schemas.microsoft.com/office/drawing/2014/main" id="{4865EAC1-0A78-4DC9-B44E-EE5C9E6F3E9C}"/>
              </a:ext>
            </a:extLst>
          </p:cNvPr>
          <p:cNvSpPr>
            <a:spLocks xmlns:a="http://schemas.openxmlformats.org/drawingml/2006/main" noGrp="1"/>
          </p:cNvSpPr>
          <p:nvPr/>
        </p:nvSpPr>
        <p:spPr>
          <a:xfrm xmlns:a="http://schemas.openxmlformats.org/drawingml/2006/main">
            <a:off x="12411075" y="7572375"/>
            <a:ext cx="43910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100" b="1">
                <a:solidFill>
                  <a:srgbClr val="075C64"/>
                </a:solidFill>
              </a:defRPr>
            </a:defPPr>
            <a:lvl1pPr algn="l">
              <a:defRPr sz="2100" b="1">
                <a:solidFill>
                  <a:srgbClr val="075C64"/>
                </a:solidFill>
              </a:defRPr>
            </a:lvl1pPr>
            <a:lvl2pPr algn="l">
              <a:defRPr sz="2100" b="1">
                <a:solidFill>
                  <a:srgbClr val="075C64"/>
                </a:solidFill>
              </a:defRPr>
            </a:lvl2pPr>
            <a:lvl3pPr algn="l">
              <a:defRPr sz="2100" b="1">
                <a:solidFill>
                  <a:srgbClr val="075C64"/>
                </a:solidFill>
              </a:defRPr>
            </a:lvl3pPr>
            <a:lvl4pPr algn="l">
              <a:defRPr sz="2100" b="1">
                <a:solidFill>
                  <a:srgbClr val="075C64"/>
                </a:solidFill>
              </a:defRPr>
            </a:lvl4pPr>
            <a:lvl5pPr algn="l">
              <a:defRPr sz="2100" b="1">
                <a:solidFill>
                  <a:srgbClr val="075C64"/>
                </a:solidFill>
              </a:defRPr>
            </a:lvl5pPr>
            <a:lvl6pPr algn="l">
              <a:defRPr sz="2100" b="1">
                <a:solidFill>
                  <a:srgbClr val="075C64"/>
                </a:solidFill>
              </a:defRPr>
            </a:lvl6pPr>
            <a:lvl7pPr algn="l">
              <a:defRPr sz="2100" b="1">
                <a:solidFill>
                  <a:srgbClr val="075C64"/>
                </a:solidFill>
              </a:defRPr>
            </a:lvl7pPr>
            <a:lvl8pPr algn="l">
              <a:defRPr sz="2100" b="1">
                <a:solidFill>
                  <a:srgbClr val="075C64"/>
                </a:solidFill>
              </a:defRPr>
            </a:lvl8pPr>
            <a:lvl9pPr algn="l">
              <a:defRPr sz="2100" b="1">
                <a:solidFill>
                  <a:srgbClr val="075C64"/>
                </a:solidFill>
              </a:defRPr>
            </a:lvl9pPr>
          </a:lstStyle>
          <a:p xmlns:a="http://schemas.openxmlformats.org/drawingml/2006/main">
            <a:pPr algn="l">
              <a:buNone/>
              <a:defRPr sz="2100" b="1">
                <a:solidFill>
                  <a:srgbClr val="075C64"/>
                </a:solidFill>
              </a:defRPr>
            </a:pPr>
            <a:r>
              <a:rPr sz="2100" b="1">
                <a:solidFill>
                  <a:srgbClr val="075C64"/>
                </a:solidFill>
              </a:rPr>
              <a:t>Learning Feedback</a:t>
            </a:r>
          </a:p>
        </p:txBody>
      </p:sp>
      <p:sp>
        <p:nvSpPr>
          <p:cNvPr id="51" name="text-96">
            <a:extLst xmlns:a="http://schemas.openxmlformats.org/drawingml/2006/main">
              <a:ext uri="{FF2B5EF4-FFF2-40B4-BE49-F238E27FC236}">
                <a16:creationId xmlns:a16="http://schemas.microsoft.com/office/drawing/2014/main" id="{31BB4790-E556-4861-9B58-2B99E0366877}"/>
              </a:ext>
            </a:extLst>
          </p:cNvPr>
          <p:cNvSpPr>
            <a:spLocks xmlns:a="http://schemas.openxmlformats.org/drawingml/2006/main" noGrp="1"/>
          </p:cNvSpPr>
          <p:nvPr/>
        </p:nvSpPr>
        <p:spPr>
          <a:xfrm xmlns:a="http://schemas.openxmlformats.org/drawingml/2006/main">
            <a:off x="12411075" y="8077200"/>
            <a:ext cx="4381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725" b="0">
                <a:solidFill>
                  <a:srgbClr val="557080"/>
                </a:solidFill>
              </a:defRPr>
            </a:defPPr>
            <a:lvl1pPr algn="l">
              <a:defRPr sz="1725" b="0">
                <a:solidFill>
                  <a:srgbClr val="557080"/>
                </a:solidFill>
              </a:defRPr>
            </a:lvl1pPr>
            <a:lvl2pPr algn="l">
              <a:defRPr sz="1725" b="0">
                <a:solidFill>
                  <a:srgbClr val="557080"/>
                </a:solidFill>
              </a:defRPr>
            </a:lvl2pPr>
            <a:lvl3pPr algn="l">
              <a:defRPr sz="1725" b="0">
                <a:solidFill>
                  <a:srgbClr val="557080"/>
                </a:solidFill>
              </a:defRPr>
            </a:lvl3pPr>
            <a:lvl4pPr algn="l">
              <a:defRPr sz="1725" b="0">
                <a:solidFill>
                  <a:srgbClr val="557080"/>
                </a:solidFill>
              </a:defRPr>
            </a:lvl4pPr>
            <a:lvl5pPr algn="l">
              <a:defRPr sz="1725" b="0">
                <a:solidFill>
                  <a:srgbClr val="557080"/>
                </a:solidFill>
              </a:defRPr>
            </a:lvl5pPr>
            <a:lvl6pPr algn="l">
              <a:defRPr sz="1725" b="0">
                <a:solidFill>
                  <a:srgbClr val="557080"/>
                </a:solidFill>
              </a:defRPr>
            </a:lvl6pPr>
            <a:lvl7pPr algn="l">
              <a:defRPr sz="1725" b="0">
                <a:solidFill>
                  <a:srgbClr val="557080"/>
                </a:solidFill>
              </a:defRPr>
            </a:lvl7pPr>
            <a:lvl8pPr algn="l">
              <a:defRPr sz="1725" b="0">
                <a:solidFill>
                  <a:srgbClr val="557080"/>
                </a:solidFill>
              </a:defRPr>
            </a:lvl8pPr>
            <a:lvl9pPr algn="l">
              <a:defRPr sz="1725" b="0">
                <a:solidFill>
                  <a:srgbClr val="557080"/>
                </a:solidFill>
              </a:defRPr>
            </a:lvl9pPr>
          </a:lstStyle>
          <a:p xmlns:a="http://schemas.openxmlformats.org/drawingml/2006/main">
            <a:pPr algn="l">
              <a:buNone/>
              <a:defRPr sz="1725" b="0">
                <a:solidFill>
                  <a:srgbClr val="557080"/>
                </a:solidFill>
              </a:defRPr>
            </a:pPr>
            <a:r>
              <a:rPr sz="1725" b="0">
                <a:solidFill>
                  <a:srgbClr val="557080"/>
                </a:solidFill>
              </a:rPr>
              <a:t>Show quiz results and topics to revisit.</a:t>
            </a:r>
          </a:p>
        </p:txBody>
      </p:sp>
    </p:spTree>
    <p:extLst>
      <p:ext uri="{BB962C8B-B14F-4D97-AF65-F5344CB8AC3E}">
        <p14:creationId xmlns:p14="http://schemas.microsoft.com/office/powerpoint/2010/main" val="355156919"/>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cxnSp>
        <p:nvCxnSpPr>
          <p:cNvPr id="76" name="">
            <a:extLst xmlns:a="http://schemas.openxmlformats.org/drawingml/2006/main">
              <a:ext uri="{FF2B5EF4-FFF2-40B4-BE49-F238E27FC236}">
                <a16:creationId xmlns:a16="http://schemas.microsoft.com/office/drawing/2014/main" id="{54E3FDFB-ADF1-4732-98C1-CF0D7E10A5EA}"/>
              </a:ext>
            </a:extLst>
          </p:cNvPr>
          <p:cNvCxnSpPr>
            <a:stCxn xmlns:a="http://schemas.openxmlformats.org/drawingml/2006/main" id="69" idx="3"/>
            <a:endCxn xmlns:a="http://schemas.openxmlformats.org/drawingml/2006/main" id="72" idx="1"/>
          </p:cNvCxnSpPr>
          <p:nvPr/>
        </p:nvCxnSpPr>
        <p:spPr>
          <a:xfrm xmlns:a="http://schemas.openxmlformats.org/drawingml/2006/main">
            <a:off x="12982575" y="8510588"/>
            <a:ext cx="990600" cy="0"/>
          </a:xfrm>
          <a:prstGeom xmlns:a="http://schemas.openxmlformats.org/drawingml/2006/main" prst="straightConnector1">
            <a:avLst/>
          </a:prstGeom>
          <a:ln xmlns:a="http://schemas.openxmlformats.org/drawingml/2006/main" w="28575">
            <a:solidFill>
              <a:srgbClr val="007F83"/>
            </a:solidFill>
            <a:tailEnd type="triangle" w="med" len="med"/>
          </a:ln>
        </p:spPr>
      </p:cxnSp>
      <p:cxnSp>
        <p:nvCxnSpPr>
          <p:cNvPr id="75" name="">
            <a:extLst xmlns:a="http://schemas.openxmlformats.org/drawingml/2006/main">
              <a:ext uri="{FF2B5EF4-FFF2-40B4-BE49-F238E27FC236}">
                <a16:creationId xmlns:a16="http://schemas.microsoft.com/office/drawing/2014/main" id="{10540106-77B4-43BC-8C2A-07B58CEFDFF2}"/>
              </a:ext>
            </a:extLst>
          </p:cNvPr>
          <p:cNvCxnSpPr>
            <a:stCxn xmlns:a="http://schemas.openxmlformats.org/drawingml/2006/main" id="65" idx="2"/>
            <a:endCxn xmlns:a="http://schemas.openxmlformats.org/drawingml/2006/main" id="69" idx="0"/>
          </p:cNvCxnSpPr>
          <p:nvPr/>
        </p:nvCxnSpPr>
        <p:spPr>
          <a:xfrm xmlns:a="http://schemas.openxmlformats.org/drawingml/2006/main">
            <a:off x="11577638" y="7324725"/>
            <a:ext cx="0" cy="647700"/>
          </a:xfrm>
          <a:prstGeom xmlns:a="http://schemas.openxmlformats.org/drawingml/2006/main" prst="straightConnector1">
            <a:avLst/>
          </a:prstGeom>
          <a:ln xmlns:a="http://schemas.openxmlformats.org/drawingml/2006/main" w="28575">
            <a:solidFill>
              <a:srgbClr val="007F83"/>
            </a:solidFill>
            <a:tailEnd type="triangle" w="med" len="med"/>
          </a:ln>
        </p:spPr>
      </p:cxnSp>
      <p:cxnSp>
        <p:nvCxnSpPr>
          <p:cNvPr id="68" name="">
            <a:extLst xmlns:a="http://schemas.openxmlformats.org/drawingml/2006/main">
              <a:ext uri="{FF2B5EF4-FFF2-40B4-BE49-F238E27FC236}">
                <a16:creationId xmlns:a16="http://schemas.microsoft.com/office/drawing/2014/main" id="{88452F72-723B-495A-82D1-64888A08F3F8}"/>
              </a:ext>
            </a:extLst>
          </p:cNvPr>
          <p:cNvCxnSpPr>
            <a:stCxn xmlns:a="http://schemas.openxmlformats.org/drawingml/2006/main" id="61" idx="1"/>
            <a:endCxn xmlns:a="http://schemas.openxmlformats.org/drawingml/2006/main" id="65" idx="3"/>
          </p:cNvCxnSpPr>
          <p:nvPr/>
        </p:nvCxnSpPr>
        <p:spPr>
          <a:xfrm xmlns:a="http://schemas.openxmlformats.org/drawingml/2006/main" flipH="1">
            <a:off x="12982575" y="6786563"/>
            <a:ext cx="990600" cy="0"/>
          </a:xfrm>
          <a:prstGeom xmlns:a="http://schemas.openxmlformats.org/drawingml/2006/main" prst="straightConnector1">
            <a:avLst/>
          </a:prstGeom>
          <a:ln xmlns:a="http://schemas.openxmlformats.org/drawingml/2006/main" w="28575">
            <a:solidFill>
              <a:srgbClr val="007F83"/>
            </a:solidFill>
            <a:tailEnd type="triangle" w="med" len="med"/>
          </a:ln>
        </p:spPr>
      </p:cxnSp>
      <p:cxnSp>
        <p:nvCxnSpPr>
          <p:cNvPr id="64" name="">
            <a:extLst xmlns:a="http://schemas.openxmlformats.org/drawingml/2006/main">
              <a:ext uri="{FF2B5EF4-FFF2-40B4-BE49-F238E27FC236}">
                <a16:creationId xmlns:a16="http://schemas.microsoft.com/office/drawing/2014/main" id="{2ECA8740-4174-4746-95F3-C86CF3F226A8}"/>
              </a:ext>
            </a:extLst>
          </p:cNvPr>
          <p:cNvCxnSpPr>
            <a:stCxn xmlns:a="http://schemas.openxmlformats.org/drawingml/2006/main" id="55" idx="2"/>
            <a:endCxn xmlns:a="http://schemas.openxmlformats.org/drawingml/2006/main" id="61" idx="0"/>
          </p:cNvCxnSpPr>
          <p:nvPr/>
        </p:nvCxnSpPr>
        <p:spPr>
          <a:xfrm xmlns:a="http://schemas.openxmlformats.org/drawingml/2006/main">
            <a:off x="15563850" y="5600700"/>
            <a:ext cx="0" cy="647700"/>
          </a:xfrm>
          <a:prstGeom xmlns:a="http://schemas.openxmlformats.org/drawingml/2006/main" prst="straightConnector1">
            <a:avLst/>
          </a:prstGeom>
          <a:ln xmlns:a="http://schemas.openxmlformats.org/drawingml/2006/main" w="28575">
            <a:solidFill>
              <a:srgbClr val="007F83"/>
            </a:solidFill>
            <a:tailEnd type="triangle" w="med" len="med"/>
          </a:ln>
        </p:spPr>
      </p:cxnSp>
      <p:cxnSp>
        <p:nvCxnSpPr>
          <p:cNvPr id="60" name="">
            <a:extLst xmlns:a="http://schemas.openxmlformats.org/drawingml/2006/main">
              <a:ext uri="{FF2B5EF4-FFF2-40B4-BE49-F238E27FC236}">
                <a16:creationId xmlns:a16="http://schemas.microsoft.com/office/drawing/2014/main" id="{2AAC7EB4-00B6-4076-B32E-6F07CDAD567C}"/>
              </a:ext>
            </a:extLst>
          </p:cNvPr>
          <p:cNvCxnSpPr>
            <a:stCxn xmlns:a="http://schemas.openxmlformats.org/drawingml/2006/main" id="43" idx="2"/>
            <a:endCxn xmlns:a="http://schemas.openxmlformats.org/drawingml/2006/main" id="55" idx="0"/>
          </p:cNvCxnSpPr>
          <p:nvPr/>
        </p:nvCxnSpPr>
        <p:spPr>
          <a:xfrm xmlns:a="http://schemas.openxmlformats.org/drawingml/2006/main">
            <a:off x="15563850" y="3810000"/>
            <a:ext cx="0" cy="714375"/>
          </a:xfrm>
          <a:prstGeom xmlns:a="http://schemas.openxmlformats.org/drawingml/2006/main" prst="straightConnector1">
            <a:avLst/>
          </a:prstGeom>
          <a:ln xmlns:a="http://schemas.openxmlformats.org/drawingml/2006/main" w="28575">
            <a:solidFill>
              <a:srgbClr val="007F83"/>
            </a:solidFill>
            <a:tailEnd type="triangle" w="med" len="med"/>
          </a:ln>
        </p:spPr>
      </p:cxnSp>
      <p:cxnSp>
        <p:nvCxnSpPr>
          <p:cNvPr id="59" name="">
            <a:extLst xmlns:a="http://schemas.openxmlformats.org/drawingml/2006/main">
              <a:ext uri="{FF2B5EF4-FFF2-40B4-BE49-F238E27FC236}">
                <a16:creationId xmlns:a16="http://schemas.microsoft.com/office/drawing/2014/main" id="{43991AC9-7DF5-4379-8D3D-266DC52F4B40}"/>
              </a:ext>
            </a:extLst>
          </p:cNvPr>
          <p:cNvCxnSpPr>
            <a:stCxn xmlns:a="http://schemas.openxmlformats.org/drawingml/2006/main" id="52" idx="3"/>
            <a:endCxn xmlns:a="http://schemas.openxmlformats.org/drawingml/2006/main" id="55" idx="1"/>
          </p:cNvCxnSpPr>
          <p:nvPr/>
        </p:nvCxnSpPr>
        <p:spPr>
          <a:xfrm xmlns:a="http://schemas.openxmlformats.org/drawingml/2006/main">
            <a:off x="12982575" y="5062538"/>
            <a:ext cx="990600" cy="0"/>
          </a:xfrm>
          <a:prstGeom xmlns:a="http://schemas.openxmlformats.org/drawingml/2006/main" prst="straightConnector1">
            <a:avLst/>
          </a:prstGeom>
          <a:ln xmlns:a="http://schemas.openxmlformats.org/drawingml/2006/main" w="28575">
            <a:solidFill>
              <a:srgbClr val="007F83"/>
            </a:solidFill>
            <a:tailEnd type="triangle" w="med" len="med"/>
          </a:ln>
        </p:spPr>
      </p:cxnSp>
      <p:cxnSp>
        <p:nvCxnSpPr>
          <p:cNvPr id="58" name="">
            <a:extLst xmlns:a="http://schemas.openxmlformats.org/drawingml/2006/main">
              <a:ext uri="{FF2B5EF4-FFF2-40B4-BE49-F238E27FC236}">
                <a16:creationId xmlns:a16="http://schemas.microsoft.com/office/drawing/2014/main" id="{C9C0B7A6-2811-40AB-8247-7CC1647FC32B}"/>
              </a:ext>
            </a:extLst>
          </p:cNvPr>
          <p:cNvCxnSpPr>
            <a:stCxn xmlns:a="http://schemas.openxmlformats.org/drawingml/2006/main" id="49" idx="3"/>
            <a:endCxn xmlns:a="http://schemas.openxmlformats.org/drawingml/2006/main" id="52" idx="1"/>
          </p:cNvCxnSpPr>
          <p:nvPr/>
        </p:nvCxnSpPr>
        <p:spPr>
          <a:xfrm xmlns:a="http://schemas.openxmlformats.org/drawingml/2006/main">
            <a:off x="9182100" y="5062538"/>
            <a:ext cx="990600" cy="0"/>
          </a:xfrm>
          <a:prstGeom xmlns:a="http://schemas.openxmlformats.org/drawingml/2006/main" prst="straightConnector1">
            <a:avLst/>
          </a:prstGeom>
          <a:ln xmlns:a="http://schemas.openxmlformats.org/drawingml/2006/main" w="28575">
            <a:solidFill>
              <a:srgbClr val="007F83"/>
            </a:solidFill>
            <a:tailEnd type="triangle" w="med" len="med"/>
          </a:ln>
        </p:spPr>
      </p:cxnSp>
      <p:cxnSp>
        <p:nvCxnSpPr>
          <p:cNvPr id="47" name="">
            <a:extLst xmlns:a="http://schemas.openxmlformats.org/drawingml/2006/main">
              <a:ext uri="{FF2B5EF4-FFF2-40B4-BE49-F238E27FC236}">
                <a16:creationId xmlns:a16="http://schemas.microsoft.com/office/drawing/2014/main" id="{452EFD1F-C826-4A03-8DA5-2DE2D7B3F2CC}"/>
              </a:ext>
            </a:extLst>
          </p:cNvPr>
          <p:cNvCxnSpPr>
            <a:stCxn xmlns:a="http://schemas.openxmlformats.org/drawingml/2006/main" id="40" idx="3"/>
            <a:endCxn xmlns:a="http://schemas.openxmlformats.org/drawingml/2006/main" id="43" idx="1"/>
          </p:cNvCxnSpPr>
          <p:nvPr/>
        </p:nvCxnSpPr>
        <p:spPr>
          <a:xfrm xmlns:a="http://schemas.openxmlformats.org/drawingml/2006/main">
            <a:off x="12982575" y="3271838"/>
            <a:ext cx="990600" cy="0"/>
          </a:xfrm>
          <a:prstGeom xmlns:a="http://schemas.openxmlformats.org/drawingml/2006/main" prst="straightConnector1">
            <a:avLst/>
          </a:prstGeom>
          <a:ln xmlns:a="http://schemas.openxmlformats.org/drawingml/2006/main" w="28575">
            <a:solidFill>
              <a:srgbClr val="007F83"/>
            </a:solidFill>
            <a:tailEnd type="triangle" w="med" len="med"/>
          </a:ln>
        </p:spPr>
      </p:cxnSp>
      <p:cxnSp>
        <p:nvCxnSpPr>
          <p:cNvPr id="46" name="">
            <a:extLst xmlns:a="http://schemas.openxmlformats.org/drawingml/2006/main">
              <a:ext uri="{FF2B5EF4-FFF2-40B4-BE49-F238E27FC236}">
                <a16:creationId xmlns:a16="http://schemas.microsoft.com/office/drawing/2014/main" id="{BFC1F6BF-853F-49E5-9C3D-5751EB84D8AC}"/>
              </a:ext>
            </a:extLst>
          </p:cNvPr>
          <p:cNvCxnSpPr>
            <a:stCxn xmlns:a="http://schemas.openxmlformats.org/drawingml/2006/main" id="37" idx="3"/>
            <a:endCxn xmlns:a="http://schemas.openxmlformats.org/drawingml/2006/main" id="40" idx="1"/>
          </p:cNvCxnSpPr>
          <p:nvPr/>
        </p:nvCxnSpPr>
        <p:spPr>
          <a:xfrm xmlns:a="http://schemas.openxmlformats.org/drawingml/2006/main">
            <a:off x="9182100" y="3271838"/>
            <a:ext cx="990600" cy="0"/>
          </a:xfrm>
          <a:prstGeom xmlns:a="http://schemas.openxmlformats.org/drawingml/2006/main" prst="straightConnector1">
            <a:avLst/>
          </a:prstGeom>
          <a:ln xmlns:a="http://schemas.openxmlformats.org/drawingml/2006/main" w="28575">
            <a:solidFill>
              <a:srgbClr val="007F83"/>
            </a:solidFill>
            <a:tailEnd type="triangle" w="med" len="med"/>
          </a:ln>
        </p:spPr>
      </p:cxnSp>
      <p:sp>
        <p:nvSpPr>
          <p:cNvPr id="2" name="Freeform 2">
            <a:extLst xmlns:a="http://schemas.openxmlformats.org/drawingml/2006/main">
              <a:ext uri="{FF2B5EF4-FFF2-40B4-BE49-F238E27FC236}">
                <a16:creationId xmlns:a16="http://schemas.microsoft.com/office/drawing/2014/main" id="{4616FA45-4CD8-4ED0-A339-467B454818FB}"/>
              </a:ext>
            </a:extLst>
          </p:cNvPr>
          <p:cNvSpPr>
            <a:spLocks xmlns:a="http://schemas.openxmlformats.org/drawingml/2006/main" noGrp="1"/>
          </p:cNvSpPr>
          <p:nvPr/>
        </p:nvSpPr>
        <p:spPr>
          <a:xfrm xmlns:a="http://schemas.openxmlformats.org/drawingml/2006/main">
            <a:off x="0" y="0"/>
            <a:ext cx="18288000" cy="10450286"/>
          </a:xfrm>
          <a:custGeom xmlns:a="http://schemas.openxmlformats.org/drawingml/2006/main">
            <a:rect l="l" t="t" r="r" b="b"/>
            <a:pathLst>
              <a:path w="18288000" h="10450286">
                <a:moveTo>
                  <a:pt x="0" y="0"/>
                </a:moveTo>
                <a:lnTo>
                  <a:pt x="18288000" y="0"/>
                </a:lnTo>
                <a:lnTo>
                  <a:pt x="18288000" y="10450286"/>
                </a:lnTo>
                <a:lnTo>
                  <a:pt x="0" y="10450286"/>
                </a:lnTo>
                <a:lnTo>
                  <a:pt x="0" y="0"/>
                </a:lnTo>
                <a:close/>
              </a:path>
            </a:pathLst>
          </a:custGeom>
          <a:blipFill xmlns:a="http://schemas.openxmlformats.org/drawingml/2006/main">
            <a:blip xmlns:r="http://schemas.openxmlformats.org/officeDocument/2006/relationships" r:embed="R5ba05ae119cc4204">
              <a:alphaModFix amt="21999"/>
            </a:blip>
            <a:stretch>
              <a:fillRect l="0" t="0" r="0" b="0"/>
            </a:stretch>
          </a:blipFill>
        </p:spPr>
        <p:txBody>
          <a:bodyPr xmlns:a="http://schemas.openxmlformats.org/drawingml/2006/main"/>
          <a:lstStyle xmlns:a="http://schemas.openxmlformats.org/drawingml/2006/main"/>
          <a:p xmlns:a="http://schemas.openxmlformats.org/drawingml/2006/main"/>
        </p:txBody>
      </p:sp>
      <p:sp>
        <p:nvSpPr>
          <p:cNvPr id="4" name="AutoShape 4">
            <a:extLst xmlns:a="http://schemas.openxmlformats.org/drawingml/2006/main">
              <a:ext uri="{FF2B5EF4-FFF2-40B4-BE49-F238E27FC236}">
                <a16:creationId xmlns:a16="http://schemas.microsoft.com/office/drawing/2014/main" id="{BA575654-1CF5-4462-B18B-2B5FB52284E9}"/>
              </a:ext>
            </a:extLst>
          </p:cNvPr>
          <p:cNvSpPr>
            <a:spLocks xmlns:a="http://schemas.openxmlformats.org/drawingml/2006/main" noGrp="1"/>
          </p:cNvSpPr>
          <p:nvPr/>
        </p:nvSpPr>
        <p:spPr>
          <a:xfrm xmlns:a="http://schemas.openxmlformats.org/drawingml/2006/main" rot="0" flipH="0" flipV="0">
            <a:off x="19049" y="9430869"/>
            <a:ext cx="18491267" cy="0"/>
          </a:xfrm>
          <a:prstGeom xmlns:a="http://schemas.openxmlformats.org/drawingml/2006/main" prst="line">
            <a:avLst/>
          </a:prstGeom>
          <a:ln xmlns:a="http://schemas.openxmlformats.org/drawingml/2006/main" w="50800" cap="flat">
            <a:solidFill>
              <a:srgbClr val="000000"/>
            </a:solidFill>
            <a:prstDash val="solid"/>
            <a:headEnd type="none" w="sm" len="sm"/>
            <a:tailEnd type="none" w="sm" len="sm"/>
          </a:ln>
        </p:spPr>
      </p:sp>
      <p:sp>
        <p:nvSpPr>
          <p:cNvPr id="5" name="Freeform 5">
            <a:extLst xmlns:a="http://schemas.openxmlformats.org/drawingml/2006/main">
              <a:ext uri="{FF2B5EF4-FFF2-40B4-BE49-F238E27FC236}">
                <a16:creationId xmlns:a16="http://schemas.microsoft.com/office/drawing/2014/main" id="{AD9E3A79-2C58-4706-AD9A-4F2D0A528E74}"/>
              </a:ext>
            </a:extLst>
          </p:cNvPr>
          <p:cNvSpPr>
            <a:spLocks xmlns:a="http://schemas.openxmlformats.org/drawingml/2006/main" noGrp="1"/>
          </p:cNvSpPr>
          <p:nvPr/>
        </p:nvSpPr>
        <p:spPr>
          <a:xfrm xmlns:a="http://schemas.openxmlformats.org/drawingml/2006/main" rot="0" flipH="0" flipV="0">
            <a:off x="0" y="0"/>
            <a:ext cx="2367196" cy="2367196"/>
          </a:xfrm>
          <a:custGeom xmlns:a="http://schemas.openxmlformats.org/drawingml/2006/main">
            <a:rect l="l" t="t" r="r" b="b"/>
            <a:pathLst>
              <a:path w="3156262" h="3156262">
                <a:moveTo>
                  <a:pt x="0" y="0"/>
                </a:moveTo>
                <a:lnTo>
                  <a:pt x="3156262" y="0"/>
                </a:lnTo>
                <a:lnTo>
                  <a:pt x="3156262" y="3156262"/>
                </a:lnTo>
                <a:lnTo>
                  <a:pt x="0" y="3156262"/>
                </a:lnTo>
                <a:lnTo>
                  <a:pt x="0" y="0"/>
                </a:lnTo>
                <a:close/>
              </a:path>
            </a:pathLst>
          </a:custGeom>
          <a:blipFill xmlns:a="http://schemas.openxmlformats.org/drawingml/2006/main">
            <a:blip xmlns:r="http://schemas.openxmlformats.org/officeDocument/2006/relationships" r:embed="R1b127d03496b4ca6"/>
            <a:stretch>
              <a:fillRect l="0" t="0" r="0" b="0"/>
            </a:stretch>
          </a:blipFill>
        </p:spPr>
      </p:sp>
      <p:sp>
        <p:nvSpPr>
          <p:cNvPr id="6" name="TextBox 6">
            <a:extLst xmlns:a="http://schemas.openxmlformats.org/drawingml/2006/main">
              <a:ext uri="{FF2B5EF4-FFF2-40B4-BE49-F238E27FC236}">
                <a16:creationId xmlns:a16="http://schemas.microsoft.com/office/drawing/2014/main" id="{D31184CF-A7C8-4D79-9F68-653940F1B731}"/>
              </a:ext>
            </a:extLst>
          </p:cNvPr>
          <p:cNvSpPr>
            <a:spLocks xmlns:a="http://schemas.openxmlformats.org/drawingml/2006/main" noGrp="1"/>
          </p:cNvSpPr>
          <p:nvPr/>
        </p:nvSpPr>
        <p:spPr>
          <a:xfrm xmlns:a="http://schemas.openxmlformats.org/drawingml/2006/main" rot="0" flipH="0" flipV="0">
            <a:off x="7423413" y="9617547"/>
            <a:ext cx="4158986" cy="438572"/>
          </a:xfrm>
          <a:prstGeom xmlns:a="http://schemas.openxmlformats.org/drawingml/2006/main" prst="rect">
            <a:avLst/>
          </a:prstGeom>
        </p:spPr>
        <p:txBody>
          <a:bodyPr xmlns:a="http://schemas.openxmlformats.org/drawingml/2006/main" wrap="square" lIns="0" tIns="0" rIns="0" bIns="0" anchor="t">
            <a:spAutoFit/>
          </a:bodyPr>
          <a:lstStyle xmlns:a="http://schemas.openxmlformats.org/drawingml/2006/main"/>
          <a:p xmlns:a="http://schemas.openxmlformats.org/drawingml/2006/main">
            <a:pPr algn="ctr">
              <a:lnSpc>
                <a:spcPts val="3649"/>
              </a:lnSpc>
              <a:spcBef>
                <a:spcPct val="0"/>
              </a:spcBef>
              <a:buNone/>
            </a:pPr>
            <a:r>
              <a:rPr sz="2606" b="1">
                <a:solidFill>
                  <a:srgbClr val="000000"/>
                </a:solidFill>
                <a:latin typeface="Canva Sans Bold"/>
                <a:ea typeface="Canva Sans Bold"/>
                <a:cs typeface="Canva Sans Bold"/>
              </a:rPr>
              <a:t>www.indiraicem.ac.in</a:t>
            </a:r>
            <a:endParaRPr sz="2606" b="1">
              <a:solidFill>
                <a:srgbClr val="000000"/>
              </a:solidFill>
              <a:latin typeface="Canva Sans Bold"/>
              <a:ea typeface="Canva Sans Bold"/>
              <a:cs typeface="Canva Sans Bold"/>
            </a:endParaRPr>
          </a:p>
        </p:txBody>
      </p:sp>
      <p:sp>
        <p:nvSpPr>
          <p:cNvPr id="7" name="text-97">
            <a:extLst xmlns:a="http://schemas.openxmlformats.org/drawingml/2006/main">
              <a:ext uri="{FF2B5EF4-FFF2-40B4-BE49-F238E27FC236}">
                <a16:creationId xmlns:a16="http://schemas.microsoft.com/office/drawing/2014/main" id="{C517226F-3BD3-4F22-B4C4-77D8DAF01704}"/>
              </a:ext>
            </a:extLst>
          </p:cNvPr>
          <p:cNvSpPr>
            <a:spLocks xmlns:a="http://schemas.openxmlformats.org/drawingml/2006/main" noGrp="1"/>
          </p:cNvSpPr>
          <p:nvPr/>
        </p:nvSpPr>
        <p:spPr>
          <a:xfrm xmlns:a="http://schemas.openxmlformats.org/drawingml/2006/main">
            <a:off x="2238375" y="628650"/>
            <a:ext cx="14859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3750" b="1">
                <a:solidFill>
                  <a:srgbClr val="12354E"/>
                </a:solidFill>
              </a:defRPr>
            </a:defPPr>
            <a:lvl1pPr algn="l">
              <a:defRPr sz="3750" b="1">
                <a:solidFill>
                  <a:srgbClr val="12354E"/>
                </a:solidFill>
              </a:defRPr>
            </a:lvl1pPr>
            <a:lvl2pPr algn="l">
              <a:defRPr sz="3750" b="1">
                <a:solidFill>
                  <a:srgbClr val="12354E"/>
                </a:solidFill>
              </a:defRPr>
            </a:lvl2pPr>
            <a:lvl3pPr algn="l">
              <a:defRPr sz="3750" b="1">
                <a:solidFill>
                  <a:srgbClr val="12354E"/>
                </a:solidFill>
              </a:defRPr>
            </a:lvl3pPr>
            <a:lvl4pPr algn="l">
              <a:defRPr sz="3750" b="1">
                <a:solidFill>
                  <a:srgbClr val="12354E"/>
                </a:solidFill>
              </a:defRPr>
            </a:lvl4pPr>
            <a:lvl5pPr algn="l">
              <a:defRPr sz="3750" b="1">
                <a:solidFill>
                  <a:srgbClr val="12354E"/>
                </a:solidFill>
              </a:defRPr>
            </a:lvl5pPr>
            <a:lvl6pPr algn="l">
              <a:defRPr sz="3750" b="1">
                <a:solidFill>
                  <a:srgbClr val="12354E"/>
                </a:solidFill>
              </a:defRPr>
            </a:lvl6pPr>
            <a:lvl7pPr algn="l">
              <a:defRPr sz="3750" b="1">
                <a:solidFill>
                  <a:srgbClr val="12354E"/>
                </a:solidFill>
              </a:defRPr>
            </a:lvl7pPr>
            <a:lvl8pPr algn="l">
              <a:defRPr sz="3750" b="1">
                <a:solidFill>
                  <a:srgbClr val="12354E"/>
                </a:solidFill>
              </a:defRPr>
            </a:lvl8pPr>
            <a:lvl9pPr algn="l">
              <a:defRPr sz="3750" b="1">
                <a:solidFill>
                  <a:srgbClr val="12354E"/>
                </a:solidFill>
              </a:defRPr>
            </a:lvl9pPr>
          </a:lstStyle>
          <a:p xmlns:a="http://schemas.openxmlformats.org/drawingml/2006/main">
            <a:pPr algn="l">
              <a:buNone/>
              <a:defRPr sz="3750" b="1">
                <a:solidFill>
                  <a:srgbClr val="12354E"/>
                </a:solidFill>
              </a:defRPr>
            </a:pPr>
            <a:r>
              <a:rPr sz="3750" b="1">
                <a:solidFill>
                  <a:srgbClr val="12354E"/>
                </a:solidFill>
              </a:rPr>
              <a:t>System Architecture &amp; Technology Stack</a:t>
            </a:r>
          </a:p>
        </p:txBody>
      </p:sp>
      <p:sp>
        <p:nvSpPr>
          <p:cNvPr id="8" name="text-98">
            <a:extLst xmlns:a="http://schemas.openxmlformats.org/drawingml/2006/main">
              <a:ext uri="{FF2B5EF4-FFF2-40B4-BE49-F238E27FC236}">
                <a16:creationId xmlns:a16="http://schemas.microsoft.com/office/drawing/2014/main" id="{D1FC60B5-EA86-4705-A117-6EBE00C7F0E9}"/>
              </a:ext>
            </a:extLst>
          </p:cNvPr>
          <p:cNvSpPr>
            <a:spLocks xmlns:a="http://schemas.openxmlformats.org/drawingml/2006/main" noGrp="1"/>
          </p:cNvSpPr>
          <p:nvPr/>
        </p:nvSpPr>
        <p:spPr>
          <a:xfrm xmlns:a="http://schemas.openxmlformats.org/drawingml/2006/main">
            <a:off x="2266950" y="1428750"/>
            <a:ext cx="1466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875" b="0">
                <a:solidFill>
                  <a:srgbClr val="557080"/>
                </a:solidFill>
              </a:defRPr>
            </a:defPPr>
            <a:lvl1pPr algn="l">
              <a:defRPr sz="1875" b="0">
                <a:solidFill>
                  <a:srgbClr val="557080"/>
                </a:solidFill>
              </a:defRPr>
            </a:lvl1pPr>
            <a:lvl2pPr algn="l">
              <a:defRPr sz="1875" b="0">
                <a:solidFill>
                  <a:srgbClr val="557080"/>
                </a:solidFill>
              </a:defRPr>
            </a:lvl2pPr>
            <a:lvl3pPr algn="l">
              <a:defRPr sz="1875" b="0">
                <a:solidFill>
                  <a:srgbClr val="557080"/>
                </a:solidFill>
              </a:defRPr>
            </a:lvl3pPr>
            <a:lvl4pPr algn="l">
              <a:defRPr sz="1875" b="0">
                <a:solidFill>
                  <a:srgbClr val="557080"/>
                </a:solidFill>
              </a:defRPr>
            </a:lvl4pPr>
            <a:lvl5pPr algn="l">
              <a:defRPr sz="1875" b="0">
                <a:solidFill>
                  <a:srgbClr val="557080"/>
                </a:solidFill>
              </a:defRPr>
            </a:lvl5pPr>
            <a:lvl6pPr algn="l">
              <a:defRPr sz="1875" b="0">
                <a:solidFill>
                  <a:srgbClr val="557080"/>
                </a:solidFill>
              </a:defRPr>
            </a:lvl6pPr>
            <a:lvl7pPr algn="l">
              <a:defRPr sz="1875" b="0">
                <a:solidFill>
                  <a:srgbClr val="557080"/>
                </a:solidFill>
              </a:defRPr>
            </a:lvl7pPr>
            <a:lvl8pPr algn="l">
              <a:defRPr sz="1875" b="0">
                <a:solidFill>
                  <a:srgbClr val="557080"/>
                </a:solidFill>
              </a:defRPr>
            </a:lvl8pPr>
            <a:lvl9pPr algn="l">
              <a:defRPr sz="1875" b="0">
                <a:solidFill>
                  <a:srgbClr val="557080"/>
                </a:solidFill>
              </a:defRPr>
            </a:lvl9pPr>
          </a:lstStyle>
          <a:p xmlns:a="http://schemas.openxmlformats.org/drawingml/2006/main">
            <a:pPr algn="l">
              <a:buNone/>
              <a:defRPr sz="1875" b="0">
                <a:solidFill>
                  <a:srgbClr val="557080"/>
                </a:solidFill>
              </a:defRPr>
            </a:pPr>
            <a:r>
              <a:rPr sz="1875" b="0">
                <a:solidFill>
                  <a:srgbClr val="557080"/>
                </a:solidFill>
              </a:rPr>
              <a:t>Proposed design for a focused undergraduate prototype</a:t>
            </a:r>
          </a:p>
        </p:txBody>
      </p:sp>
      <p:sp>
        <p:nvSpPr>
          <p:cNvPr id="9" name="text-99">
            <a:extLst xmlns:a="http://schemas.openxmlformats.org/drawingml/2006/main">
              <a:ext uri="{FF2B5EF4-FFF2-40B4-BE49-F238E27FC236}">
                <a16:creationId xmlns:a16="http://schemas.microsoft.com/office/drawing/2014/main" id="{0246E6DC-915F-4AA9-9D76-321BC6136956}"/>
              </a:ext>
            </a:extLst>
          </p:cNvPr>
          <p:cNvSpPr>
            <a:spLocks xmlns:a="http://schemas.openxmlformats.org/drawingml/2006/main" noGrp="1"/>
          </p:cNvSpPr>
          <p:nvPr/>
        </p:nvSpPr>
        <p:spPr>
          <a:xfrm xmlns:a="http://schemas.openxmlformats.org/drawingml/2006/main">
            <a:off x="904875" y="9715500"/>
            <a:ext cx="190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500" b="1">
                <a:solidFill>
                  <a:srgbClr val="075C64"/>
                </a:solidFill>
              </a:defRPr>
            </a:defPPr>
            <a:lvl1pPr algn="l">
              <a:defRPr sz="1500" b="1">
                <a:solidFill>
                  <a:srgbClr val="075C64"/>
                </a:solidFill>
              </a:defRPr>
            </a:lvl1pPr>
            <a:lvl2pPr algn="l">
              <a:defRPr sz="1500" b="1">
                <a:solidFill>
                  <a:srgbClr val="075C64"/>
                </a:solidFill>
              </a:defRPr>
            </a:lvl2pPr>
            <a:lvl3pPr algn="l">
              <a:defRPr sz="1500" b="1">
                <a:solidFill>
                  <a:srgbClr val="075C64"/>
                </a:solidFill>
              </a:defRPr>
            </a:lvl3pPr>
            <a:lvl4pPr algn="l">
              <a:defRPr sz="1500" b="1">
                <a:solidFill>
                  <a:srgbClr val="075C64"/>
                </a:solidFill>
              </a:defRPr>
            </a:lvl4pPr>
            <a:lvl5pPr algn="l">
              <a:defRPr sz="1500" b="1">
                <a:solidFill>
                  <a:srgbClr val="075C64"/>
                </a:solidFill>
              </a:defRPr>
            </a:lvl5pPr>
            <a:lvl6pPr algn="l">
              <a:defRPr sz="1500" b="1">
                <a:solidFill>
                  <a:srgbClr val="075C64"/>
                </a:solidFill>
              </a:defRPr>
            </a:lvl6pPr>
            <a:lvl7pPr algn="l">
              <a:defRPr sz="1500" b="1">
                <a:solidFill>
                  <a:srgbClr val="075C64"/>
                </a:solidFill>
              </a:defRPr>
            </a:lvl7pPr>
            <a:lvl8pPr algn="l">
              <a:defRPr sz="1500" b="1">
                <a:solidFill>
                  <a:srgbClr val="075C64"/>
                </a:solidFill>
              </a:defRPr>
            </a:lvl8pPr>
            <a:lvl9pPr algn="l">
              <a:defRPr sz="1500" b="1">
                <a:solidFill>
                  <a:srgbClr val="075C64"/>
                </a:solidFill>
              </a:defRPr>
            </a:lvl9pPr>
          </a:lstStyle>
          <a:p xmlns:a="http://schemas.openxmlformats.org/drawingml/2006/main">
            <a:pPr algn="l">
              <a:buNone/>
              <a:defRPr sz="1500" b="1">
                <a:solidFill>
                  <a:srgbClr val="075C64"/>
                </a:solidFill>
              </a:defRPr>
            </a:pPr>
            <a:r>
              <a:rPr sz="1500" b="1">
                <a:solidFill>
                  <a:srgbClr val="075C64"/>
                </a:solidFill>
              </a:rPr>
              <a:t>05 / 08</a:t>
            </a:r>
          </a:p>
        </p:txBody>
      </p:sp>
      <p:sp>
        <p:nvSpPr>
          <p:cNvPr id="10" name="text-100">
            <a:extLst xmlns:a="http://schemas.openxmlformats.org/drawingml/2006/main">
              <a:ext uri="{FF2B5EF4-FFF2-40B4-BE49-F238E27FC236}">
                <a16:creationId xmlns:a16="http://schemas.microsoft.com/office/drawing/2014/main" id="{C283B229-DF0E-4BDF-B49C-BF06B9E27B11}"/>
              </a:ext>
            </a:extLst>
          </p:cNvPr>
          <p:cNvSpPr>
            <a:spLocks xmlns:a="http://schemas.openxmlformats.org/drawingml/2006/main" noGrp="1"/>
          </p:cNvSpPr>
          <p:nvPr/>
        </p:nvSpPr>
        <p:spPr>
          <a:xfrm xmlns:a="http://schemas.openxmlformats.org/drawingml/2006/main">
            <a:off x="13239750" y="9734550"/>
            <a:ext cx="4191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125" b="0">
                <a:solidFill>
                  <a:srgbClr val="557080"/>
                </a:solidFill>
              </a:defRPr>
            </a:defPPr>
            <a:lvl1pPr algn="l">
              <a:defRPr sz="1125" b="0">
                <a:solidFill>
                  <a:srgbClr val="557080"/>
                </a:solidFill>
              </a:defRPr>
            </a:lvl1pPr>
            <a:lvl2pPr algn="l">
              <a:defRPr sz="1125" b="0">
                <a:solidFill>
                  <a:srgbClr val="557080"/>
                </a:solidFill>
              </a:defRPr>
            </a:lvl2pPr>
            <a:lvl3pPr algn="l">
              <a:defRPr sz="1125" b="0">
                <a:solidFill>
                  <a:srgbClr val="557080"/>
                </a:solidFill>
              </a:defRPr>
            </a:lvl3pPr>
            <a:lvl4pPr algn="l">
              <a:defRPr sz="1125" b="0">
                <a:solidFill>
                  <a:srgbClr val="557080"/>
                </a:solidFill>
              </a:defRPr>
            </a:lvl4pPr>
            <a:lvl5pPr algn="l">
              <a:defRPr sz="1125" b="0">
                <a:solidFill>
                  <a:srgbClr val="557080"/>
                </a:solidFill>
              </a:defRPr>
            </a:lvl5pPr>
            <a:lvl6pPr algn="l">
              <a:defRPr sz="1125" b="0">
                <a:solidFill>
                  <a:srgbClr val="557080"/>
                </a:solidFill>
              </a:defRPr>
            </a:lvl6pPr>
            <a:lvl7pPr algn="l">
              <a:defRPr sz="1125" b="0">
                <a:solidFill>
                  <a:srgbClr val="557080"/>
                </a:solidFill>
              </a:defRPr>
            </a:lvl7pPr>
            <a:lvl8pPr algn="l">
              <a:defRPr sz="1125" b="0">
                <a:solidFill>
                  <a:srgbClr val="557080"/>
                </a:solidFill>
              </a:defRPr>
            </a:lvl8pPr>
            <a:lvl9pPr algn="l">
              <a:defRPr sz="1125" b="0">
                <a:solidFill>
                  <a:srgbClr val="557080"/>
                </a:solidFill>
              </a:defRPr>
            </a:lvl9pPr>
          </a:lstStyle>
          <a:p xmlns:a="http://schemas.openxmlformats.org/drawingml/2006/main">
            <a:pPr algn="l">
              <a:buNone/>
              <a:defRPr sz="1125" b="0">
                <a:solidFill>
                  <a:srgbClr val="557080"/>
                </a:solidFill>
              </a:defRPr>
            </a:pPr>
            <a:r>
              <a:rPr sz="1125" b="0">
                <a:solidFill>
                  <a:srgbClr val="557080"/>
                </a:solidFill>
              </a:rPr>
              <a:t>EduVerse AI  ·  Mini Project Review–2</a:t>
            </a:r>
          </a:p>
        </p:txBody>
      </p:sp>
      <p:sp>
        <p:nvSpPr>
          <p:cNvPr id="11" name="panel-101">
            <a:extLst xmlns:a="http://schemas.openxmlformats.org/drawingml/2006/main">
              <a:ext uri="{FF2B5EF4-FFF2-40B4-BE49-F238E27FC236}">
                <a16:creationId xmlns:a16="http://schemas.microsoft.com/office/drawing/2014/main" id="{208DCBFD-51E7-49AE-B157-CA3A4371C353}"/>
              </a:ext>
            </a:extLst>
          </p:cNvPr>
          <p:cNvSpPr>
            <a:spLocks xmlns:a="http://schemas.openxmlformats.org/drawingml/2006/main" noGrp="1"/>
          </p:cNvSpPr>
          <p:nvPr/>
        </p:nvSpPr>
        <p:spPr>
          <a:xfrm xmlns:a="http://schemas.openxmlformats.org/drawingml/2006/main">
            <a:off x="1066800" y="2095500"/>
            <a:ext cx="4724400" cy="6962775"/>
          </a:xfrm>
          <a:prstGeom xmlns:a="http://schemas.openxmlformats.org/drawingml/2006/main" prst="roundRect">
            <a:avLst>
              <a:gd name="adj" fmla="val 2016"/>
            </a:avLst>
          </a:prstGeom>
          <a:solidFill xmlns:a="http://schemas.openxmlformats.org/drawingml/2006/main">
            <a:srgbClr val="FFFFFF"/>
          </a:solidFill>
          <a:ln xmlns:a="http://schemas.openxmlformats.org/drawingml/2006/main" w="12383">
            <a:solidFill>
              <a:srgbClr val="C7E0E2"/>
            </a:solidFill>
          </a:ln>
        </p:spPr>
      </p:sp>
      <p:sp>
        <p:nvSpPr>
          <p:cNvPr id="12" name="text-102">
            <a:extLst xmlns:a="http://schemas.openxmlformats.org/drawingml/2006/main">
              <a:ext uri="{FF2B5EF4-FFF2-40B4-BE49-F238E27FC236}">
                <a16:creationId xmlns:a16="http://schemas.microsoft.com/office/drawing/2014/main" id="{A05D3FD0-93DF-4EBE-AE26-B68CEF7BB471}"/>
              </a:ext>
            </a:extLst>
          </p:cNvPr>
          <p:cNvSpPr>
            <a:spLocks xmlns:a="http://schemas.openxmlformats.org/drawingml/2006/main" noGrp="1"/>
          </p:cNvSpPr>
          <p:nvPr/>
        </p:nvSpPr>
        <p:spPr>
          <a:xfrm xmlns:a="http://schemas.openxmlformats.org/drawingml/2006/main">
            <a:off x="1333500" y="2305050"/>
            <a:ext cx="42005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725" b="1">
                <a:solidFill>
                  <a:srgbClr val="007F83"/>
                </a:solidFill>
              </a:defRPr>
            </a:defPPr>
            <a:lvl1pPr algn="l">
              <a:defRPr sz="1725" b="1">
                <a:solidFill>
                  <a:srgbClr val="007F83"/>
                </a:solidFill>
              </a:defRPr>
            </a:lvl1pPr>
            <a:lvl2pPr algn="l">
              <a:defRPr sz="1725" b="1">
                <a:solidFill>
                  <a:srgbClr val="007F83"/>
                </a:solidFill>
              </a:defRPr>
            </a:lvl2pPr>
            <a:lvl3pPr algn="l">
              <a:defRPr sz="1725" b="1">
                <a:solidFill>
                  <a:srgbClr val="007F83"/>
                </a:solidFill>
              </a:defRPr>
            </a:lvl3pPr>
            <a:lvl4pPr algn="l">
              <a:defRPr sz="1725" b="1">
                <a:solidFill>
                  <a:srgbClr val="007F83"/>
                </a:solidFill>
              </a:defRPr>
            </a:lvl4pPr>
            <a:lvl5pPr algn="l">
              <a:defRPr sz="1725" b="1">
                <a:solidFill>
                  <a:srgbClr val="007F83"/>
                </a:solidFill>
              </a:defRPr>
            </a:lvl5pPr>
            <a:lvl6pPr algn="l">
              <a:defRPr sz="1725" b="1">
                <a:solidFill>
                  <a:srgbClr val="007F83"/>
                </a:solidFill>
              </a:defRPr>
            </a:lvl6pPr>
            <a:lvl7pPr algn="l">
              <a:defRPr sz="1725" b="1">
                <a:solidFill>
                  <a:srgbClr val="007F83"/>
                </a:solidFill>
              </a:defRPr>
            </a:lvl7pPr>
            <a:lvl8pPr algn="l">
              <a:defRPr sz="1725" b="1">
                <a:solidFill>
                  <a:srgbClr val="007F83"/>
                </a:solidFill>
              </a:defRPr>
            </a:lvl8pPr>
            <a:lvl9pPr algn="l">
              <a:defRPr sz="1725" b="1">
                <a:solidFill>
                  <a:srgbClr val="007F83"/>
                </a:solidFill>
              </a:defRPr>
            </a:lvl9pPr>
          </a:lstStyle>
          <a:p xmlns:a="http://schemas.openxmlformats.org/drawingml/2006/main">
            <a:pPr algn="l">
              <a:buNone/>
              <a:defRPr sz="1725" b="1">
                <a:solidFill>
                  <a:srgbClr val="007F83"/>
                </a:solidFill>
              </a:defRPr>
            </a:pPr>
            <a:r>
              <a:rPr sz="1725" b="1">
                <a:solidFill>
                  <a:srgbClr val="007F83"/>
                </a:solidFill>
              </a:rPr>
              <a:t>PROPOSED TECHNOLOGY STACK</a:t>
            </a:r>
          </a:p>
        </p:txBody>
      </p:sp>
      <p:sp>
        <p:nvSpPr>
          <p:cNvPr id="13" name="text-103">
            <a:extLst xmlns:a="http://schemas.openxmlformats.org/drawingml/2006/main">
              <a:ext uri="{FF2B5EF4-FFF2-40B4-BE49-F238E27FC236}">
                <a16:creationId xmlns:a16="http://schemas.microsoft.com/office/drawing/2014/main" id="{0B64F36E-FEFA-403B-8700-B1DC41BAF76F}"/>
              </a:ext>
            </a:extLst>
          </p:cNvPr>
          <p:cNvSpPr>
            <a:spLocks xmlns:a="http://schemas.openxmlformats.org/drawingml/2006/main" noGrp="1"/>
          </p:cNvSpPr>
          <p:nvPr/>
        </p:nvSpPr>
        <p:spPr>
          <a:xfrm xmlns:a="http://schemas.openxmlformats.org/drawingml/2006/main">
            <a:off x="1343025" y="2952750"/>
            <a:ext cx="40671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500" b="0">
                <a:solidFill>
                  <a:srgbClr val="557080"/>
                </a:solidFill>
              </a:defRPr>
            </a:defPPr>
            <a:lvl1pPr algn="l">
              <a:defRPr sz="1500" b="0">
                <a:solidFill>
                  <a:srgbClr val="557080"/>
                </a:solidFill>
              </a:defRPr>
            </a:lvl1pPr>
            <a:lvl2pPr algn="l">
              <a:defRPr sz="1500" b="0">
                <a:solidFill>
                  <a:srgbClr val="557080"/>
                </a:solidFill>
              </a:defRPr>
            </a:lvl2pPr>
            <a:lvl3pPr algn="l">
              <a:defRPr sz="1500" b="0">
                <a:solidFill>
                  <a:srgbClr val="557080"/>
                </a:solidFill>
              </a:defRPr>
            </a:lvl3pPr>
            <a:lvl4pPr algn="l">
              <a:defRPr sz="1500" b="0">
                <a:solidFill>
                  <a:srgbClr val="557080"/>
                </a:solidFill>
              </a:defRPr>
            </a:lvl4pPr>
            <a:lvl5pPr algn="l">
              <a:defRPr sz="1500" b="0">
                <a:solidFill>
                  <a:srgbClr val="557080"/>
                </a:solidFill>
              </a:defRPr>
            </a:lvl5pPr>
            <a:lvl6pPr algn="l">
              <a:defRPr sz="1500" b="0">
                <a:solidFill>
                  <a:srgbClr val="557080"/>
                </a:solidFill>
              </a:defRPr>
            </a:lvl6pPr>
            <a:lvl7pPr algn="l">
              <a:defRPr sz="1500" b="0">
                <a:solidFill>
                  <a:srgbClr val="557080"/>
                </a:solidFill>
              </a:defRPr>
            </a:lvl7pPr>
            <a:lvl8pPr algn="l">
              <a:defRPr sz="1500" b="0">
                <a:solidFill>
                  <a:srgbClr val="557080"/>
                </a:solidFill>
              </a:defRPr>
            </a:lvl8pPr>
            <a:lvl9pPr algn="l">
              <a:defRPr sz="1500" b="0">
                <a:solidFill>
                  <a:srgbClr val="557080"/>
                </a:solidFill>
              </a:defRPr>
            </a:lvl9pPr>
          </a:lstStyle>
          <a:p xmlns:a="http://schemas.openxmlformats.org/drawingml/2006/main">
            <a:pPr algn="l">
              <a:buNone/>
              <a:defRPr sz="1500" b="0">
                <a:solidFill>
                  <a:srgbClr val="557080"/>
                </a:solidFill>
              </a:defRPr>
            </a:pPr>
            <a:r>
              <a:rPr sz="1500" b="0">
                <a:solidFill>
                  <a:srgbClr val="557080"/>
                </a:solidFill>
              </a:rPr>
              <a:t>Frontend</a:t>
            </a:r>
          </a:p>
        </p:txBody>
      </p:sp>
      <p:sp>
        <p:nvSpPr>
          <p:cNvPr id="14" name="text-104">
            <a:extLst xmlns:a="http://schemas.openxmlformats.org/drawingml/2006/main">
              <a:ext uri="{FF2B5EF4-FFF2-40B4-BE49-F238E27FC236}">
                <a16:creationId xmlns:a16="http://schemas.microsoft.com/office/drawing/2014/main" id="{A1DA2DB8-F34A-4A42-9F01-68E3F6F4CC20}"/>
              </a:ext>
            </a:extLst>
          </p:cNvPr>
          <p:cNvSpPr>
            <a:spLocks xmlns:a="http://schemas.openxmlformats.org/drawingml/2006/main" noGrp="1"/>
          </p:cNvSpPr>
          <p:nvPr/>
        </p:nvSpPr>
        <p:spPr>
          <a:xfrm xmlns:a="http://schemas.openxmlformats.org/drawingml/2006/main">
            <a:off x="1343025" y="3209925"/>
            <a:ext cx="41052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950" b="1">
                <a:solidFill>
                  <a:srgbClr val="12354E"/>
                </a:solidFill>
              </a:defRPr>
            </a:defPPr>
            <a:lvl1pPr algn="l">
              <a:defRPr sz="1950" b="1">
                <a:solidFill>
                  <a:srgbClr val="12354E"/>
                </a:solidFill>
              </a:defRPr>
            </a:lvl1pPr>
            <a:lvl2pPr algn="l">
              <a:defRPr sz="1950" b="1">
                <a:solidFill>
                  <a:srgbClr val="12354E"/>
                </a:solidFill>
              </a:defRPr>
            </a:lvl2pPr>
            <a:lvl3pPr algn="l">
              <a:defRPr sz="1950" b="1">
                <a:solidFill>
                  <a:srgbClr val="12354E"/>
                </a:solidFill>
              </a:defRPr>
            </a:lvl3pPr>
            <a:lvl4pPr algn="l">
              <a:defRPr sz="1950" b="1">
                <a:solidFill>
                  <a:srgbClr val="12354E"/>
                </a:solidFill>
              </a:defRPr>
            </a:lvl4pPr>
            <a:lvl5pPr algn="l">
              <a:defRPr sz="1950" b="1">
                <a:solidFill>
                  <a:srgbClr val="12354E"/>
                </a:solidFill>
              </a:defRPr>
            </a:lvl5pPr>
            <a:lvl6pPr algn="l">
              <a:defRPr sz="1950" b="1">
                <a:solidFill>
                  <a:srgbClr val="12354E"/>
                </a:solidFill>
              </a:defRPr>
            </a:lvl6pPr>
            <a:lvl7pPr algn="l">
              <a:defRPr sz="1950" b="1">
                <a:solidFill>
                  <a:srgbClr val="12354E"/>
                </a:solidFill>
              </a:defRPr>
            </a:lvl7pPr>
            <a:lvl8pPr algn="l">
              <a:defRPr sz="1950" b="1">
                <a:solidFill>
                  <a:srgbClr val="12354E"/>
                </a:solidFill>
              </a:defRPr>
            </a:lvl8pPr>
            <a:lvl9pPr algn="l">
              <a:defRPr sz="1950" b="1">
                <a:solidFill>
                  <a:srgbClr val="12354E"/>
                </a:solidFill>
              </a:defRPr>
            </a:lvl9pPr>
          </a:lstStyle>
          <a:p xmlns:a="http://schemas.openxmlformats.org/drawingml/2006/main">
            <a:pPr algn="l">
              <a:buNone/>
              <a:defRPr sz="1950" b="1">
                <a:solidFill>
                  <a:srgbClr val="12354E"/>
                </a:solidFill>
              </a:defRPr>
            </a:pPr>
            <a:r>
              <a:rPr sz="1950" b="1">
                <a:solidFill>
                  <a:srgbClr val="12354E"/>
                </a:solidFill>
              </a:rPr>
              <a:t>React</a:t>
            </a:r>
          </a:p>
        </p:txBody>
      </p:sp>
      <p:sp>
        <p:nvSpPr>
          <p:cNvPr id="15" name="">
            <a:extLst xmlns:a="http://schemas.openxmlformats.org/drawingml/2006/main">
              <a:ext uri="{FF2B5EF4-FFF2-40B4-BE49-F238E27FC236}">
                <a16:creationId xmlns:a16="http://schemas.microsoft.com/office/drawing/2014/main" id="{E50A7E8F-F9F3-407A-8890-0BAE9EAAFF0C}"/>
              </a:ext>
            </a:extLst>
          </p:cNvPr>
          <p:cNvSpPr>
            <a:spLocks xmlns:a="http://schemas.openxmlformats.org/drawingml/2006/main" noGrp="1"/>
          </p:cNvSpPr>
          <p:nvPr/>
        </p:nvSpPr>
        <p:spPr>
          <a:xfrm xmlns:a="http://schemas.openxmlformats.org/drawingml/2006/main">
            <a:off x="1343025" y="3600450"/>
            <a:ext cx="4086225" cy="0"/>
          </a:xfrm>
          <a:prstGeom xmlns:a="http://schemas.openxmlformats.org/drawingml/2006/main" prst="line">
            <a:avLst/>
          </a:prstGeom>
          <a:noFill xmlns:a="http://schemas.openxmlformats.org/drawingml/2006/main"/>
          <a:ln xmlns:a="http://schemas.openxmlformats.org/drawingml/2006/main" w="9525">
            <a:solidFill>
              <a:srgbClr val="C7E0E2"/>
            </a:solidFill>
          </a:ln>
        </p:spPr>
      </p:sp>
      <p:sp>
        <p:nvSpPr>
          <p:cNvPr id="16" name="text-105">
            <a:extLst xmlns:a="http://schemas.openxmlformats.org/drawingml/2006/main">
              <a:ext uri="{FF2B5EF4-FFF2-40B4-BE49-F238E27FC236}">
                <a16:creationId xmlns:a16="http://schemas.microsoft.com/office/drawing/2014/main" id="{59704C95-959E-4E16-931D-19EA9D5A9F44}"/>
              </a:ext>
            </a:extLst>
          </p:cNvPr>
          <p:cNvSpPr>
            <a:spLocks xmlns:a="http://schemas.openxmlformats.org/drawingml/2006/main" noGrp="1"/>
          </p:cNvSpPr>
          <p:nvPr/>
        </p:nvSpPr>
        <p:spPr>
          <a:xfrm xmlns:a="http://schemas.openxmlformats.org/drawingml/2006/main">
            <a:off x="1343025" y="3676650"/>
            <a:ext cx="40671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500" b="0">
                <a:solidFill>
                  <a:srgbClr val="557080"/>
                </a:solidFill>
              </a:defRPr>
            </a:defPPr>
            <a:lvl1pPr algn="l">
              <a:defRPr sz="1500" b="0">
                <a:solidFill>
                  <a:srgbClr val="557080"/>
                </a:solidFill>
              </a:defRPr>
            </a:lvl1pPr>
            <a:lvl2pPr algn="l">
              <a:defRPr sz="1500" b="0">
                <a:solidFill>
                  <a:srgbClr val="557080"/>
                </a:solidFill>
              </a:defRPr>
            </a:lvl2pPr>
            <a:lvl3pPr algn="l">
              <a:defRPr sz="1500" b="0">
                <a:solidFill>
                  <a:srgbClr val="557080"/>
                </a:solidFill>
              </a:defRPr>
            </a:lvl3pPr>
            <a:lvl4pPr algn="l">
              <a:defRPr sz="1500" b="0">
                <a:solidFill>
                  <a:srgbClr val="557080"/>
                </a:solidFill>
              </a:defRPr>
            </a:lvl4pPr>
            <a:lvl5pPr algn="l">
              <a:defRPr sz="1500" b="0">
                <a:solidFill>
                  <a:srgbClr val="557080"/>
                </a:solidFill>
              </a:defRPr>
            </a:lvl5pPr>
            <a:lvl6pPr algn="l">
              <a:defRPr sz="1500" b="0">
                <a:solidFill>
                  <a:srgbClr val="557080"/>
                </a:solidFill>
              </a:defRPr>
            </a:lvl6pPr>
            <a:lvl7pPr algn="l">
              <a:defRPr sz="1500" b="0">
                <a:solidFill>
                  <a:srgbClr val="557080"/>
                </a:solidFill>
              </a:defRPr>
            </a:lvl7pPr>
            <a:lvl8pPr algn="l">
              <a:defRPr sz="1500" b="0">
                <a:solidFill>
                  <a:srgbClr val="557080"/>
                </a:solidFill>
              </a:defRPr>
            </a:lvl8pPr>
            <a:lvl9pPr algn="l">
              <a:defRPr sz="1500" b="0">
                <a:solidFill>
                  <a:srgbClr val="557080"/>
                </a:solidFill>
              </a:defRPr>
            </a:lvl9pPr>
          </a:lstStyle>
          <a:p xmlns:a="http://schemas.openxmlformats.org/drawingml/2006/main">
            <a:pPr algn="l">
              <a:buNone/>
              <a:defRPr sz="1500" b="0">
                <a:solidFill>
                  <a:srgbClr val="557080"/>
                </a:solidFill>
              </a:defRPr>
            </a:pPr>
            <a:r>
              <a:rPr sz="1500" b="0">
                <a:solidFill>
                  <a:srgbClr val="557080"/>
                </a:solidFill>
              </a:rPr>
              <a:t>Backend</a:t>
            </a:r>
          </a:p>
        </p:txBody>
      </p:sp>
      <p:sp>
        <p:nvSpPr>
          <p:cNvPr id="17" name="text-106">
            <a:extLst xmlns:a="http://schemas.openxmlformats.org/drawingml/2006/main">
              <a:ext uri="{FF2B5EF4-FFF2-40B4-BE49-F238E27FC236}">
                <a16:creationId xmlns:a16="http://schemas.microsoft.com/office/drawing/2014/main" id="{DF2BBDE3-14C7-4EF7-8A61-421304E79BED}"/>
              </a:ext>
            </a:extLst>
          </p:cNvPr>
          <p:cNvSpPr>
            <a:spLocks xmlns:a="http://schemas.openxmlformats.org/drawingml/2006/main" noGrp="1"/>
          </p:cNvSpPr>
          <p:nvPr/>
        </p:nvSpPr>
        <p:spPr>
          <a:xfrm xmlns:a="http://schemas.openxmlformats.org/drawingml/2006/main">
            <a:off x="1343025" y="3933825"/>
            <a:ext cx="41052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950" b="1">
                <a:solidFill>
                  <a:srgbClr val="12354E"/>
                </a:solidFill>
              </a:defRPr>
            </a:defPPr>
            <a:lvl1pPr algn="l">
              <a:defRPr sz="1950" b="1">
                <a:solidFill>
                  <a:srgbClr val="12354E"/>
                </a:solidFill>
              </a:defRPr>
            </a:lvl1pPr>
            <a:lvl2pPr algn="l">
              <a:defRPr sz="1950" b="1">
                <a:solidFill>
                  <a:srgbClr val="12354E"/>
                </a:solidFill>
              </a:defRPr>
            </a:lvl2pPr>
            <a:lvl3pPr algn="l">
              <a:defRPr sz="1950" b="1">
                <a:solidFill>
                  <a:srgbClr val="12354E"/>
                </a:solidFill>
              </a:defRPr>
            </a:lvl3pPr>
            <a:lvl4pPr algn="l">
              <a:defRPr sz="1950" b="1">
                <a:solidFill>
                  <a:srgbClr val="12354E"/>
                </a:solidFill>
              </a:defRPr>
            </a:lvl4pPr>
            <a:lvl5pPr algn="l">
              <a:defRPr sz="1950" b="1">
                <a:solidFill>
                  <a:srgbClr val="12354E"/>
                </a:solidFill>
              </a:defRPr>
            </a:lvl5pPr>
            <a:lvl6pPr algn="l">
              <a:defRPr sz="1950" b="1">
                <a:solidFill>
                  <a:srgbClr val="12354E"/>
                </a:solidFill>
              </a:defRPr>
            </a:lvl6pPr>
            <a:lvl7pPr algn="l">
              <a:defRPr sz="1950" b="1">
                <a:solidFill>
                  <a:srgbClr val="12354E"/>
                </a:solidFill>
              </a:defRPr>
            </a:lvl7pPr>
            <a:lvl8pPr algn="l">
              <a:defRPr sz="1950" b="1">
                <a:solidFill>
                  <a:srgbClr val="12354E"/>
                </a:solidFill>
              </a:defRPr>
            </a:lvl8pPr>
            <a:lvl9pPr algn="l">
              <a:defRPr sz="1950" b="1">
                <a:solidFill>
                  <a:srgbClr val="12354E"/>
                </a:solidFill>
              </a:defRPr>
            </a:lvl9pPr>
          </a:lstStyle>
          <a:p xmlns:a="http://schemas.openxmlformats.org/drawingml/2006/main">
            <a:pPr algn="l">
              <a:buNone/>
              <a:defRPr sz="1950" b="1">
                <a:solidFill>
                  <a:srgbClr val="12354E"/>
                </a:solidFill>
              </a:defRPr>
            </a:pPr>
            <a:r>
              <a:rPr sz="1950" b="1">
                <a:solidFill>
                  <a:srgbClr val="12354E"/>
                </a:solidFill>
              </a:rPr>
              <a:t>Python / FastAPI</a:t>
            </a:r>
          </a:p>
        </p:txBody>
      </p:sp>
      <p:sp>
        <p:nvSpPr>
          <p:cNvPr id="18" name="">
            <a:extLst xmlns:a="http://schemas.openxmlformats.org/drawingml/2006/main">
              <a:ext uri="{FF2B5EF4-FFF2-40B4-BE49-F238E27FC236}">
                <a16:creationId xmlns:a16="http://schemas.microsoft.com/office/drawing/2014/main" id="{AEB07DC3-6562-4AC7-8475-0679ACA3410D}"/>
              </a:ext>
            </a:extLst>
          </p:cNvPr>
          <p:cNvSpPr>
            <a:spLocks xmlns:a="http://schemas.openxmlformats.org/drawingml/2006/main" noGrp="1"/>
          </p:cNvSpPr>
          <p:nvPr/>
        </p:nvSpPr>
        <p:spPr>
          <a:xfrm xmlns:a="http://schemas.openxmlformats.org/drawingml/2006/main">
            <a:off x="1343025" y="4324350"/>
            <a:ext cx="4086225" cy="0"/>
          </a:xfrm>
          <a:prstGeom xmlns:a="http://schemas.openxmlformats.org/drawingml/2006/main" prst="line">
            <a:avLst/>
          </a:prstGeom>
          <a:noFill xmlns:a="http://schemas.openxmlformats.org/drawingml/2006/main"/>
          <a:ln xmlns:a="http://schemas.openxmlformats.org/drawingml/2006/main" w="9525">
            <a:solidFill>
              <a:srgbClr val="C7E0E2"/>
            </a:solidFill>
          </a:ln>
        </p:spPr>
      </p:sp>
      <p:sp>
        <p:nvSpPr>
          <p:cNvPr id="19" name="text-107">
            <a:extLst xmlns:a="http://schemas.openxmlformats.org/drawingml/2006/main">
              <a:ext uri="{FF2B5EF4-FFF2-40B4-BE49-F238E27FC236}">
                <a16:creationId xmlns:a16="http://schemas.microsoft.com/office/drawing/2014/main" id="{135E8DBE-C515-4183-A4F1-FD20E75BAD4E}"/>
              </a:ext>
            </a:extLst>
          </p:cNvPr>
          <p:cNvSpPr>
            <a:spLocks xmlns:a="http://schemas.openxmlformats.org/drawingml/2006/main" noGrp="1"/>
          </p:cNvSpPr>
          <p:nvPr/>
        </p:nvSpPr>
        <p:spPr>
          <a:xfrm xmlns:a="http://schemas.openxmlformats.org/drawingml/2006/main">
            <a:off x="1343025" y="4400550"/>
            <a:ext cx="40671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500" b="0">
                <a:solidFill>
                  <a:srgbClr val="557080"/>
                </a:solidFill>
              </a:defRPr>
            </a:defPPr>
            <a:lvl1pPr algn="l">
              <a:defRPr sz="1500" b="0">
                <a:solidFill>
                  <a:srgbClr val="557080"/>
                </a:solidFill>
              </a:defRPr>
            </a:lvl1pPr>
            <a:lvl2pPr algn="l">
              <a:defRPr sz="1500" b="0">
                <a:solidFill>
                  <a:srgbClr val="557080"/>
                </a:solidFill>
              </a:defRPr>
            </a:lvl2pPr>
            <a:lvl3pPr algn="l">
              <a:defRPr sz="1500" b="0">
                <a:solidFill>
                  <a:srgbClr val="557080"/>
                </a:solidFill>
              </a:defRPr>
            </a:lvl3pPr>
            <a:lvl4pPr algn="l">
              <a:defRPr sz="1500" b="0">
                <a:solidFill>
                  <a:srgbClr val="557080"/>
                </a:solidFill>
              </a:defRPr>
            </a:lvl4pPr>
            <a:lvl5pPr algn="l">
              <a:defRPr sz="1500" b="0">
                <a:solidFill>
                  <a:srgbClr val="557080"/>
                </a:solidFill>
              </a:defRPr>
            </a:lvl5pPr>
            <a:lvl6pPr algn="l">
              <a:defRPr sz="1500" b="0">
                <a:solidFill>
                  <a:srgbClr val="557080"/>
                </a:solidFill>
              </a:defRPr>
            </a:lvl6pPr>
            <a:lvl7pPr algn="l">
              <a:defRPr sz="1500" b="0">
                <a:solidFill>
                  <a:srgbClr val="557080"/>
                </a:solidFill>
              </a:defRPr>
            </a:lvl7pPr>
            <a:lvl8pPr algn="l">
              <a:defRPr sz="1500" b="0">
                <a:solidFill>
                  <a:srgbClr val="557080"/>
                </a:solidFill>
              </a:defRPr>
            </a:lvl8pPr>
            <a:lvl9pPr algn="l">
              <a:defRPr sz="1500" b="0">
                <a:solidFill>
                  <a:srgbClr val="557080"/>
                </a:solidFill>
              </a:defRPr>
            </a:lvl9pPr>
          </a:lstStyle>
          <a:p xmlns:a="http://schemas.openxmlformats.org/drawingml/2006/main">
            <a:pPr algn="l">
              <a:buNone/>
              <a:defRPr sz="1500" b="0">
                <a:solidFill>
                  <a:srgbClr val="557080"/>
                </a:solidFill>
              </a:defRPr>
            </a:pPr>
            <a:r>
              <a:rPr sz="1500" b="0">
                <a:solidFill>
                  <a:srgbClr val="557080"/>
                </a:solidFill>
              </a:rPr>
              <a:t>AI layer</a:t>
            </a:r>
          </a:p>
        </p:txBody>
      </p:sp>
      <p:sp>
        <p:nvSpPr>
          <p:cNvPr id="20" name="text-108">
            <a:extLst xmlns:a="http://schemas.openxmlformats.org/drawingml/2006/main">
              <a:ext uri="{FF2B5EF4-FFF2-40B4-BE49-F238E27FC236}">
                <a16:creationId xmlns:a16="http://schemas.microsoft.com/office/drawing/2014/main" id="{1A533033-1E63-4284-B753-EE12EA863708}"/>
              </a:ext>
            </a:extLst>
          </p:cNvPr>
          <p:cNvSpPr>
            <a:spLocks xmlns:a="http://schemas.openxmlformats.org/drawingml/2006/main" noGrp="1"/>
          </p:cNvSpPr>
          <p:nvPr/>
        </p:nvSpPr>
        <p:spPr>
          <a:xfrm xmlns:a="http://schemas.openxmlformats.org/drawingml/2006/main">
            <a:off x="1343025" y="4657725"/>
            <a:ext cx="41052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950" b="1">
                <a:solidFill>
                  <a:srgbClr val="12354E"/>
                </a:solidFill>
              </a:defRPr>
            </a:defPPr>
            <a:lvl1pPr algn="l">
              <a:defRPr sz="1950" b="1">
                <a:solidFill>
                  <a:srgbClr val="12354E"/>
                </a:solidFill>
              </a:defRPr>
            </a:lvl1pPr>
            <a:lvl2pPr algn="l">
              <a:defRPr sz="1950" b="1">
                <a:solidFill>
                  <a:srgbClr val="12354E"/>
                </a:solidFill>
              </a:defRPr>
            </a:lvl2pPr>
            <a:lvl3pPr algn="l">
              <a:defRPr sz="1950" b="1">
                <a:solidFill>
                  <a:srgbClr val="12354E"/>
                </a:solidFill>
              </a:defRPr>
            </a:lvl3pPr>
            <a:lvl4pPr algn="l">
              <a:defRPr sz="1950" b="1">
                <a:solidFill>
                  <a:srgbClr val="12354E"/>
                </a:solidFill>
              </a:defRPr>
            </a:lvl4pPr>
            <a:lvl5pPr algn="l">
              <a:defRPr sz="1950" b="1">
                <a:solidFill>
                  <a:srgbClr val="12354E"/>
                </a:solidFill>
              </a:defRPr>
            </a:lvl5pPr>
            <a:lvl6pPr algn="l">
              <a:defRPr sz="1950" b="1">
                <a:solidFill>
                  <a:srgbClr val="12354E"/>
                </a:solidFill>
              </a:defRPr>
            </a:lvl6pPr>
            <a:lvl7pPr algn="l">
              <a:defRPr sz="1950" b="1">
                <a:solidFill>
                  <a:srgbClr val="12354E"/>
                </a:solidFill>
              </a:defRPr>
            </a:lvl7pPr>
            <a:lvl8pPr algn="l">
              <a:defRPr sz="1950" b="1">
                <a:solidFill>
                  <a:srgbClr val="12354E"/>
                </a:solidFill>
              </a:defRPr>
            </a:lvl8pPr>
            <a:lvl9pPr algn="l">
              <a:defRPr sz="1950" b="1">
                <a:solidFill>
                  <a:srgbClr val="12354E"/>
                </a:solidFill>
              </a:defRPr>
            </a:lvl9pPr>
          </a:lstStyle>
          <a:p xmlns:a="http://schemas.openxmlformats.org/drawingml/2006/main">
            <a:pPr algn="l">
              <a:buNone/>
              <a:defRPr sz="1950" b="1">
                <a:solidFill>
                  <a:srgbClr val="12354E"/>
                </a:solidFill>
              </a:defRPr>
            </a:pPr>
            <a:r>
              <a:rPr sz="1950" b="1">
                <a:solidFill>
                  <a:srgbClr val="12354E"/>
                </a:solidFill>
              </a:rPr>
              <a:t>LLM API</a:t>
            </a:r>
          </a:p>
        </p:txBody>
      </p:sp>
      <p:sp>
        <p:nvSpPr>
          <p:cNvPr id="21" name="">
            <a:extLst xmlns:a="http://schemas.openxmlformats.org/drawingml/2006/main">
              <a:ext uri="{FF2B5EF4-FFF2-40B4-BE49-F238E27FC236}">
                <a16:creationId xmlns:a16="http://schemas.microsoft.com/office/drawing/2014/main" id="{73583CA7-A7F9-4F96-B8C0-D45D693ED173}"/>
              </a:ext>
            </a:extLst>
          </p:cNvPr>
          <p:cNvSpPr>
            <a:spLocks xmlns:a="http://schemas.openxmlformats.org/drawingml/2006/main" noGrp="1"/>
          </p:cNvSpPr>
          <p:nvPr/>
        </p:nvSpPr>
        <p:spPr>
          <a:xfrm xmlns:a="http://schemas.openxmlformats.org/drawingml/2006/main">
            <a:off x="1343025" y="5048250"/>
            <a:ext cx="4086225" cy="0"/>
          </a:xfrm>
          <a:prstGeom xmlns:a="http://schemas.openxmlformats.org/drawingml/2006/main" prst="line">
            <a:avLst/>
          </a:prstGeom>
          <a:noFill xmlns:a="http://schemas.openxmlformats.org/drawingml/2006/main"/>
          <a:ln xmlns:a="http://schemas.openxmlformats.org/drawingml/2006/main" w="9525">
            <a:solidFill>
              <a:srgbClr val="C7E0E2"/>
            </a:solidFill>
          </a:ln>
        </p:spPr>
      </p:sp>
      <p:sp>
        <p:nvSpPr>
          <p:cNvPr id="22" name="text-109">
            <a:extLst xmlns:a="http://schemas.openxmlformats.org/drawingml/2006/main">
              <a:ext uri="{FF2B5EF4-FFF2-40B4-BE49-F238E27FC236}">
                <a16:creationId xmlns:a16="http://schemas.microsoft.com/office/drawing/2014/main" id="{1A44E6EB-9EBE-44DB-B486-6F2FFDE92D72}"/>
              </a:ext>
            </a:extLst>
          </p:cNvPr>
          <p:cNvSpPr>
            <a:spLocks xmlns:a="http://schemas.openxmlformats.org/drawingml/2006/main" noGrp="1"/>
          </p:cNvSpPr>
          <p:nvPr/>
        </p:nvSpPr>
        <p:spPr>
          <a:xfrm xmlns:a="http://schemas.openxmlformats.org/drawingml/2006/main">
            <a:off x="1343025" y="5124450"/>
            <a:ext cx="40671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500" b="0">
                <a:solidFill>
                  <a:srgbClr val="557080"/>
                </a:solidFill>
              </a:defRPr>
            </a:defPPr>
            <a:lvl1pPr algn="l">
              <a:defRPr sz="1500" b="0">
                <a:solidFill>
                  <a:srgbClr val="557080"/>
                </a:solidFill>
              </a:defRPr>
            </a:lvl1pPr>
            <a:lvl2pPr algn="l">
              <a:defRPr sz="1500" b="0">
                <a:solidFill>
                  <a:srgbClr val="557080"/>
                </a:solidFill>
              </a:defRPr>
            </a:lvl2pPr>
            <a:lvl3pPr algn="l">
              <a:defRPr sz="1500" b="0">
                <a:solidFill>
                  <a:srgbClr val="557080"/>
                </a:solidFill>
              </a:defRPr>
            </a:lvl3pPr>
            <a:lvl4pPr algn="l">
              <a:defRPr sz="1500" b="0">
                <a:solidFill>
                  <a:srgbClr val="557080"/>
                </a:solidFill>
              </a:defRPr>
            </a:lvl4pPr>
            <a:lvl5pPr algn="l">
              <a:defRPr sz="1500" b="0">
                <a:solidFill>
                  <a:srgbClr val="557080"/>
                </a:solidFill>
              </a:defRPr>
            </a:lvl5pPr>
            <a:lvl6pPr algn="l">
              <a:defRPr sz="1500" b="0">
                <a:solidFill>
                  <a:srgbClr val="557080"/>
                </a:solidFill>
              </a:defRPr>
            </a:lvl6pPr>
            <a:lvl7pPr algn="l">
              <a:defRPr sz="1500" b="0">
                <a:solidFill>
                  <a:srgbClr val="557080"/>
                </a:solidFill>
              </a:defRPr>
            </a:lvl7pPr>
            <a:lvl8pPr algn="l">
              <a:defRPr sz="1500" b="0">
                <a:solidFill>
                  <a:srgbClr val="557080"/>
                </a:solidFill>
              </a:defRPr>
            </a:lvl8pPr>
            <a:lvl9pPr algn="l">
              <a:defRPr sz="1500" b="0">
                <a:solidFill>
                  <a:srgbClr val="557080"/>
                </a:solidFill>
              </a:defRPr>
            </a:lvl9pPr>
          </a:lstStyle>
          <a:p xmlns:a="http://schemas.openxmlformats.org/drawingml/2006/main">
            <a:pPr algn="l">
              <a:buNone/>
              <a:defRPr sz="1500" b="0">
                <a:solidFill>
                  <a:srgbClr val="557080"/>
                </a:solidFill>
              </a:defRPr>
            </a:pPr>
            <a:r>
              <a:rPr sz="1500" b="0">
                <a:solidFill>
                  <a:srgbClr val="557080"/>
                </a:solidFill>
              </a:rPr>
              <a:t>Document processing</a:t>
            </a:r>
          </a:p>
        </p:txBody>
      </p:sp>
      <p:sp>
        <p:nvSpPr>
          <p:cNvPr id="23" name="text-110">
            <a:extLst xmlns:a="http://schemas.openxmlformats.org/drawingml/2006/main">
              <a:ext uri="{FF2B5EF4-FFF2-40B4-BE49-F238E27FC236}">
                <a16:creationId xmlns:a16="http://schemas.microsoft.com/office/drawing/2014/main" id="{17725CB0-75B8-4A0E-8EE4-B1C9CC43505C}"/>
              </a:ext>
            </a:extLst>
          </p:cNvPr>
          <p:cNvSpPr>
            <a:spLocks xmlns:a="http://schemas.openxmlformats.org/drawingml/2006/main" noGrp="1"/>
          </p:cNvSpPr>
          <p:nvPr/>
        </p:nvSpPr>
        <p:spPr>
          <a:xfrm xmlns:a="http://schemas.openxmlformats.org/drawingml/2006/main">
            <a:off x="1343025" y="5381625"/>
            <a:ext cx="41052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950" b="1">
                <a:solidFill>
                  <a:srgbClr val="12354E"/>
                </a:solidFill>
              </a:defRPr>
            </a:defPPr>
            <a:lvl1pPr algn="l">
              <a:defRPr sz="1950" b="1">
                <a:solidFill>
                  <a:srgbClr val="12354E"/>
                </a:solidFill>
              </a:defRPr>
            </a:lvl1pPr>
            <a:lvl2pPr algn="l">
              <a:defRPr sz="1950" b="1">
                <a:solidFill>
                  <a:srgbClr val="12354E"/>
                </a:solidFill>
              </a:defRPr>
            </a:lvl2pPr>
            <a:lvl3pPr algn="l">
              <a:defRPr sz="1950" b="1">
                <a:solidFill>
                  <a:srgbClr val="12354E"/>
                </a:solidFill>
              </a:defRPr>
            </a:lvl3pPr>
            <a:lvl4pPr algn="l">
              <a:defRPr sz="1950" b="1">
                <a:solidFill>
                  <a:srgbClr val="12354E"/>
                </a:solidFill>
              </a:defRPr>
            </a:lvl4pPr>
            <a:lvl5pPr algn="l">
              <a:defRPr sz="1950" b="1">
                <a:solidFill>
                  <a:srgbClr val="12354E"/>
                </a:solidFill>
              </a:defRPr>
            </a:lvl5pPr>
            <a:lvl6pPr algn="l">
              <a:defRPr sz="1950" b="1">
                <a:solidFill>
                  <a:srgbClr val="12354E"/>
                </a:solidFill>
              </a:defRPr>
            </a:lvl6pPr>
            <a:lvl7pPr algn="l">
              <a:defRPr sz="1950" b="1">
                <a:solidFill>
                  <a:srgbClr val="12354E"/>
                </a:solidFill>
              </a:defRPr>
            </a:lvl7pPr>
            <a:lvl8pPr algn="l">
              <a:defRPr sz="1950" b="1">
                <a:solidFill>
                  <a:srgbClr val="12354E"/>
                </a:solidFill>
              </a:defRPr>
            </a:lvl8pPr>
            <a:lvl9pPr algn="l">
              <a:defRPr sz="1950" b="1">
                <a:solidFill>
                  <a:srgbClr val="12354E"/>
                </a:solidFill>
              </a:defRPr>
            </a:lvl9pPr>
          </a:lstStyle>
          <a:p xmlns:a="http://schemas.openxmlformats.org/drawingml/2006/main">
            <a:pPr algn="l">
              <a:buNone/>
              <a:defRPr sz="1950" b="1">
                <a:solidFill>
                  <a:srgbClr val="12354E"/>
                </a:solidFill>
              </a:defRPr>
            </a:pPr>
            <a:r>
              <a:rPr sz="1950" b="1">
                <a:solidFill>
                  <a:srgbClr val="12354E"/>
                </a:solidFill>
              </a:rPr>
              <a:t>PyMuPDF</a:t>
            </a:r>
          </a:p>
        </p:txBody>
      </p:sp>
      <p:sp>
        <p:nvSpPr>
          <p:cNvPr id="24" name="">
            <a:extLst xmlns:a="http://schemas.openxmlformats.org/drawingml/2006/main">
              <a:ext uri="{FF2B5EF4-FFF2-40B4-BE49-F238E27FC236}">
                <a16:creationId xmlns:a16="http://schemas.microsoft.com/office/drawing/2014/main" id="{3049FFF6-F9A0-4F43-AB99-E60BD3E6E927}"/>
              </a:ext>
            </a:extLst>
          </p:cNvPr>
          <p:cNvSpPr>
            <a:spLocks xmlns:a="http://schemas.openxmlformats.org/drawingml/2006/main" noGrp="1"/>
          </p:cNvSpPr>
          <p:nvPr/>
        </p:nvSpPr>
        <p:spPr>
          <a:xfrm xmlns:a="http://schemas.openxmlformats.org/drawingml/2006/main">
            <a:off x="1343025" y="5772150"/>
            <a:ext cx="4086225" cy="0"/>
          </a:xfrm>
          <a:prstGeom xmlns:a="http://schemas.openxmlformats.org/drawingml/2006/main" prst="line">
            <a:avLst/>
          </a:prstGeom>
          <a:noFill xmlns:a="http://schemas.openxmlformats.org/drawingml/2006/main"/>
          <a:ln xmlns:a="http://schemas.openxmlformats.org/drawingml/2006/main" w="9525">
            <a:solidFill>
              <a:srgbClr val="C7E0E2"/>
            </a:solidFill>
          </a:ln>
        </p:spPr>
      </p:sp>
      <p:sp>
        <p:nvSpPr>
          <p:cNvPr id="25" name="text-111">
            <a:extLst xmlns:a="http://schemas.openxmlformats.org/drawingml/2006/main">
              <a:ext uri="{FF2B5EF4-FFF2-40B4-BE49-F238E27FC236}">
                <a16:creationId xmlns:a16="http://schemas.microsoft.com/office/drawing/2014/main" id="{18FD861E-FB8E-4ACB-8AE2-AF922CFA0EA7}"/>
              </a:ext>
            </a:extLst>
          </p:cNvPr>
          <p:cNvSpPr>
            <a:spLocks xmlns:a="http://schemas.openxmlformats.org/drawingml/2006/main" noGrp="1"/>
          </p:cNvSpPr>
          <p:nvPr/>
        </p:nvSpPr>
        <p:spPr>
          <a:xfrm xmlns:a="http://schemas.openxmlformats.org/drawingml/2006/main">
            <a:off x="1343025" y="5848350"/>
            <a:ext cx="40671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500" b="0">
                <a:solidFill>
                  <a:srgbClr val="557080"/>
                </a:solidFill>
              </a:defRPr>
            </a:defPPr>
            <a:lvl1pPr algn="l">
              <a:defRPr sz="1500" b="0">
                <a:solidFill>
                  <a:srgbClr val="557080"/>
                </a:solidFill>
              </a:defRPr>
            </a:lvl1pPr>
            <a:lvl2pPr algn="l">
              <a:defRPr sz="1500" b="0">
                <a:solidFill>
                  <a:srgbClr val="557080"/>
                </a:solidFill>
              </a:defRPr>
            </a:lvl2pPr>
            <a:lvl3pPr algn="l">
              <a:defRPr sz="1500" b="0">
                <a:solidFill>
                  <a:srgbClr val="557080"/>
                </a:solidFill>
              </a:defRPr>
            </a:lvl3pPr>
            <a:lvl4pPr algn="l">
              <a:defRPr sz="1500" b="0">
                <a:solidFill>
                  <a:srgbClr val="557080"/>
                </a:solidFill>
              </a:defRPr>
            </a:lvl4pPr>
            <a:lvl5pPr algn="l">
              <a:defRPr sz="1500" b="0">
                <a:solidFill>
                  <a:srgbClr val="557080"/>
                </a:solidFill>
              </a:defRPr>
            </a:lvl5pPr>
            <a:lvl6pPr algn="l">
              <a:defRPr sz="1500" b="0">
                <a:solidFill>
                  <a:srgbClr val="557080"/>
                </a:solidFill>
              </a:defRPr>
            </a:lvl6pPr>
            <a:lvl7pPr algn="l">
              <a:defRPr sz="1500" b="0">
                <a:solidFill>
                  <a:srgbClr val="557080"/>
                </a:solidFill>
              </a:defRPr>
            </a:lvl7pPr>
            <a:lvl8pPr algn="l">
              <a:defRPr sz="1500" b="0">
                <a:solidFill>
                  <a:srgbClr val="557080"/>
                </a:solidFill>
              </a:defRPr>
            </a:lvl8pPr>
            <a:lvl9pPr algn="l">
              <a:defRPr sz="1500" b="0">
                <a:solidFill>
                  <a:srgbClr val="557080"/>
                </a:solidFill>
              </a:defRPr>
            </a:lvl9pPr>
          </a:lstStyle>
          <a:p xmlns:a="http://schemas.openxmlformats.org/drawingml/2006/main">
            <a:pPr algn="l">
              <a:buNone/>
              <a:defRPr sz="1500" b="0">
                <a:solidFill>
                  <a:srgbClr val="557080"/>
                </a:solidFill>
              </a:defRPr>
            </a:pPr>
            <a:r>
              <a:rPr sz="1500" b="0">
                <a:solidFill>
                  <a:srgbClr val="557080"/>
                </a:solidFill>
              </a:rPr>
              <a:t>Data storage</a:t>
            </a:r>
          </a:p>
        </p:txBody>
      </p:sp>
      <p:sp>
        <p:nvSpPr>
          <p:cNvPr id="26" name="text-112">
            <a:extLst xmlns:a="http://schemas.openxmlformats.org/drawingml/2006/main">
              <a:ext uri="{FF2B5EF4-FFF2-40B4-BE49-F238E27FC236}">
                <a16:creationId xmlns:a16="http://schemas.microsoft.com/office/drawing/2014/main" id="{129A19BC-3164-4D8E-B21F-9CB2746F9DCC}"/>
              </a:ext>
            </a:extLst>
          </p:cNvPr>
          <p:cNvSpPr>
            <a:spLocks xmlns:a="http://schemas.openxmlformats.org/drawingml/2006/main" noGrp="1"/>
          </p:cNvSpPr>
          <p:nvPr/>
        </p:nvSpPr>
        <p:spPr>
          <a:xfrm xmlns:a="http://schemas.openxmlformats.org/drawingml/2006/main">
            <a:off x="1343025" y="6105525"/>
            <a:ext cx="41052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950" b="1">
                <a:solidFill>
                  <a:srgbClr val="12354E"/>
                </a:solidFill>
              </a:defRPr>
            </a:defPPr>
            <a:lvl1pPr algn="l">
              <a:defRPr sz="1950" b="1">
                <a:solidFill>
                  <a:srgbClr val="12354E"/>
                </a:solidFill>
              </a:defRPr>
            </a:lvl1pPr>
            <a:lvl2pPr algn="l">
              <a:defRPr sz="1950" b="1">
                <a:solidFill>
                  <a:srgbClr val="12354E"/>
                </a:solidFill>
              </a:defRPr>
            </a:lvl2pPr>
            <a:lvl3pPr algn="l">
              <a:defRPr sz="1950" b="1">
                <a:solidFill>
                  <a:srgbClr val="12354E"/>
                </a:solidFill>
              </a:defRPr>
            </a:lvl3pPr>
            <a:lvl4pPr algn="l">
              <a:defRPr sz="1950" b="1">
                <a:solidFill>
                  <a:srgbClr val="12354E"/>
                </a:solidFill>
              </a:defRPr>
            </a:lvl4pPr>
            <a:lvl5pPr algn="l">
              <a:defRPr sz="1950" b="1">
                <a:solidFill>
                  <a:srgbClr val="12354E"/>
                </a:solidFill>
              </a:defRPr>
            </a:lvl5pPr>
            <a:lvl6pPr algn="l">
              <a:defRPr sz="1950" b="1">
                <a:solidFill>
                  <a:srgbClr val="12354E"/>
                </a:solidFill>
              </a:defRPr>
            </a:lvl6pPr>
            <a:lvl7pPr algn="l">
              <a:defRPr sz="1950" b="1">
                <a:solidFill>
                  <a:srgbClr val="12354E"/>
                </a:solidFill>
              </a:defRPr>
            </a:lvl7pPr>
            <a:lvl8pPr algn="l">
              <a:defRPr sz="1950" b="1">
                <a:solidFill>
                  <a:srgbClr val="12354E"/>
                </a:solidFill>
              </a:defRPr>
            </a:lvl8pPr>
            <a:lvl9pPr algn="l">
              <a:defRPr sz="1950" b="1">
                <a:solidFill>
                  <a:srgbClr val="12354E"/>
                </a:solidFill>
              </a:defRPr>
            </a:lvl9pPr>
          </a:lstStyle>
          <a:p xmlns:a="http://schemas.openxmlformats.org/drawingml/2006/main">
            <a:pPr algn="l">
              <a:buNone/>
              <a:defRPr sz="1950" b="1">
                <a:solidFill>
                  <a:srgbClr val="12354E"/>
                </a:solidFill>
              </a:defRPr>
            </a:pPr>
            <a:r>
              <a:rPr sz="1950" b="1">
                <a:solidFill>
                  <a:srgbClr val="12354E"/>
                </a:solidFill>
              </a:rPr>
              <a:t>Database</a:t>
            </a:r>
          </a:p>
        </p:txBody>
      </p:sp>
      <p:sp>
        <p:nvSpPr>
          <p:cNvPr id="27" name="">
            <a:extLst xmlns:a="http://schemas.openxmlformats.org/drawingml/2006/main">
              <a:ext uri="{FF2B5EF4-FFF2-40B4-BE49-F238E27FC236}">
                <a16:creationId xmlns:a16="http://schemas.microsoft.com/office/drawing/2014/main" id="{5F9B8D1C-A05C-4AB4-AA61-A17656E6E445}"/>
              </a:ext>
            </a:extLst>
          </p:cNvPr>
          <p:cNvSpPr>
            <a:spLocks xmlns:a="http://schemas.openxmlformats.org/drawingml/2006/main" noGrp="1"/>
          </p:cNvSpPr>
          <p:nvPr/>
        </p:nvSpPr>
        <p:spPr>
          <a:xfrm xmlns:a="http://schemas.openxmlformats.org/drawingml/2006/main">
            <a:off x="1343025" y="6496050"/>
            <a:ext cx="4086225" cy="0"/>
          </a:xfrm>
          <a:prstGeom xmlns:a="http://schemas.openxmlformats.org/drawingml/2006/main" prst="line">
            <a:avLst/>
          </a:prstGeom>
          <a:noFill xmlns:a="http://schemas.openxmlformats.org/drawingml/2006/main"/>
          <a:ln xmlns:a="http://schemas.openxmlformats.org/drawingml/2006/main" w="9525">
            <a:solidFill>
              <a:srgbClr val="C7E0E2"/>
            </a:solidFill>
          </a:ln>
        </p:spPr>
      </p:sp>
      <p:sp>
        <p:nvSpPr>
          <p:cNvPr id="28" name="text-113">
            <a:extLst xmlns:a="http://schemas.openxmlformats.org/drawingml/2006/main">
              <a:ext uri="{FF2B5EF4-FFF2-40B4-BE49-F238E27FC236}">
                <a16:creationId xmlns:a16="http://schemas.microsoft.com/office/drawing/2014/main" id="{75CB53C8-A6B7-4227-B0F8-AE5FA71B9426}"/>
              </a:ext>
            </a:extLst>
          </p:cNvPr>
          <p:cNvSpPr>
            <a:spLocks xmlns:a="http://schemas.openxmlformats.org/drawingml/2006/main" noGrp="1"/>
          </p:cNvSpPr>
          <p:nvPr/>
        </p:nvSpPr>
        <p:spPr>
          <a:xfrm xmlns:a="http://schemas.openxmlformats.org/drawingml/2006/main">
            <a:off x="1343025" y="6572250"/>
            <a:ext cx="40671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500" b="0">
                <a:solidFill>
                  <a:srgbClr val="557080"/>
                </a:solidFill>
              </a:defRPr>
            </a:defPPr>
            <a:lvl1pPr algn="l">
              <a:defRPr sz="1500" b="0">
                <a:solidFill>
                  <a:srgbClr val="557080"/>
                </a:solidFill>
              </a:defRPr>
            </a:lvl1pPr>
            <a:lvl2pPr algn="l">
              <a:defRPr sz="1500" b="0">
                <a:solidFill>
                  <a:srgbClr val="557080"/>
                </a:solidFill>
              </a:defRPr>
            </a:lvl2pPr>
            <a:lvl3pPr algn="l">
              <a:defRPr sz="1500" b="0">
                <a:solidFill>
                  <a:srgbClr val="557080"/>
                </a:solidFill>
              </a:defRPr>
            </a:lvl3pPr>
            <a:lvl4pPr algn="l">
              <a:defRPr sz="1500" b="0">
                <a:solidFill>
                  <a:srgbClr val="557080"/>
                </a:solidFill>
              </a:defRPr>
            </a:lvl4pPr>
            <a:lvl5pPr algn="l">
              <a:defRPr sz="1500" b="0">
                <a:solidFill>
                  <a:srgbClr val="557080"/>
                </a:solidFill>
              </a:defRPr>
            </a:lvl5pPr>
            <a:lvl6pPr algn="l">
              <a:defRPr sz="1500" b="0">
                <a:solidFill>
                  <a:srgbClr val="557080"/>
                </a:solidFill>
              </a:defRPr>
            </a:lvl6pPr>
            <a:lvl7pPr algn="l">
              <a:defRPr sz="1500" b="0">
                <a:solidFill>
                  <a:srgbClr val="557080"/>
                </a:solidFill>
              </a:defRPr>
            </a:lvl7pPr>
            <a:lvl8pPr algn="l">
              <a:defRPr sz="1500" b="0">
                <a:solidFill>
                  <a:srgbClr val="557080"/>
                </a:solidFill>
              </a:defRPr>
            </a:lvl8pPr>
            <a:lvl9pPr algn="l">
              <a:defRPr sz="1500" b="0">
                <a:solidFill>
                  <a:srgbClr val="557080"/>
                </a:solidFill>
              </a:defRPr>
            </a:lvl9pPr>
          </a:lstStyle>
          <a:p xmlns:a="http://schemas.openxmlformats.org/drawingml/2006/main">
            <a:pPr algn="l">
              <a:buNone/>
              <a:defRPr sz="1500" b="0">
                <a:solidFill>
                  <a:srgbClr val="557080"/>
                </a:solidFill>
              </a:defRPr>
            </a:pPr>
            <a:r>
              <a:rPr sz="1500" b="0">
                <a:solidFill>
                  <a:srgbClr val="557080"/>
                </a:solidFill>
              </a:rPr>
              <a:t>Version control</a:t>
            </a:r>
          </a:p>
        </p:txBody>
      </p:sp>
      <p:sp>
        <p:nvSpPr>
          <p:cNvPr id="29" name="text-114">
            <a:extLst xmlns:a="http://schemas.openxmlformats.org/drawingml/2006/main">
              <a:ext uri="{FF2B5EF4-FFF2-40B4-BE49-F238E27FC236}">
                <a16:creationId xmlns:a16="http://schemas.microsoft.com/office/drawing/2014/main" id="{F7554DBF-3B31-4523-A257-87351C5FCBD8}"/>
              </a:ext>
            </a:extLst>
          </p:cNvPr>
          <p:cNvSpPr>
            <a:spLocks xmlns:a="http://schemas.openxmlformats.org/drawingml/2006/main" noGrp="1"/>
          </p:cNvSpPr>
          <p:nvPr/>
        </p:nvSpPr>
        <p:spPr>
          <a:xfrm xmlns:a="http://schemas.openxmlformats.org/drawingml/2006/main">
            <a:off x="1343025" y="6829425"/>
            <a:ext cx="41052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950" b="1">
                <a:solidFill>
                  <a:srgbClr val="12354E"/>
                </a:solidFill>
              </a:defRPr>
            </a:defPPr>
            <a:lvl1pPr algn="l">
              <a:defRPr sz="1950" b="1">
                <a:solidFill>
                  <a:srgbClr val="12354E"/>
                </a:solidFill>
              </a:defRPr>
            </a:lvl1pPr>
            <a:lvl2pPr algn="l">
              <a:defRPr sz="1950" b="1">
                <a:solidFill>
                  <a:srgbClr val="12354E"/>
                </a:solidFill>
              </a:defRPr>
            </a:lvl2pPr>
            <a:lvl3pPr algn="l">
              <a:defRPr sz="1950" b="1">
                <a:solidFill>
                  <a:srgbClr val="12354E"/>
                </a:solidFill>
              </a:defRPr>
            </a:lvl3pPr>
            <a:lvl4pPr algn="l">
              <a:defRPr sz="1950" b="1">
                <a:solidFill>
                  <a:srgbClr val="12354E"/>
                </a:solidFill>
              </a:defRPr>
            </a:lvl4pPr>
            <a:lvl5pPr algn="l">
              <a:defRPr sz="1950" b="1">
                <a:solidFill>
                  <a:srgbClr val="12354E"/>
                </a:solidFill>
              </a:defRPr>
            </a:lvl5pPr>
            <a:lvl6pPr algn="l">
              <a:defRPr sz="1950" b="1">
                <a:solidFill>
                  <a:srgbClr val="12354E"/>
                </a:solidFill>
              </a:defRPr>
            </a:lvl6pPr>
            <a:lvl7pPr algn="l">
              <a:defRPr sz="1950" b="1">
                <a:solidFill>
                  <a:srgbClr val="12354E"/>
                </a:solidFill>
              </a:defRPr>
            </a:lvl7pPr>
            <a:lvl8pPr algn="l">
              <a:defRPr sz="1950" b="1">
                <a:solidFill>
                  <a:srgbClr val="12354E"/>
                </a:solidFill>
              </a:defRPr>
            </a:lvl8pPr>
            <a:lvl9pPr algn="l">
              <a:defRPr sz="1950" b="1">
                <a:solidFill>
                  <a:srgbClr val="12354E"/>
                </a:solidFill>
              </a:defRPr>
            </a:lvl9pPr>
          </a:lstStyle>
          <a:p xmlns:a="http://schemas.openxmlformats.org/drawingml/2006/main">
            <a:pPr algn="l">
              <a:buNone/>
              <a:defRPr sz="1950" b="1">
                <a:solidFill>
                  <a:srgbClr val="12354E"/>
                </a:solidFill>
              </a:defRPr>
            </a:pPr>
            <a:r>
              <a:rPr sz="1950" b="1">
                <a:solidFill>
                  <a:srgbClr val="12354E"/>
                </a:solidFill>
              </a:rPr>
              <a:t>Git / GitHub</a:t>
            </a:r>
          </a:p>
        </p:txBody>
      </p:sp>
      <p:sp>
        <p:nvSpPr>
          <p:cNvPr id="30" name="">
            <a:extLst xmlns:a="http://schemas.openxmlformats.org/drawingml/2006/main">
              <a:ext uri="{FF2B5EF4-FFF2-40B4-BE49-F238E27FC236}">
                <a16:creationId xmlns:a16="http://schemas.microsoft.com/office/drawing/2014/main" id="{2F70B79C-B18C-4410-B809-2BAA8FDEC9A9}"/>
              </a:ext>
            </a:extLst>
          </p:cNvPr>
          <p:cNvSpPr>
            <a:spLocks xmlns:a="http://schemas.openxmlformats.org/drawingml/2006/main" noGrp="1"/>
          </p:cNvSpPr>
          <p:nvPr/>
        </p:nvSpPr>
        <p:spPr>
          <a:xfrm xmlns:a="http://schemas.openxmlformats.org/drawingml/2006/main">
            <a:off x="1343025" y="7219950"/>
            <a:ext cx="4086225" cy="0"/>
          </a:xfrm>
          <a:prstGeom xmlns:a="http://schemas.openxmlformats.org/drawingml/2006/main" prst="line">
            <a:avLst/>
          </a:prstGeom>
          <a:noFill xmlns:a="http://schemas.openxmlformats.org/drawingml/2006/main"/>
          <a:ln xmlns:a="http://schemas.openxmlformats.org/drawingml/2006/main" w="9525">
            <a:solidFill>
              <a:srgbClr val="C7E0E2"/>
            </a:solidFill>
          </a:ln>
        </p:spPr>
      </p:sp>
      <p:sp>
        <p:nvSpPr>
          <p:cNvPr id="31" name="text-115">
            <a:extLst xmlns:a="http://schemas.openxmlformats.org/drawingml/2006/main">
              <a:ext uri="{FF2B5EF4-FFF2-40B4-BE49-F238E27FC236}">
                <a16:creationId xmlns:a16="http://schemas.microsoft.com/office/drawing/2014/main" id="{AB0272CA-75D4-42B6-9FD2-28EBD3835450}"/>
              </a:ext>
            </a:extLst>
          </p:cNvPr>
          <p:cNvSpPr>
            <a:spLocks xmlns:a="http://schemas.openxmlformats.org/drawingml/2006/main" noGrp="1"/>
          </p:cNvSpPr>
          <p:nvPr/>
        </p:nvSpPr>
        <p:spPr>
          <a:xfrm xmlns:a="http://schemas.openxmlformats.org/drawingml/2006/main">
            <a:off x="1343025" y="7296150"/>
            <a:ext cx="40671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500" b="0">
                <a:solidFill>
                  <a:srgbClr val="557080"/>
                </a:solidFill>
              </a:defRPr>
            </a:defPPr>
            <a:lvl1pPr algn="l">
              <a:defRPr sz="1500" b="0">
                <a:solidFill>
                  <a:srgbClr val="557080"/>
                </a:solidFill>
              </a:defRPr>
            </a:lvl1pPr>
            <a:lvl2pPr algn="l">
              <a:defRPr sz="1500" b="0">
                <a:solidFill>
                  <a:srgbClr val="557080"/>
                </a:solidFill>
              </a:defRPr>
            </a:lvl2pPr>
            <a:lvl3pPr algn="l">
              <a:defRPr sz="1500" b="0">
                <a:solidFill>
                  <a:srgbClr val="557080"/>
                </a:solidFill>
              </a:defRPr>
            </a:lvl3pPr>
            <a:lvl4pPr algn="l">
              <a:defRPr sz="1500" b="0">
                <a:solidFill>
                  <a:srgbClr val="557080"/>
                </a:solidFill>
              </a:defRPr>
            </a:lvl4pPr>
            <a:lvl5pPr algn="l">
              <a:defRPr sz="1500" b="0">
                <a:solidFill>
                  <a:srgbClr val="557080"/>
                </a:solidFill>
              </a:defRPr>
            </a:lvl5pPr>
            <a:lvl6pPr algn="l">
              <a:defRPr sz="1500" b="0">
                <a:solidFill>
                  <a:srgbClr val="557080"/>
                </a:solidFill>
              </a:defRPr>
            </a:lvl6pPr>
            <a:lvl7pPr algn="l">
              <a:defRPr sz="1500" b="0">
                <a:solidFill>
                  <a:srgbClr val="557080"/>
                </a:solidFill>
              </a:defRPr>
            </a:lvl7pPr>
            <a:lvl8pPr algn="l">
              <a:defRPr sz="1500" b="0">
                <a:solidFill>
                  <a:srgbClr val="557080"/>
                </a:solidFill>
              </a:defRPr>
            </a:lvl8pPr>
            <a:lvl9pPr algn="l">
              <a:defRPr sz="1500" b="0">
                <a:solidFill>
                  <a:srgbClr val="557080"/>
                </a:solidFill>
              </a:defRPr>
            </a:lvl9pPr>
          </a:lstStyle>
          <a:p xmlns:a="http://schemas.openxmlformats.org/drawingml/2006/main">
            <a:pPr algn="l">
              <a:buNone/>
              <a:defRPr sz="1500" b="0">
                <a:solidFill>
                  <a:srgbClr val="557080"/>
                </a:solidFill>
              </a:defRPr>
            </a:pPr>
            <a:r>
              <a:rPr sz="1500" b="0">
                <a:solidFill>
                  <a:srgbClr val="557080"/>
                </a:solidFill>
              </a:rPr>
              <a:t>API testing</a:t>
            </a:r>
          </a:p>
        </p:txBody>
      </p:sp>
      <p:sp>
        <p:nvSpPr>
          <p:cNvPr id="32" name="text-116">
            <a:extLst xmlns:a="http://schemas.openxmlformats.org/drawingml/2006/main">
              <a:ext uri="{FF2B5EF4-FFF2-40B4-BE49-F238E27FC236}">
                <a16:creationId xmlns:a16="http://schemas.microsoft.com/office/drawing/2014/main" id="{69800F11-7920-41B8-98FD-597812F78AC0}"/>
              </a:ext>
            </a:extLst>
          </p:cNvPr>
          <p:cNvSpPr>
            <a:spLocks xmlns:a="http://schemas.openxmlformats.org/drawingml/2006/main" noGrp="1"/>
          </p:cNvSpPr>
          <p:nvPr/>
        </p:nvSpPr>
        <p:spPr>
          <a:xfrm xmlns:a="http://schemas.openxmlformats.org/drawingml/2006/main">
            <a:off x="1343025" y="7553325"/>
            <a:ext cx="41052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950" b="1">
                <a:solidFill>
                  <a:srgbClr val="12354E"/>
                </a:solidFill>
              </a:defRPr>
            </a:defPPr>
            <a:lvl1pPr algn="l">
              <a:defRPr sz="1950" b="1">
                <a:solidFill>
                  <a:srgbClr val="12354E"/>
                </a:solidFill>
              </a:defRPr>
            </a:lvl1pPr>
            <a:lvl2pPr algn="l">
              <a:defRPr sz="1950" b="1">
                <a:solidFill>
                  <a:srgbClr val="12354E"/>
                </a:solidFill>
              </a:defRPr>
            </a:lvl2pPr>
            <a:lvl3pPr algn="l">
              <a:defRPr sz="1950" b="1">
                <a:solidFill>
                  <a:srgbClr val="12354E"/>
                </a:solidFill>
              </a:defRPr>
            </a:lvl3pPr>
            <a:lvl4pPr algn="l">
              <a:defRPr sz="1950" b="1">
                <a:solidFill>
                  <a:srgbClr val="12354E"/>
                </a:solidFill>
              </a:defRPr>
            </a:lvl4pPr>
            <a:lvl5pPr algn="l">
              <a:defRPr sz="1950" b="1">
                <a:solidFill>
                  <a:srgbClr val="12354E"/>
                </a:solidFill>
              </a:defRPr>
            </a:lvl5pPr>
            <a:lvl6pPr algn="l">
              <a:defRPr sz="1950" b="1">
                <a:solidFill>
                  <a:srgbClr val="12354E"/>
                </a:solidFill>
              </a:defRPr>
            </a:lvl6pPr>
            <a:lvl7pPr algn="l">
              <a:defRPr sz="1950" b="1">
                <a:solidFill>
                  <a:srgbClr val="12354E"/>
                </a:solidFill>
              </a:defRPr>
            </a:lvl7pPr>
            <a:lvl8pPr algn="l">
              <a:defRPr sz="1950" b="1">
                <a:solidFill>
                  <a:srgbClr val="12354E"/>
                </a:solidFill>
              </a:defRPr>
            </a:lvl8pPr>
            <a:lvl9pPr algn="l">
              <a:defRPr sz="1950" b="1">
                <a:solidFill>
                  <a:srgbClr val="12354E"/>
                </a:solidFill>
              </a:defRPr>
            </a:lvl9pPr>
          </a:lstStyle>
          <a:p xmlns:a="http://schemas.openxmlformats.org/drawingml/2006/main">
            <a:pPr algn="l">
              <a:buNone/>
              <a:defRPr sz="1950" b="1">
                <a:solidFill>
                  <a:srgbClr val="12354E"/>
                </a:solidFill>
              </a:defRPr>
            </a:pPr>
            <a:r>
              <a:rPr sz="1950" b="1">
                <a:solidFill>
                  <a:srgbClr val="12354E"/>
                </a:solidFill>
              </a:rPr>
              <a:t>Postman</a:t>
            </a:r>
          </a:p>
        </p:txBody>
      </p:sp>
      <p:sp>
        <p:nvSpPr>
          <p:cNvPr id="33" name="">
            <a:extLst xmlns:a="http://schemas.openxmlformats.org/drawingml/2006/main">
              <a:ext uri="{FF2B5EF4-FFF2-40B4-BE49-F238E27FC236}">
                <a16:creationId xmlns:a16="http://schemas.microsoft.com/office/drawing/2014/main" id="{8FC92C02-91B9-4780-BB87-1AF85AE3B6B8}"/>
              </a:ext>
            </a:extLst>
          </p:cNvPr>
          <p:cNvSpPr>
            <a:spLocks xmlns:a="http://schemas.openxmlformats.org/drawingml/2006/main" noGrp="1"/>
          </p:cNvSpPr>
          <p:nvPr/>
        </p:nvSpPr>
        <p:spPr>
          <a:xfrm xmlns:a="http://schemas.openxmlformats.org/drawingml/2006/main">
            <a:off x="1343025" y="7943850"/>
            <a:ext cx="4086225" cy="0"/>
          </a:xfrm>
          <a:prstGeom xmlns:a="http://schemas.openxmlformats.org/drawingml/2006/main" prst="line">
            <a:avLst/>
          </a:prstGeom>
          <a:noFill xmlns:a="http://schemas.openxmlformats.org/drawingml/2006/main"/>
          <a:ln xmlns:a="http://schemas.openxmlformats.org/drawingml/2006/main" w="9525">
            <a:solidFill>
              <a:srgbClr val="C7E0E2"/>
            </a:solidFill>
          </a:ln>
        </p:spPr>
      </p:sp>
      <p:sp>
        <p:nvSpPr>
          <p:cNvPr id="34" name="text-117">
            <a:extLst xmlns:a="http://schemas.openxmlformats.org/drawingml/2006/main">
              <a:ext uri="{FF2B5EF4-FFF2-40B4-BE49-F238E27FC236}">
                <a16:creationId xmlns:a16="http://schemas.microsoft.com/office/drawing/2014/main" id="{72F8EB2D-CF2C-4518-8482-60B593CA1913}"/>
              </a:ext>
            </a:extLst>
          </p:cNvPr>
          <p:cNvSpPr>
            <a:spLocks xmlns:a="http://schemas.openxmlformats.org/drawingml/2006/main" noGrp="1"/>
          </p:cNvSpPr>
          <p:nvPr/>
        </p:nvSpPr>
        <p:spPr>
          <a:xfrm xmlns:a="http://schemas.openxmlformats.org/drawingml/2006/main">
            <a:off x="1343025" y="8020050"/>
            <a:ext cx="40671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500" b="0">
                <a:solidFill>
                  <a:srgbClr val="557080"/>
                </a:solidFill>
              </a:defRPr>
            </a:defPPr>
            <a:lvl1pPr algn="l">
              <a:defRPr sz="1500" b="0">
                <a:solidFill>
                  <a:srgbClr val="557080"/>
                </a:solidFill>
              </a:defRPr>
            </a:lvl1pPr>
            <a:lvl2pPr algn="l">
              <a:defRPr sz="1500" b="0">
                <a:solidFill>
                  <a:srgbClr val="557080"/>
                </a:solidFill>
              </a:defRPr>
            </a:lvl2pPr>
            <a:lvl3pPr algn="l">
              <a:defRPr sz="1500" b="0">
                <a:solidFill>
                  <a:srgbClr val="557080"/>
                </a:solidFill>
              </a:defRPr>
            </a:lvl3pPr>
            <a:lvl4pPr algn="l">
              <a:defRPr sz="1500" b="0">
                <a:solidFill>
                  <a:srgbClr val="557080"/>
                </a:solidFill>
              </a:defRPr>
            </a:lvl4pPr>
            <a:lvl5pPr algn="l">
              <a:defRPr sz="1500" b="0">
                <a:solidFill>
                  <a:srgbClr val="557080"/>
                </a:solidFill>
              </a:defRPr>
            </a:lvl5pPr>
            <a:lvl6pPr algn="l">
              <a:defRPr sz="1500" b="0">
                <a:solidFill>
                  <a:srgbClr val="557080"/>
                </a:solidFill>
              </a:defRPr>
            </a:lvl6pPr>
            <a:lvl7pPr algn="l">
              <a:defRPr sz="1500" b="0">
                <a:solidFill>
                  <a:srgbClr val="557080"/>
                </a:solidFill>
              </a:defRPr>
            </a:lvl7pPr>
            <a:lvl8pPr algn="l">
              <a:defRPr sz="1500" b="0">
                <a:solidFill>
                  <a:srgbClr val="557080"/>
                </a:solidFill>
              </a:defRPr>
            </a:lvl8pPr>
            <a:lvl9pPr algn="l">
              <a:defRPr sz="1500" b="0">
                <a:solidFill>
                  <a:srgbClr val="557080"/>
                </a:solidFill>
              </a:defRPr>
            </a:lvl9pPr>
          </a:lstStyle>
          <a:p xmlns:a="http://schemas.openxmlformats.org/drawingml/2006/main">
            <a:pPr algn="l">
              <a:buNone/>
              <a:defRPr sz="1500" b="0">
                <a:solidFill>
                  <a:srgbClr val="557080"/>
                </a:solidFill>
              </a:defRPr>
            </a:pPr>
            <a:r>
              <a:rPr sz="1500" b="0">
                <a:solidFill>
                  <a:srgbClr val="557080"/>
                </a:solidFill>
              </a:rPr>
              <a:t>Avatar</a:t>
            </a:r>
          </a:p>
        </p:txBody>
      </p:sp>
      <p:sp>
        <p:nvSpPr>
          <p:cNvPr id="35" name="text-118">
            <a:extLst xmlns:a="http://schemas.openxmlformats.org/drawingml/2006/main">
              <a:ext uri="{FF2B5EF4-FFF2-40B4-BE49-F238E27FC236}">
                <a16:creationId xmlns:a16="http://schemas.microsoft.com/office/drawing/2014/main" id="{6638AF71-6FD6-472A-A166-4003428A64B8}"/>
              </a:ext>
            </a:extLst>
          </p:cNvPr>
          <p:cNvSpPr>
            <a:spLocks xmlns:a="http://schemas.openxmlformats.org/drawingml/2006/main" noGrp="1"/>
          </p:cNvSpPr>
          <p:nvPr/>
        </p:nvSpPr>
        <p:spPr>
          <a:xfrm xmlns:a="http://schemas.openxmlformats.org/drawingml/2006/main">
            <a:off x="1343025" y="8277225"/>
            <a:ext cx="4105275"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725" b="1">
                <a:solidFill>
                  <a:srgbClr val="12354E"/>
                </a:solidFill>
              </a:defRPr>
            </a:defPPr>
            <a:lvl1pPr algn="l">
              <a:defRPr sz="1725" b="1">
                <a:solidFill>
                  <a:srgbClr val="12354E"/>
                </a:solidFill>
              </a:defRPr>
            </a:lvl1pPr>
            <a:lvl2pPr algn="l">
              <a:defRPr sz="1725" b="1">
                <a:solidFill>
                  <a:srgbClr val="12354E"/>
                </a:solidFill>
              </a:defRPr>
            </a:lvl2pPr>
            <a:lvl3pPr algn="l">
              <a:defRPr sz="1725" b="1">
                <a:solidFill>
                  <a:srgbClr val="12354E"/>
                </a:solidFill>
              </a:defRPr>
            </a:lvl3pPr>
            <a:lvl4pPr algn="l">
              <a:defRPr sz="1725" b="1">
                <a:solidFill>
                  <a:srgbClr val="12354E"/>
                </a:solidFill>
              </a:defRPr>
            </a:lvl4pPr>
            <a:lvl5pPr algn="l">
              <a:defRPr sz="1725" b="1">
                <a:solidFill>
                  <a:srgbClr val="12354E"/>
                </a:solidFill>
              </a:defRPr>
            </a:lvl5pPr>
            <a:lvl6pPr algn="l">
              <a:defRPr sz="1725" b="1">
                <a:solidFill>
                  <a:srgbClr val="12354E"/>
                </a:solidFill>
              </a:defRPr>
            </a:lvl6pPr>
            <a:lvl7pPr algn="l">
              <a:defRPr sz="1725" b="1">
                <a:solidFill>
                  <a:srgbClr val="12354E"/>
                </a:solidFill>
              </a:defRPr>
            </a:lvl7pPr>
            <a:lvl8pPr algn="l">
              <a:defRPr sz="1725" b="1">
                <a:solidFill>
                  <a:srgbClr val="12354E"/>
                </a:solidFill>
              </a:defRPr>
            </a:lvl8pPr>
            <a:lvl9pPr algn="l">
              <a:defRPr sz="1725" b="1">
                <a:solidFill>
                  <a:srgbClr val="12354E"/>
                </a:solidFill>
              </a:defRPr>
            </a:lvl9pPr>
          </a:lstStyle>
          <a:p xmlns:a="http://schemas.openxmlformats.org/drawingml/2006/main">
            <a:pPr algn="l">
              <a:buNone/>
              <a:defRPr sz="1725" b="1">
                <a:solidFill>
                  <a:srgbClr val="12354E"/>
                </a:solidFill>
              </a:defRPr>
            </a:pPr>
            <a:r>
              <a:rPr sz="1725" b="1">
                <a:solidFill>
                  <a:srgbClr val="12354E"/>
                </a:solidFill>
              </a:rPr>
              <a:t>Web-based avatar technology</a:t>
            </a:r>
          </a:p>
        </p:txBody>
      </p:sp>
      <p:sp>
        <p:nvSpPr>
          <p:cNvPr id="36" name="text-119">
            <a:extLst xmlns:a="http://schemas.openxmlformats.org/drawingml/2006/main">
              <a:ext uri="{FF2B5EF4-FFF2-40B4-BE49-F238E27FC236}">
                <a16:creationId xmlns:a16="http://schemas.microsoft.com/office/drawing/2014/main" id="{D635D8FA-0B25-4033-8C44-AA16989A721A}"/>
              </a:ext>
            </a:extLst>
          </p:cNvPr>
          <p:cNvSpPr>
            <a:spLocks xmlns:a="http://schemas.openxmlformats.org/drawingml/2006/main" noGrp="1"/>
          </p:cNvSpPr>
          <p:nvPr/>
        </p:nvSpPr>
        <p:spPr>
          <a:xfrm xmlns:a="http://schemas.openxmlformats.org/drawingml/2006/main">
            <a:off x="6372225" y="2114550"/>
            <a:ext cx="857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800" b="1">
                <a:solidFill>
                  <a:srgbClr val="007F83"/>
                </a:solidFill>
              </a:defRPr>
            </a:defPPr>
            <a:lvl1pPr algn="l">
              <a:defRPr sz="1800" b="1">
                <a:solidFill>
                  <a:srgbClr val="007F83"/>
                </a:solidFill>
              </a:defRPr>
            </a:lvl1pPr>
            <a:lvl2pPr algn="l">
              <a:defRPr sz="1800" b="1">
                <a:solidFill>
                  <a:srgbClr val="007F83"/>
                </a:solidFill>
              </a:defRPr>
            </a:lvl2pPr>
            <a:lvl3pPr algn="l">
              <a:defRPr sz="1800" b="1">
                <a:solidFill>
                  <a:srgbClr val="007F83"/>
                </a:solidFill>
              </a:defRPr>
            </a:lvl3pPr>
            <a:lvl4pPr algn="l">
              <a:defRPr sz="1800" b="1">
                <a:solidFill>
                  <a:srgbClr val="007F83"/>
                </a:solidFill>
              </a:defRPr>
            </a:lvl4pPr>
            <a:lvl5pPr algn="l">
              <a:defRPr sz="1800" b="1">
                <a:solidFill>
                  <a:srgbClr val="007F83"/>
                </a:solidFill>
              </a:defRPr>
            </a:lvl5pPr>
            <a:lvl6pPr algn="l">
              <a:defRPr sz="1800" b="1">
                <a:solidFill>
                  <a:srgbClr val="007F83"/>
                </a:solidFill>
              </a:defRPr>
            </a:lvl6pPr>
            <a:lvl7pPr algn="l">
              <a:defRPr sz="1800" b="1">
                <a:solidFill>
                  <a:srgbClr val="007F83"/>
                </a:solidFill>
              </a:defRPr>
            </a:lvl7pPr>
            <a:lvl8pPr algn="l">
              <a:defRPr sz="1800" b="1">
                <a:solidFill>
                  <a:srgbClr val="007F83"/>
                </a:solidFill>
              </a:defRPr>
            </a:lvl8pPr>
            <a:lvl9pPr algn="l">
              <a:defRPr sz="1800" b="1">
                <a:solidFill>
                  <a:srgbClr val="007F83"/>
                </a:solidFill>
              </a:defRPr>
            </a:lvl9pPr>
          </a:lstStyle>
          <a:p xmlns:a="http://schemas.openxmlformats.org/drawingml/2006/main">
            <a:pPr algn="l">
              <a:buNone/>
              <a:defRPr sz="1800" b="1">
                <a:solidFill>
                  <a:srgbClr val="007F83"/>
                </a:solidFill>
              </a:defRPr>
            </a:pPr>
            <a:r>
              <a:rPr sz="1800" b="1">
                <a:solidFill>
                  <a:srgbClr val="007F83"/>
                </a:solidFill>
              </a:rPr>
              <a:t>PROPOSED SYSTEM FLOW</a:t>
            </a:r>
          </a:p>
        </p:txBody>
      </p:sp>
      <p:sp>
        <p:nvSpPr>
          <p:cNvPr id="37" name="panel-120">
            <a:extLst xmlns:a="http://schemas.openxmlformats.org/drawingml/2006/main">
              <a:ext uri="{FF2B5EF4-FFF2-40B4-BE49-F238E27FC236}">
                <a16:creationId xmlns:a16="http://schemas.microsoft.com/office/drawing/2014/main" id="{52B195FA-D457-4B07-96EB-DCA83A2F0F71}"/>
              </a:ext>
            </a:extLst>
          </p:cNvPr>
          <p:cNvSpPr>
            <a:spLocks xmlns:a="http://schemas.openxmlformats.org/drawingml/2006/main" noGrp="1"/>
          </p:cNvSpPr>
          <p:nvPr/>
        </p:nvSpPr>
        <p:spPr>
          <a:xfrm xmlns:a="http://schemas.openxmlformats.org/drawingml/2006/main">
            <a:off x="6372225" y="2733675"/>
            <a:ext cx="2809875" cy="1076325"/>
          </a:xfrm>
          <a:prstGeom xmlns:a="http://schemas.openxmlformats.org/drawingml/2006/main" prst="roundRect">
            <a:avLst>
              <a:gd name="adj" fmla="val 8850"/>
            </a:avLst>
          </a:prstGeom>
          <a:solidFill xmlns:a="http://schemas.openxmlformats.org/drawingml/2006/main">
            <a:srgbClr val="FFFFFF"/>
          </a:solidFill>
          <a:ln xmlns:a="http://schemas.openxmlformats.org/drawingml/2006/main" w="12383">
            <a:solidFill>
              <a:srgbClr val="C7E0E2"/>
            </a:solidFill>
          </a:ln>
        </p:spPr>
      </p:sp>
      <p:sp>
        <p:nvSpPr>
          <p:cNvPr id="38" name="text-121">
            <a:extLst xmlns:a="http://schemas.openxmlformats.org/drawingml/2006/main">
              <a:ext uri="{FF2B5EF4-FFF2-40B4-BE49-F238E27FC236}">
                <a16:creationId xmlns:a16="http://schemas.microsoft.com/office/drawing/2014/main" id="{12B79402-F072-4357-9A32-D20F7D60CDAB}"/>
              </a:ext>
            </a:extLst>
          </p:cNvPr>
          <p:cNvSpPr>
            <a:spLocks xmlns:a="http://schemas.openxmlformats.org/drawingml/2006/main" noGrp="1"/>
          </p:cNvSpPr>
          <p:nvPr/>
        </p:nvSpPr>
        <p:spPr>
          <a:xfrm xmlns:a="http://schemas.openxmlformats.org/drawingml/2006/main">
            <a:off x="6562725" y="2876550"/>
            <a:ext cx="2428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2025" b="1">
                <a:solidFill>
                  <a:srgbClr val="075C64"/>
                </a:solidFill>
              </a:defRPr>
            </a:defPPr>
            <a:lvl1pPr algn="ctr">
              <a:defRPr sz="2025" b="1">
                <a:solidFill>
                  <a:srgbClr val="075C64"/>
                </a:solidFill>
              </a:defRPr>
            </a:lvl1pPr>
            <a:lvl2pPr algn="ctr">
              <a:defRPr sz="2025" b="1">
                <a:solidFill>
                  <a:srgbClr val="075C64"/>
                </a:solidFill>
              </a:defRPr>
            </a:lvl2pPr>
            <a:lvl3pPr algn="ctr">
              <a:defRPr sz="2025" b="1">
                <a:solidFill>
                  <a:srgbClr val="075C64"/>
                </a:solidFill>
              </a:defRPr>
            </a:lvl3pPr>
            <a:lvl4pPr algn="ctr">
              <a:defRPr sz="2025" b="1">
                <a:solidFill>
                  <a:srgbClr val="075C64"/>
                </a:solidFill>
              </a:defRPr>
            </a:lvl4pPr>
            <a:lvl5pPr algn="ctr">
              <a:defRPr sz="2025" b="1">
                <a:solidFill>
                  <a:srgbClr val="075C64"/>
                </a:solidFill>
              </a:defRPr>
            </a:lvl5pPr>
            <a:lvl6pPr algn="ctr">
              <a:defRPr sz="2025" b="1">
                <a:solidFill>
                  <a:srgbClr val="075C64"/>
                </a:solidFill>
              </a:defRPr>
            </a:lvl6pPr>
            <a:lvl7pPr algn="ctr">
              <a:defRPr sz="2025" b="1">
                <a:solidFill>
                  <a:srgbClr val="075C64"/>
                </a:solidFill>
              </a:defRPr>
            </a:lvl7pPr>
            <a:lvl8pPr algn="ctr">
              <a:defRPr sz="2025" b="1">
                <a:solidFill>
                  <a:srgbClr val="075C64"/>
                </a:solidFill>
              </a:defRPr>
            </a:lvl8pPr>
            <a:lvl9pPr algn="ctr">
              <a:defRPr sz="2025" b="1">
                <a:solidFill>
                  <a:srgbClr val="075C64"/>
                </a:solidFill>
              </a:defRPr>
            </a:lvl9pPr>
          </a:lstStyle>
          <a:p xmlns:a="http://schemas.openxmlformats.org/drawingml/2006/main">
            <a:pPr algn="ctr">
              <a:buNone/>
              <a:defRPr sz="2025" b="1">
                <a:solidFill>
                  <a:srgbClr val="075C64"/>
                </a:solidFill>
              </a:defRPr>
            </a:pPr>
            <a:r>
              <a:rPr sz="2025" b="1">
                <a:solidFill>
                  <a:srgbClr val="075C64"/>
                </a:solidFill>
              </a:rPr>
              <a:t>Student</a:t>
            </a:r>
          </a:p>
        </p:txBody>
      </p:sp>
      <p:sp>
        <p:nvSpPr>
          <p:cNvPr id="39" name="text-122">
            <a:extLst xmlns:a="http://schemas.openxmlformats.org/drawingml/2006/main">
              <a:ext uri="{FF2B5EF4-FFF2-40B4-BE49-F238E27FC236}">
                <a16:creationId xmlns:a16="http://schemas.microsoft.com/office/drawing/2014/main" id="{61025B4F-574F-4D26-8B10-A511564ECA19}"/>
              </a:ext>
            </a:extLst>
          </p:cNvPr>
          <p:cNvSpPr>
            <a:spLocks xmlns:a="http://schemas.openxmlformats.org/drawingml/2006/main" noGrp="1"/>
          </p:cNvSpPr>
          <p:nvPr/>
        </p:nvSpPr>
        <p:spPr>
          <a:xfrm xmlns:a="http://schemas.openxmlformats.org/drawingml/2006/main">
            <a:off x="6562725" y="3295650"/>
            <a:ext cx="24288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575" b="0">
                <a:solidFill>
                  <a:srgbClr val="557080"/>
                </a:solidFill>
              </a:defRPr>
            </a:defPPr>
            <a:lvl1pPr algn="ctr">
              <a:defRPr sz="1575" b="0">
                <a:solidFill>
                  <a:srgbClr val="557080"/>
                </a:solidFill>
              </a:defRPr>
            </a:lvl1pPr>
            <a:lvl2pPr algn="ctr">
              <a:defRPr sz="1575" b="0">
                <a:solidFill>
                  <a:srgbClr val="557080"/>
                </a:solidFill>
              </a:defRPr>
            </a:lvl2pPr>
            <a:lvl3pPr algn="ctr">
              <a:defRPr sz="1575" b="0">
                <a:solidFill>
                  <a:srgbClr val="557080"/>
                </a:solidFill>
              </a:defRPr>
            </a:lvl3pPr>
            <a:lvl4pPr algn="ctr">
              <a:defRPr sz="1575" b="0">
                <a:solidFill>
                  <a:srgbClr val="557080"/>
                </a:solidFill>
              </a:defRPr>
            </a:lvl4pPr>
            <a:lvl5pPr algn="ctr">
              <a:defRPr sz="1575" b="0">
                <a:solidFill>
                  <a:srgbClr val="557080"/>
                </a:solidFill>
              </a:defRPr>
            </a:lvl5pPr>
            <a:lvl6pPr algn="ctr">
              <a:defRPr sz="1575" b="0">
                <a:solidFill>
                  <a:srgbClr val="557080"/>
                </a:solidFill>
              </a:defRPr>
            </a:lvl6pPr>
            <a:lvl7pPr algn="ctr">
              <a:defRPr sz="1575" b="0">
                <a:solidFill>
                  <a:srgbClr val="557080"/>
                </a:solidFill>
              </a:defRPr>
            </a:lvl7pPr>
            <a:lvl8pPr algn="ctr">
              <a:defRPr sz="1575" b="0">
                <a:solidFill>
                  <a:srgbClr val="557080"/>
                </a:solidFill>
              </a:defRPr>
            </a:lvl8pPr>
            <a:lvl9pPr algn="ctr">
              <a:defRPr sz="1575" b="0">
                <a:solidFill>
                  <a:srgbClr val="557080"/>
                </a:solidFill>
              </a:defRPr>
            </a:lvl9pPr>
          </a:lstStyle>
          <a:p xmlns:a="http://schemas.openxmlformats.org/drawingml/2006/main">
            <a:pPr algn="ctr">
              <a:buNone/>
              <a:defRPr sz="1575" b="0">
                <a:solidFill>
                  <a:srgbClr val="557080"/>
                </a:solidFill>
              </a:defRPr>
            </a:pPr>
            <a:r>
              <a:rPr sz="1575" b="0">
                <a:solidFill>
                  <a:srgbClr val="557080"/>
                </a:solidFill>
              </a:rPr>
              <a:t>Upload • Ask • Practice</a:t>
            </a:r>
          </a:p>
        </p:txBody>
      </p:sp>
      <p:sp>
        <p:nvSpPr>
          <p:cNvPr id="40" name="panel-123">
            <a:extLst xmlns:a="http://schemas.openxmlformats.org/drawingml/2006/main">
              <a:ext uri="{FF2B5EF4-FFF2-40B4-BE49-F238E27FC236}">
                <a16:creationId xmlns:a16="http://schemas.microsoft.com/office/drawing/2014/main" id="{B3CF792F-F9AC-4E7A-9E21-06D05C00D7A6}"/>
              </a:ext>
            </a:extLst>
          </p:cNvPr>
          <p:cNvSpPr>
            <a:spLocks xmlns:a="http://schemas.openxmlformats.org/drawingml/2006/main" noGrp="1"/>
          </p:cNvSpPr>
          <p:nvPr/>
        </p:nvSpPr>
        <p:spPr>
          <a:xfrm xmlns:a="http://schemas.openxmlformats.org/drawingml/2006/main">
            <a:off x="10172700" y="2733675"/>
            <a:ext cx="2809875" cy="1076325"/>
          </a:xfrm>
          <a:prstGeom xmlns:a="http://schemas.openxmlformats.org/drawingml/2006/main" prst="roundRect">
            <a:avLst>
              <a:gd name="adj" fmla="val 8850"/>
            </a:avLst>
          </a:prstGeom>
          <a:solidFill xmlns:a="http://schemas.openxmlformats.org/drawingml/2006/main">
            <a:srgbClr val="FFFFFF"/>
          </a:solidFill>
          <a:ln xmlns:a="http://schemas.openxmlformats.org/drawingml/2006/main" w="12383">
            <a:solidFill>
              <a:srgbClr val="C7E0E2"/>
            </a:solidFill>
          </a:ln>
        </p:spPr>
      </p:sp>
      <p:sp>
        <p:nvSpPr>
          <p:cNvPr id="41" name="text-124">
            <a:extLst xmlns:a="http://schemas.openxmlformats.org/drawingml/2006/main">
              <a:ext uri="{FF2B5EF4-FFF2-40B4-BE49-F238E27FC236}">
                <a16:creationId xmlns:a16="http://schemas.microsoft.com/office/drawing/2014/main" id="{0176D04E-E665-4318-9D88-C772E2FEC5CA}"/>
              </a:ext>
            </a:extLst>
          </p:cNvPr>
          <p:cNvSpPr>
            <a:spLocks xmlns:a="http://schemas.openxmlformats.org/drawingml/2006/main" noGrp="1"/>
          </p:cNvSpPr>
          <p:nvPr/>
        </p:nvSpPr>
        <p:spPr>
          <a:xfrm xmlns:a="http://schemas.openxmlformats.org/drawingml/2006/main">
            <a:off x="10363200" y="2876550"/>
            <a:ext cx="2428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2025" b="1">
                <a:solidFill>
                  <a:srgbClr val="075C64"/>
                </a:solidFill>
              </a:defRPr>
            </a:defPPr>
            <a:lvl1pPr algn="ctr">
              <a:defRPr sz="2025" b="1">
                <a:solidFill>
                  <a:srgbClr val="075C64"/>
                </a:solidFill>
              </a:defRPr>
            </a:lvl1pPr>
            <a:lvl2pPr algn="ctr">
              <a:defRPr sz="2025" b="1">
                <a:solidFill>
                  <a:srgbClr val="075C64"/>
                </a:solidFill>
              </a:defRPr>
            </a:lvl2pPr>
            <a:lvl3pPr algn="ctr">
              <a:defRPr sz="2025" b="1">
                <a:solidFill>
                  <a:srgbClr val="075C64"/>
                </a:solidFill>
              </a:defRPr>
            </a:lvl3pPr>
            <a:lvl4pPr algn="ctr">
              <a:defRPr sz="2025" b="1">
                <a:solidFill>
                  <a:srgbClr val="075C64"/>
                </a:solidFill>
              </a:defRPr>
            </a:lvl4pPr>
            <a:lvl5pPr algn="ctr">
              <a:defRPr sz="2025" b="1">
                <a:solidFill>
                  <a:srgbClr val="075C64"/>
                </a:solidFill>
              </a:defRPr>
            </a:lvl5pPr>
            <a:lvl6pPr algn="ctr">
              <a:defRPr sz="2025" b="1">
                <a:solidFill>
                  <a:srgbClr val="075C64"/>
                </a:solidFill>
              </a:defRPr>
            </a:lvl6pPr>
            <a:lvl7pPr algn="ctr">
              <a:defRPr sz="2025" b="1">
                <a:solidFill>
                  <a:srgbClr val="075C64"/>
                </a:solidFill>
              </a:defRPr>
            </a:lvl7pPr>
            <a:lvl8pPr algn="ctr">
              <a:defRPr sz="2025" b="1">
                <a:solidFill>
                  <a:srgbClr val="075C64"/>
                </a:solidFill>
              </a:defRPr>
            </a:lvl8pPr>
            <a:lvl9pPr algn="ctr">
              <a:defRPr sz="2025" b="1">
                <a:solidFill>
                  <a:srgbClr val="075C64"/>
                </a:solidFill>
              </a:defRPr>
            </a:lvl9pPr>
          </a:lstStyle>
          <a:p xmlns:a="http://schemas.openxmlformats.org/drawingml/2006/main">
            <a:pPr algn="ctr">
              <a:buNone/>
              <a:defRPr sz="2025" b="1">
                <a:solidFill>
                  <a:srgbClr val="075C64"/>
                </a:solidFill>
              </a:defRPr>
            </a:pPr>
            <a:r>
              <a:rPr sz="2025" b="1">
                <a:solidFill>
                  <a:srgbClr val="075C64"/>
                </a:solidFill>
              </a:rPr>
              <a:t>Web interface</a:t>
            </a:r>
          </a:p>
        </p:txBody>
      </p:sp>
      <p:sp>
        <p:nvSpPr>
          <p:cNvPr id="42" name="text-125">
            <a:extLst xmlns:a="http://schemas.openxmlformats.org/drawingml/2006/main">
              <a:ext uri="{FF2B5EF4-FFF2-40B4-BE49-F238E27FC236}">
                <a16:creationId xmlns:a16="http://schemas.microsoft.com/office/drawing/2014/main" id="{9713F368-63D8-4C4B-A21B-2CE080D222DA}"/>
              </a:ext>
            </a:extLst>
          </p:cNvPr>
          <p:cNvSpPr>
            <a:spLocks xmlns:a="http://schemas.openxmlformats.org/drawingml/2006/main" noGrp="1"/>
          </p:cNvSpPr>
          <p:nvPr/>
        </p:nvSpPr>
        <p:spPr>
          <a:xfrm xmlns:a="http://schemas.openxmlformats.org/drawingml/2006/main">
            <a:off x="10363200" y="3295650"/>
            <a:ext cx="24288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575" b="0">
                <a:solidFill>
                  <a:srgbClr val="557080"/>
                </a:solidFill>
              </a:defRPr>
            </a:defPPr>
            <a:lvl1pPr algn="ctr">
              <a:defRPr sz="1575" b="0">
                <a:solidFill>
                  <a:srgbClr val="557080"/>
                </a:solidFill>
              </a:defRPr>
            </a:lvl1pPr>
            <a:lvl2pPr algn="ctr">
              <a:defRPr sz="1575" b="0">
                <a:solidFill>
                  <a:srgbClr val="557080"/>
                </a:solidFill>
              </a:defRPr>
            </a:lvl2pPr>
            <a:lvl3pPr algn="ctr">
              <a:defRPr sz="1575" b="0">
                <a:solidFill>
                  <a:srgbClr val="557080"/>
                </a:solidFill>
              </a:defRPr>
            </a:lvl3pPr>
            <a:lvl4pPr algn="ctr">
              <a:defRPr sz="1575" b="0">
                <a:solidFill>
                  <a:srgbClr val="557080"/>
                </a:solidFill>
              </a:defRPr>
            </a:lvl4pPr>
            <a:lvl5pPr algn="ctr">
              <a:defRPr sz="1575" b="0">
                <a:solidFill>
                  <a:srgbClr val="557080"/>
                </a:solidFill>
              </a:defRPr>
            </a:lvl5pPr>
            <a:lvl6pPr algn="ctr">
              <a:defRPr sz="1575" b="0">
                <a:solidFill>
                  <a:srgbClr val="557080"/>
                </a:solidFill>
              </a:defRPr>
            </a:lvl6pPr>
            <a:lvl7pPr algn="ctr">
              <a:defRPr sz="1575" b="0">
                <a:solidFill>
                  <a:srgbClr val="557080"/>
                </a:solidFill>
              </a:defRPr>
            </a:lvl7pPr>
            <a:lvl8pPr algn="ctr">
              <a:defRPr sz="1575" b="0">
                <a:solidFill>
                  <a:srgbClr val="557080"/>
                </a:solidFill>
              </a:defRPr>
            </a:lvl8pPr>
            <a:lvl9pPr algn="ctr">
              <a:defRPr sz="1575" b="0">
                <a:solidFill>
                  <a:srgbClr val="557080"/>
                </a:solidFill>
              </a:defRPr>
            </a:lvl9pPr>
          </a:lstStyle>
          <a:p xmlns:a="http://schemas.openxmlformats.org/drawingml/2006/main">
            <a:pPr algn="ctr">
              <a:buNone/>
              <a:defRPr sz="1575" b="0">
                <a:solidFill>
                  <a:srgbClr val="557080"/>
                </a:solidFill>
              </a:defRPr>
            </a:pPr>
            <a:r>
              <a:rPr sz="1575" b="0">
                <a:solidFill>
                  <a:srgbClr val="557080"/>
                </a:solidFill>
              </a:rPr>
              <a:t>Frontend · React</a:t>
            </a:r>
          </a:p>
        </p:txBody>
      </p:sp>
      <p:sp>
        <p:nvSpPr>
          <p:cNvPr id="43" name="panel-126">
            <a:extLst xmlns:a="http://schemas.openxmlformats.org/drawingml/2006/main">
              <a:ext uri="{FF2B5EF4-FFF2-40B4-BE49-F238E27FC236}">
                <a16:creationId xmlns:a16="http://schemas.microsoft.com/office/drawing/2014/main" id="{A6FB9ADC-E8FD-40D1-B195-6848F8C4F5B6}"/>
              </a:ext>
            </a:extLst>
          </p:cNvPr>
          <p:cNvSpPr>
            <a:spLocks xmlns:a="http://schemas.openxmlformats.org/drawingml/2006/main" noGrp="1"/>
          </p:cNvSpPr>
          <p:nvPr/>
        </p:nvSpPr>
        <p:spPr>
          <a:xfrm xmlns:a="http://schemas.openxmlformats.org/drawingml/2006/main">
            <a:off x="13973175" y="2733675"/>
            <a:ext cx="3181350" cy="1076325"/>
          </a:xfrm>
          <a:prstGeom xmlns:a="http://schemas.openxmlformats.org/drawingml/2006/main" prst="roundRect">
            <a:avLst>
              <a:gd name="adj" fmla="val 8850"/>
            </a:avLst>
          </a:prstGeom>
          <a:solidFill xmlns:a="http://schemas.openxmlformats.org/drawingml/2006/main">
            <a:srgbClr val="FFFFFF"/>
          </a:solidFill>
          <a:ln xmlns:a="http://schemas.openxmlformats.org/drawingml/2006/main" w="12383">
            <a:solidFill>
              <a:srgbClr val="C7E0E2"/>
            </a:solidFill>
          </a:ln>
        </p:spPr>
      </p:sp>
      <p:sp>
        <p:nvSpPr>
          <p:cNvPr id="44" name="text-127">
            <a:extLst xmlns:a="http://schemas.openxmlformats.org/drawingml/2006/main">
              <a:ext uri="{FF2B5EF4-FFF2-40B4-BE49-F238E27FC236}">
                <a16:creationId xmlns:a16="http://schemas.microsoft.com/office/drawing/2014/main" id="{F304081C-451A-4948-8564-1D87F84E5D8F}"/>
              </a:ext>
            </a:extLst>
          </p:cNvPr>
          <p:cNvSpPr>
            <a:spLocks xmlns:a="http://schemas.openxmlformats.org/drawingml/2006/main" noGrp="1"/>
          </p:cNvSpPr>
          <p:nvPr/>
        </p:nvSpPr>
        <p:spPr>
          <a:xfrm xmlns:a="http://schemas.openxmlformats.org/drawingml/2006/main">
            <a:off x="14163675" y="2876550"/>
            <a:ext cx="28003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2025" b="1">
                <a:solidFill>
                  <a:srgbClr val="075C64"/>
                </a:solidFill>
              </a:defRPr>
            </a:defPPr>
            <a:lvl1pPr algn="ctr">
              <a:defRPr sz="2025" b="1">
                <a:solidFill>
                  <a:srgbClr val="075C64"/>
                </a:solidFill>
              </a:defRPr>
            </a:lvl1pPr>
            <a:lvl2pPr algn="ctr">
              <a:defRPr sz="2025" b="1">
                <a:solidFill>
                  <a:srgbClr val="075C64"/>
                </a:solidFill>
              </a:defRPr>
            </a:lvl2pPr>
            <a:lvl3pPr algn="ctr">
              <a:defRPr sz="2025" b="1">
                <a:solidFill>
                  <a:srgbClr val="075C64"/>
                </a:solidFill>
              </a:defRPr>
            </a:lvl3pPr>
            <a:lvl4pPr algn="ctr">
              <a:defRPr sz="2025" b="1">
                <a:solidFill>
                  <a:srgbClr val="075C64"/>
                </a:solidFill>
              </a:defRPr>
            </a:lvl4pPr>
            <a:lvl5pPr algn="ctr">
              <a:defRPr sz="2025" b="1">
                <a:solidFill>
                  <a:srgbClr val="075C64"/>
                </a:solidFill>
              </a:defRPr>
            </a:lvl5pPr>
            <a:lvl6pPr algn="ctr">
              <a:defRPr sz="2025" b="1">
                <a:solidFill>
                  <a:srgbClr val="075C64"/>
                </a:solidFill>
              </a:defRPr>
            </a:lvl6pPr>
            <a:lvl7pPr algn="ctr">
              <a:defRPr sz="2025" b="1">
                <a:solidFill>
                  <a:srgbClr val="075C64"/>
                </a:solidFill>
              </a:defRPr>
            </a:lvl7pPr>
            <a:lvl8pPr algn="ctr">
              <a:defRPr sz="2025" b="1">
                <a:solidFill>
                  <a:srgbClr val="075C64"/>
                </a:solidFill>
              </a:defRPr>
            </a:lvl8pPr>
            <a:lvl9pPr algn="ctr">
              <a:defRPr sz="2025" b="1">
                <a:solidFill>
                  <a:srgbClr val="075C64"/>
                </a:solidFill>
              </a:defRPr>
            </a:lvl9pPr>
          </a:lstStyle>
          <a:p xmlns:a="http://schemas.openxmlformats.org/drawingml/2006/main">
            <a:pPr algn="ctr">
              <a:buNone/>
              <a:defRPr sz="2025" b="1">
                <a:solidFill>
                  <a:srgbClr val="075C64"/>
                </a:solidFill>
              </a:defRPr>
            </a:pPr>
            <a:r>
              <a:rPr sz="2025" b="1">
                <a:solidFill>
                  <a:srgbClr val="075C64"/>
                </a:solidFill>
              </a:rPr>
              <a:t>Backend / API</a:t>
            </a:r>
          </a:p>
        </p:txBody>
      </p:sp>
      <p:sp>
        <p:nvSpPr>
          <p:cNvPr id="45" name="text-128">
            <a:extLst xmlns:a="http://schemas.openxmlformats.org/drawingml/2006/main">
              <a:ext uri="{FF2B5EF4-FFF2-40B4-BE49-F238E27FC236}">
                <a16:creationId xmlns:a16="http://schemas.microsoft.com/office/drawing/2014/main" id="{5623E6BE-2818-4DDF-9D5F-69CE5FFBEFEF}"/>
              </a:ext>
            </a:extLst>
          </p:cNvPr>
          <p:cNvSpPr>
            <a:spLocks xmlns:a="http://schemas.openxmlformats.org/drawingml/2006/main" noGrp="1"/>
          </p:cNvSpPr>
          <p:nvPr/>
        </p:nvSpPr>
        <p:spPr>
          <a:xfrm xmlns:a="http://schemas.openxmlformats.org/drawingml/2006/main">
            <a:off x="14163675" y="3295650"/>
            <a:ext cx="28003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575" b="0">
                <a:solidFill>
                  <a:srgbClr val="557080"/>
                </a:solidFill>
              </a:defRPr>
            </a:defPPr>
            <a:lvl1pPr algn="ctr">
              <a:defRPr sz="1575" b="0">
                <a:solidFill>
                  <a:srgbClr val="557080"/>
                </a:solidFill>
              </a:defRPr>
            </a:lvl1pPr>
            <a:lvl2pPr algn="ctr">
              <a:defRPr sz="1575" b="0">
                <a:solidFill>
                  <a:srgbClr val="557080"/>
                </a:solidFill>
              </a:defRPr>
            </a:lvl2pPr>
            <a:lvl3pPr algn="ctr">
              <a:defRPr sz="1575" b="0">
                <a:solidFill>
                  <a:srgbClr val="557080"/>
                </a:solidFill>
              </a:defRPr>
            </a:lvl3pPr>
            <a:lvl4pPr algn="ctr">
              <a:defRPr sz="1575" b="0">
                <a:solidFill>
                  <a:srgbClr val="557080"/>
                </a:solidFill>
              </a:defRPr>
            </a:lvl4pPr>
            <a:lvl5pPr algn="ctr">
              <a:defRPr sz="1575" b="0">
                <a:solidFill>
                  <a:srgbClr val="557080"/>
                </a:solidFill>
              </a:defRPr>
            </a:lvl5pPr>
            <a:lvl6pPr algn="ctr">
              <a:defRPr sz="1575" b="0">
                <a:solidFill>
                  <a:srgbClr val="557080"/>
                </a:solidFill>
              </a:defRPr>
            </a:lvl6pPr>
            <a:lvl7pPr algn="ctr">
              <a:defRPr sz="1575" b="0">
                <a:solidFill>
                  <a:srgbClr val="557080"/>
                </a:solidFill>
              </a:defRPr>
            </a:lvl7pPr>
            <a:lvl8pPr algn="ctr">
              <a:defRPr sz="1575" b="0">
                <a:solidFill>
                  <a:srgbClr val="557080"/>
                </a:solidFill>
              </a:defRPr>
            </a:lvl8pPr>
            <a:lvl9pPr algn="ctr">
              <a:defRPr sz="1575" b="0">
                <a:solidFill>
                  <a:srgbClr val="557080"/>
                </a:solidFill>
              </a:defRPr>
            </a:lvl9pPr>
          </a:lstStyle>
          <a:p xmlns:a="http://schemas.openxmlformats.org/drawingml/2006/main">
            <a:pPr algn="ctr">
              <a:buNone/>
              <a:defRPr sz="1575" b="0">
                <a:solidFill>
                  <a:srgbClr val="557080"/>
                </a:solidFill>
              </a:defRPr>
            </a:pPr>
            <a:r>
              <a:rPr sz="1575" b="0">
                <a:solidFill>
                  <a:srgbClr val="557080"/>
                </a:solidFill>
              </a:rPr>
              <a:t>Coordinates requests</a:t>
            </a:r>
          </a:p>
        </p:txBody>
      </p:sp>
      <p:sp>
        <p:nvSpPr>
          <p:cNvPr id="48" name="text-129">
            <a:extLst xmlns:a="http://schemas.openxmlformats.org/drawingml/2006/main">
              <a:ext uri="{FF2B5EF4-FFF2-40B4-BE49-F238E27FC236}">
                <a16:creationId xmlns:a16="http://schemas.microsoft.com/office/drawing/2014/main" id="{91A6FEED-2546-4F3D-B096-A4494FE89DFD}"/>
              </a:ext>
            </a:extLst>
          </p:cNvPr>
          <p:cNvSpPr>
            <a:spLocks xmlns:a="http://schemas.openxmlformats.org/drawingml/2006/main" noGrp="1"/>
          </p:cNvSpPr>
          <p:nvPr/>
        </p:nvSpPr>
        <p:spPr>
          <a:xfrm xmlns:a="http://schemas.openxmlformats.org/drawingml/2006/main">
            <a:off x="6372225" y="4019550"/>
            <a:ext cx="65246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575" b="0">
                <a:solidFill>
                  <a:srgbClr val="557080"/>
                </a:solidFill>
              </a:defRPr>
            </a:defPPr>
            <a:lvl1pPr algn="l">
              <a:defRPr sz="1575" b="0">
                <a:solidFill>
                  <a:srgbClr val="557080"/>
                </a:solidFill>
              </a:defRPr>
            </a:lvl1pPr>
            <a:lvl2pPr algn="l">
              <a:defRPr sz="1575" b="0">
                <a:solidFill>
                  <a:srgbClr val="557080"/>
                </a:solidFill>
              </a:defRPr>
            </a:lvl2pPr>
            <a:lvl3pPr algn="l">
              <a:defRPr sz="1575" b="0">
                <a:solidFill>
                  <a:srgbClr val="557080"/>
                </a:solidFill>
              </a:defRPr>
            </a:lvl3pPr>
            <a:lvl4pPr algn="l">
              <a:defRPr sz="1575" b="0">
                <a:solidFill>
                  <a:srgbClr val="557080"/>
                </a:solidFill>
              </a:defRPr>
            </a:lvl4pPr>
            <a:lvl5pPr algn="l">
              <a:defRPr sz="1575" b="0">
                <a:solidFill>
                  <a:srgbClr val="557080"/>
                </a:solidFill>
              </a:defRPr>
            </a:lvl5pPr>
            <a:lvl6pPr algn="l">
              <a:defRPr sz="1575" b="0">
                <a:solidFill>
                  <a:srgbClr val="557080"/>
                </a:solidFill>
              </a:defRPr>
            </a:lvl6pPr>
            <a:lvl7pPr algn="l">
              <a:defRPr sz="1575" b="0">
                <a:solidFill>
                  <a:srgbClr val="557080"/>
                </a:solidFill>
              </a:defRPr>
            </a:lvl7pPr>
            <a:lvl8pPr algn="l">
              <a:defRPr sz="1575" b="0">
                <a:solidFill>
                  <a:srgbClr val="557080"/>
                </a:solidFill>
              </a:defRPr>
            </a:lvl8pPr>
            <a:lvl9pPr algn="l">
              <a:defRPr sz="1575" b="0">
                <a:solidFill>
                  <a:srgbClr val="557080"/>
                </a:solidFill>
              </a:defRPr>
            </a:lvl9pPr>
          </a:lstStyle>
          <a:p xmlns:a="http://schemas.openxmlformats.org/drawingml/2006/main">
            <a:pPr algn="l">
              <a:buNone/>
              <a:defRPr sz="1575" b="0">
                <a:solidFill>
                  <a:srgbClr val="557080"/>
                </a:solidFill>
              </a:defRPr>
            </a:pPr>
            <a:r>
              <a:rPr sz="1575" b="0">
                <a:solidFill>
                  <a:srgbClr val="557080"/>
                </a:solidFill>
              </a:rPr>
              <a:t>Study material processing</a:t>
            </a:r>
          </a:p>
        </p:txBody>
      </p:sp>
      <p:sp>
        <p:nvSpPr>
          <p:cNvPr id="49" name="panel-130">
            <a:extLst xmlns:a="http://schemas.openxmlformats.org/drawingml/2006/main">
              <a:ext uri="{FF2B5EF4-FFF2-40B4-BE49-F238E27FC236}">
                <a16:creationId xmlns:a16="http://schemas.microsoft.com/office/drawing/2014/main" id="{B5A8A2C6-09B6-441A-B7BC-3BABD9D25046}"/>
              </a:ext>
            </a:extLst>
          </p:cNvPr>
          <p:cNvSpPr>
            <a:spLocks xmlns:a="http://schemas.openxmlformats.org/drawingml/2006/main" noGrp="1"/>
          </p:cNvSpPr>
          <p:nvPr/>
        </p:nvSpPr>
        <p:spPr>
          <a:xfrm xmlns:a="http://schemas.openxmlformats.org/drawingml/2006/main">
            <a:off x="6372225" y="4524375"/>
            <a:ext cx="2809875" cy="1076325"/>
          </a:xfrm>
          <a:prstGeom xmlns:a="http://schemas.openxmlformats.org/drawingml/2006/main" prst="roundRect">
            <a:avLst>
              <a:gd name="adj" fmla="val 8850"/>
            </a:avLst>
          </a:prstGeom>
          <a:solidFill xmlns:a="http://schemas.openxmlformats.org/drawingml/2006/main">
            <a:srgbClr val="FFFFFF"/>
          </a:solidFill>
          <a:ln xmlns:a="http://schemas.openxmlformats.org/drawingml/2006/main" w="12383">
            <a:solidFill>
              <a:srgbClr val="C7E0E2"/>
            </a:solidFill>
          </a:ln>
        </p:spPr>
      </p:sp>
      <p:sp>
        <p:nvSpPr>
          <p:cNvPr id="50" name="text-131">
            <a:extLst xmlns:a="http://schemas.openxmlformats.org/drawingml/2006/main">
              <a:ext uri="{FF2B5EF4-FFF2-40B4-BE49-F238E27FC236}">
                <a16:creationId xmlns:a16="http://schemas.microsoft.com/office/drawing/2014/main" id="{3E7E537D-720F-4FC3-9ACF-FBE4154F3BD1}"/>
              </a:ext>
            </a:extLst>
          </p:cNvPr>
          <p:cNvSpPr>
            <a:spLocks xmlns:a="http://schemas.openxmlformats.org/drawingml/2006/main" noGrp="1"/>
          </p:cNvSpPr>
          <p:nvPr/>
        </p:nvSpPr>
        <p:spPr>
          <a:xfrm xmlns:a="http://schemas.openxmlformats.org/drawingml/2006/main">
            <a:off x="6562725" y="4667250"/>
            <a:ext cx="2428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2025" b="1">
                <a:solidFill>
                  <a:srgbClr val="075C64"/>
                </a:solidFill>
              </a:defRPr>
            </a:defPPr>
            <a:lvl1pPr algn="ctr">
              <a:defRPr sz="2025" b="1">
                <a:solidFill>
                  <a:srgbClr val="075C64"/>
                </a:solidFill>
              </a:defRPr>
            </a:lvl1pPr>
            <a:lvl2pPr algn="ctr">
              <a:defRPr sz="2025" b="1">
                <a:solidFill>
                  <a:srgbClr val="075C64"/>
                </a:solidFill>
              </a:defRPr>
            </a:lvl2pPr>
            <a:lvl3pPr algn="ctr">
              <a:defRPr sz="2025" b="1">
                <a:solidFill>
                  <a:srgbClr val="075C64"/>
                </a:solidFill>
              </a:defRPr>
            </a:lvl3pPr>
            <a:lvl4pPr algn="ctr">
              <a:defRPr sz="2025" b="1">
                <a:solidFill>
                  <a:srgbClr val="075C64"/>
                </a:solidFill>
              </a:defRPr>
            </a:lvl4pPr>
            <a:lvl5pPr algn="ctr">
              <a:defRPr sz="2025" b="1">
                <a:solidFill>
                  <a:srgbClr val="075C64"/>
                </a:solidFill>
              </a:defRPr>
            </a:lvl5pPr>
            <a:lvl6pPr algn="ctr">
              <a:defRPr sz="2025" b="1">
                <a:solidFill>
                  <a:srgbClr val="075C64"/>
                </a:solidFill>
              </a:defRPr>
            </a:lvl6pPr>
            <a:lvl7pPr algn="ctr">
              <a:defRPr sz="2025" b="1">
                <a:solidFill>
                  <a:srgbClr val="075C64"/>
                </a:solidFill>
              </a:defRPr>
            </a:lvl7pPr>
            <a:lvl8pPr algn="ctr">
              <a:defRPr sz="2025" b="1">
                <a:solidFill>
                  <a:srgbClr val="075C64"/>
                </a:solidFill>
              </a:defRPr>
            </a:lvl8pPr>
            <a:lvl9pPr algn="ctr">
              <a:defRPr sz="2025" b="1">
                <a:solidFill>
                  <a:srgbClr val="075C64"/>
                </a:solidFill>
              </a:defRPr>
            </a:lvl9pPr>
          </a:lstStyle>
          <a:p xmlns:a="http://schemas.openxmlformats.org/drawingml/2006/main">
            <a:pPr algn="ctr">
              <a:buNone/>
              <a:defRPr sz="2025" b="1">
                <a:solidFill>
                  <a:srgbClr val="075C64"/>
                </a:solidFill>
              </a:defRPr>
            </a:pPr>
            <a:r>
              <a:rPr sz="2025" b="1">
                <a:solidFill>
                  <a:srgbClr val="075C64"/>
                </a:solidFill>
              </a:rPr>
              <a:t>PDF / Notes</a:t>
            </a:r>
          </a:p>
        </p:txBody>
      </p:sp>
      <p:sp>
        <p:nvSpPr>
          <p:cNvPr id="51" name="text-132">
            <a:extLst xmlns:a="http://schemas.openxmlformats.org/drawingml/2006/main">
              <a:ext uri="{FF2B5EF4-FFF2-40B4-BE49-F238E27FC236}">
                <a16:creationId xmlns:a16="http://schemas.microsoft.com/office/drawing/2014/main" id="{F78B52C6-D4D6-4FBA-9459-A5EAB5DFC3C9}"/>
              </a:ext>
            </a:extLst>
          </p:cNvPr>
          <p:cNvSpPr>
            <a:spLocks xmlns:a="http://schemas.openxmlformats.org/drawingml/2006/main" noGrp="1"/>
          </p:cNvSpPr>
          <p:nvPr/>
        </p:nvSpPr>
        <p:spPr>
          <a:xfrm xmlns:a="http://schemas.openxmlformats.org/drawingml/2006/main">
            <a:off x="6562725" y="5086350"/>
            <a:ext cx="24288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575" b="0">
                <a:solidFill>
                  <a:srgbClr val="557080"/>
                </a:solidFill>
              </a:defRPr>
            </a:defPPr>
            <a:lvl1pPr algn="ctr">
              <a:defRPr sz="1575" b="0">
                <a:solidFill>
                  <a:srgbClr val="557080"/>
                </a:solidFill>
              </a:defRPr>
            </a:lvl1pPr>
            <a:lvl2pPr algn="ctr">
              <a:defRPr sz="1575" b="0">
                <a:solidFill>
                  <a:srgbClr val="557080"/>
                </a:solidFill>
              </a:defRPr>
            </a:lvl2pPr>
            <a:lvl3pPr algn="ctr">
              <a:defRPr sz="1575" b="0">
                <a:solidFill>
                  <a:srgbClr val="557080"/>
                </a:solidFill>
              </a:defRPr>
            </a:lvl3pPr>
            <a:lvl4pPr algn="ctr">
              <a:defRPr sz="1575" b="0">
                <a:solidFill>
                  <a:srgbClr val="557080"/>
                </a:solidFill>
              </a:defRPr>
            </a:lvl4pPr>
            <a:lvl5pPr algn="ctr">
              <a:defRPr sz="1575" b="0">
                <a:solidFill>
                  <a:srgbClr val="557080"/>
                </a:solidFill>
              </a:defRPr>
            </a:lvl5pPr>
            <a:lvl6pPr algn="ctr">
              <a:defRPr sz="1575" b="0">
                <a:solidFill>
                  <a:srgbClr val="557080"/>
                </a:solidFill>
              </a:defRPr>
            </a:lvl6pPr>
            <a:lvl7pPr algn="ctr">
              <a:defRPr sz="1575" b="0">
                <a:solidFill>
                  <a:srgbClr val="557080"/>
                </a:solidFill>
              </a:defRPr>
            </a:lvl7pPr>
            <a:lvl8pPr algn="ctr">
              <a:defRPr sz="1575" b="0">
                <a:solidFill>
                  <a:srgbClr val="557080"/>
                </a:solidFill>
              </a:defRPr>
            </a:lvl8pPr>
            <a:lvl9pPr algn="ctr">
              <a:defRPr sz="1575" b="0">
                <a:solidFill>
                  <a:srgbClr val="557080"/>
                </a:solidFill>
              </a:defRPr>
            </a:lvl9pPr>
          </a:lstStyle>
          <a:p xmlns:a="http://schemas.openxmlformats.org/drawingml/2006/main">
            <a:pPr algn="ctr">
              <a:buNone/>
              <a:defRPr sz="1575" b="0">
                <a:solidFill>
                  <a:srgbClr val="557080"/>
                </a:solidFill>
              </a:defRPr>
            </a:pPr>
            <a:r>
              <a:rPr sz="1575" b="0">
                <a:solidFill>
                  <a:srgbClr val="557080"/>
                </a:solidFill>
              </a:rPr>
              <a:t>Selected study material</a:t>
            </a:r>
          </a:p>
        </p:txBody>
      </p:sp>
      <p:sp>
        <p:nvSpPr>
          <p:cNvPr id="52" name="panel-133">
            <a:extLst xmlns:a="http://schemas.openxmlformats.org/drawingml/2006/main">
              <a:ext uri="{FF2B5EF4-FFF2-40B4-BE49-F238E27FC236}">
                <a16:creationId xmlns:a16="http://schemas.microsoft.com/office/drawing/2014/main" id="{4E323231-D17D-4415-80E1-340AC4C28C70}"/>
              </a:ext>
            </a:extLst>
          </p:cNvPr>
          <p:cNvSpPr>
            <a:spLocks xmlns:a="http://schemas.openxmlformats.org/drawingml/2006/main" noGrp="1"/>
          </p:cNvSpPr>
          <p:nvPr/>
        </p:nvSpPr>
        <p:spPr>
          <a:xfrm xmlns:a="http://schemas.openxmlformats.org/drawingml/2006/main">
            <a:off x="10172700" y="4524375"/>
            <a:ext cx="2809875" cy="1076325"/>
          </a:xfrm>
          <a:prstGeom xmlns:a="http://schemas.openxmlformats.org/drawingml/2006/main" prst="roundRect">
            <a:avLst>
              <a:gd name="adj" fmla="val 8850"/>
            </a:avLst>
          </a:prstGeom>
          <a:solidFill xmlns:a="http://schemas.openxmlformats.org/drawingml/2006/main">
            <a:srgbClr val="FFFFFF"/>
          </a:solidFill>
          <a:ln xmlns:a="http://schemas.openxmlformats.org/drawingml/2006/main" w="12383">
            <a:solidFill>
              <a:srgbClr val="C7E0E2"/>
            </a:solidFill>
          </a:ln>
        </p:spPr>
      </p:sp>
      <p:sp>
        <p:nvSpPr>
          <p:cNvPr id="53" name="text-134">
            <a:extLst xmlns:a="http://schemas.openxmlformats.org/drawingml/2006/main">
              <a:ext uri="{FF2B5EF4-FFF2-40B4-BE49-F238E27FC236}">
                <a16:creationId xmlns:a16="http://schemas.microsoft.com/office/drawing/2014/main" id="{98DBD660-2D9E-4F0F-AE98-F23C4D87B02C}"/>
              </a:ext>
            </a:extLst>
          </p:cNvPr>
          <p:cNvSpPr>
            <a:spLocks xmlns:a="http://schemas.openxmlformats.org/drawingml/2006/main" noGrp="1"/>
          </p:cNvSpPr>
          <p:nvPr/>
        </p:nvSpPr>
        <p:spPr>
          <a:xfrm xmlns:a="http://schemas.openxmlformats.org/drawingml/2006/main">
            <a:off x="10363200" y="4667250"/>
            <a:ext cx="2428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2025" b="1">
                <a:solidFill>
                  <a:srgbClr val="075C64"/>
                </a:solidFill>
              </a:defRPr>
            </a:defPPr>
            <a:lvl1pPr algn="ctr">
              <a:defRPr sz="2025" b="1">
                <a:solidFill>
                  <a:srgbClr val="075C64"/>
                </a:solidFill>
              </a:defRPr>
            </a:lvl1pPr>
            <a:lvl2pPr algn="ctr">
              <a:defRPr sz="2025" b="1">
                <a:solidFill>
                  <a:srgbClr val="075C64"/>
                </a:solidFill>
              </a:defRPr>
            </a:lvl2pPr>
            <a:lvl3pPr algn="ctr">
              <a:defRPr sz="2025" b="1">
                <a:solidFill>
                  <a:srgbClr val="075C64"/>
                </a:solidFill>
              </a:defRPr>
            </a:lvl3pPr>
            <a:lvl4pPr algn="ctr">
              <a:defRPr sz="2025" b="1">
                <a:solidFill>
                  <a:srgbClr val="075C64"/>
                </a:solidFill>
              </a:defRPr>
            </a:lvl4pPr>
            <a:lvl5pPr algn="ctr">
              <a:defRPr sz="2025" b="1">
                <a:solidFill>
                  <a:srgbClr val="075C64"/>
                </a:solidFill>
              </a:defRPr>
            </a:lvl5pPr>
            <a:lvl6pPr algn="ctr">
              <a:defRPr sz="2025" b="1">
                <a:solidFill>
                  <a:srgbClr val="075C64"/>
                </a:solidFill>
              </a:defRPr>
            </a:lvl6pPr>
            <a:lvl7pPr algn="ctr">
              <a:defRPr sz="2025" b="1">
                <a:solidFill>
                  <a:srgbClr val="075C64"/>
                </a:solidFill>
              </a:defRPr>
            </a:lvl7pPr>
            <a:lvl8pPr algn="ctr">
              <a:defRPr sz="2025" b="1">
                <a:solidFill>
                  <a:srgbClr val="075C64"/>
                </a:solidFill>
              </a:defRPr>
            </a:lvl8pPr>
            <a:lvl9pPr algn="ctr">
              <a:defRPr sz="2025" b="1">
                <a:solidFill>
                  <a:srgbClr val="075C64"/>
                </a:solidFill>
              </a:defRPr>
            </a:lvl9pPr>
          </a:lstStyle>
          <a:p xmlns:a="http://schemas.openxmlformats.org/drawingml/2006/main">
            <a:pPr algn="ctr">
              <a:buNone/>
              <a:defRPr sz="2025" b="1">
                <a:solidFill>
                  <a:srgbClr val="075C64"/>
                </a:solidFill>
              </a:defRPr>
            </a:pPr>
            <a:r>
              <a:rPr sz="2025" b="1">
                <a:solidFill>
                  <a:srgbClr val="075C64"/>
                </a:solidFill>
              </a:rPr>
              <a:t>Text extraction</a:t>
            </a:r>
          </a:p>
        </p:txBody>
      </p:sp>
      <p:sp>
        <p:nvSpPr>
          <p:cNvPr id="54" name="text-135">
            <a:extLst xmlns:a="http://schemas.openxmlformats.org/drawingml/2006/main">
              <a:ext uri="{FF2B5EF4-FFF2-40B4-BE49-F238E27FC236}">
                <a16:creationId xmlns:a16="http://schemas.microsoft.com/office/drawing/2014/main" id="{23BF33C3-02CF-4A95-B7EE-5C22714B1EEC}"/>
              </a:ext>
            </a:extLst>
          </p:cNvPr>
          <p:cNvSpPr>
            <a:spLocks xmlns:a="http://schemas.openxmlformats.org/drawingml/2006/main" noGrp="1"/>
          </p:cNvSpPr>
          <p:nvPr/>
        </p:nvSpPr>
        <p:spPr>
          <a:xfrm xmlns:a="http://schemas.openxmlformats.org/drawingml/2006/main">
            <a:off x="10363200" y="5086350"/>
            <a:ext cx="24288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575" b="0">
                <a:solidFill>
                  <a:srgbClr val="557080"/>
                </a:solidFill>
              </a:defRPr>
            </a:defPPr>
            <a:lvl1pPr algn="ctr">
              <a:defRPr sz="1575" b="0">
                <a:solidFill>
                  <a:srgbClr val="557080"/>
                </a:solidFill>
              </a:defRPr>
            </a:lvl1pPr>
            <a:lvl2pPr algn="ctr">
              <a:defRPr sz="1575" b="0">
                <a:solidFill>
                  <a:srgbClr val="557080"/>
                </a:solidFill>
              </a:defRPr>
            </a:lvl2pPr>
            <a:lvl3pPr algn="ctr">
              <a:defRPr sz="1575" b="0">
                <a:solidFill>
                  <a:srgbClr val="557080"/>
                </a:solidFill>
              </a:defRPr>
            </a:lvl3pPr>
            <a:lvl4pPr algn="ctr">
              <a:defRPr sz="1575" b="0">
                <a:solidFill>
                  <a:srgbClr val="557080"/>
                </a:solidFill>
              </a:defRPr>
            </a:lvl4pPr>
            <a:lvl5pPr algn="ctr">
              <a:defRPr sz="1575" b="0">
                <a:solidFill>
                  <a:srgbClr val="557080"/>
                </a:solidFill>
              </a:defRPr>
            </a:lvl5pPr>
            <a:lvl6pPr algn="ctr">
              <a:defRPr sz="1575" b="0">
                <a:solidFill>
                  <a:srgbClr val="557080"/>
                </a:solidFill>
              </a:defRPr>
            </a:lvl6pPr>
            <a:lvl7pPr algn="ctr">
              <a:defRPr sz="1575" b="0">
                <a:solidFill>
                  <a:srgbClr val="557080"/>
                </a:solidFill>
              </a:defRPr>
            </a:lvl7pPr>
            <a:lvl8pPr algn="ctr">
              <a:defRPr sz="1575" b="0">
                <a:solidFill>
                  <a:srgbClr val="557080"/>
                </a:solidFill>
              </a:defRPr>
            </a:lvl8pPr>
            <a:lvl9pPr algn="ctr">
              <a:defRPr sz="1575" b="0">
                <a:solidFill>
                  <a:srgbClr val="557080"/>
                </a:solidFill>
              </a:defRPr>
            </a:lvl9pPr>
          </a:lstStyle>
          <a:p xmlns:a="http://schemas.openxmlformats.org/drawingml/2006/main">
            <a:pPr algn="ctr">
              <a:buNone/>
              <a:defRPr sz="1575" b="0">
                <a:solidFill>
                  <a:srgbClr val="557080"/>
                </a:solidFill>
              </a:defRPr>
            </a:pPr>
            <a:r>
              <a:rPr sz="1575" b="0">
                <a:solidFill>
                  <a:srgbClr val="557080"/>
                </a:solidFill>
              </a:rPr>
              <a:t>PyMuPDF → usable text</a:t>
            </a:r>
          </a:p>
        </p:txBody>
      </p:sp>
      <p:sp>
        <p:nvSpPr>
          <p:cNvPr id="55" name="panel-136">
            <a:extLst xmlns:a="http://schemas.openxmlformats.org/drawingml/2006/main">
              <a:ext uri="{FF2B5EF4-FFF2-40B4-BE49-F238E27FC236}">
                <a16:creationId xmlns:a16="http://schemas.microsoft.com/office/drawing/2014/main" id="{43F916D5-6895-462B-9E07-788BC7786F09}"/>
              </a:ext>
            </a:extLst>
          </p:cNvPr>
          <p:cNvSpPr>
            <a:spLocks xmlns:a="http://schemas.openxmlformats.org/drawingml/2006/main" noGrp="1"/>
          </p:cNvSpPr>
          <p:nvPr/>
        </p:nvSpPr>
        <p:spPr>
          <a:xfrm xmlns:a="http://schemas.openxmlformats.org/drawingml/2006/main">
            <a:off x="13973175" y="4524375"/>
            <a:ext cx="3181350" cy="1076325"/>
          </a:xfrm>
          <a:prstGeom xmlns:a="http://schemas.openxmlformats.org/drawingml/2006/main" prst="roundRect">
            <a:avLst>
              <a:gd name="adj" fmla="val 8850"/>
            </a:avLst>
          </a:prstGeom>
          <a:solidFill xmlns:a="http://schemas.openxmlformats.org/drawingml/2006/main">
            <a:srgbClr val="EAF5F6"/>
          </a:solidFill>
          <a:ln xmlns:a="http://schemas.openxmlformats.org/drawingml/2006/main" w="12383">
            <a:solidFill>
              <a:srgbClr val="C7E0E2"/>
            </a:solidFill>
          </a:ln>
        </p:spPr>
      </p:sp>
      <p:sp>
        <p:nvSpPr>
          <p:cNvPr id="56" name="text-137">
            <a:extLst xmlns:a="http://schemas.openxmlformats.org/drawingml/2006/main">
              <a:ext uri="{FF2B5EF4-FFF2-40B4-BE49-F238E27FC236}">
                <a16:creationId xmlns:a16="http://schemas.microsoft.com/office/drawing/2014/main" id="{8469751B-7D97-42B3-ABEA-5449740756DB}"/>
              </a:ext>
            </a:extLst>
          </p:cNvPr>
          <p:cNvSpPr>
            <a:spLocks xmlns:a="http://schemas.openxmlformats.org/drawingml/2006/main" noGrp="1"/>
          </p:cNvSpPr>
          <p:nvPr/>
        </p:nvSpPr>
        <p:spPr>
          <a:xfrm xmlns:a="http://schemas.openxmlformats.org/drawingml/2006/main">
            <a:off x="14163675" y="4667250"/>
            <a:ext cx="28003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2025" b="1">
                <a:solidFill>
                  <a:srgbClr val="075C64"/>
                </a:solidFill>
              </a:defRPr>
            </a:defPPr>
            <a:lvl1pPr algn="ctr">
              <a:defRPr sz="2025" b="1">
                <a:solidFill>
                  <a:srgbClr val="075C64"/>
                </a:solidFill>
              </a:defRPr>
            </a:lvl1pPr>
            <a:lvl2pPr algn="ctr">
              <a:defRPr sz="2025" b="1">
                <a:solidFill>
                  <a:srgbClr val="075C64"/>
                </a:solidFill>
              </a:defRPr>
            </a:lvl2pPr>
            <a:lvl3pPr algn="ctr">
              <a:defRPr sz="2025" b="1">
                <a:solidFill>
                  <a:srgbClr val="075C64"/>
                </a:solidFill>
              </a:defRPr>
            </a:lvl3pPr>
            <a:lvl4pPr algn="ctr">
              <a:defRPr sz="2025" b="1">
                <a:solidFill>
                  <a:srgbClr val="075C64"/>
                </a:solidFill>
              </a:defRPr>
            </a:lvl4pPr>
            <a:lvl5pPr algn="ctr">
              <a:defRPr sz="2025" b="1">
                <a:solidFill>
                  <a:srgbClr val="075C64"/>
                </a:solidFill>
              </a:defRPr>
            </a:lvl5pPr>
            <a:lvl6pPr algn="ctr">
              <a:defRPr sz="2025" b="1">
                <a:solidFill>
                  <a:srgbClr val="075C64"/>
                </a:solidFill>
              </a:defRPr>
            </a:lvl6pPr>
            <a:lvl7pPr algn="ctr">
              <a:defRPr sz="2025" b="1">
                <a:solidFill>
                  <a:srgbClr val="075C64"/>
                </a:solidFill>
              </a:defRPr>
            </a:lvl7pPr>
            <a:lvl8pPr algn="ctr">
              <a:defRPr sz="2025" b="1">
                <a:solidFill>
                  <a:srgbClr val="075C64"/>
                </a:solidFill>
              </a:defRPr>
            </a:lvl8pPr>
            <a:lvl9pPr algn="ctr">
              <a:defRPr sz="2025" b="1">
                <a:solidFill>
                  <a:srgbClr val="075C64"/>
                </a:solidFill>
              </a:defRPr>
            </a:lvl9pPr>
          </a:lstStyle>
          <a:p xmlns:a="http://schemas.openxmlformats.org/drawingml/2006/main">
            <a:pPr algn="ctr">
              <a:buNone/>
              <a:defRPr sz="2025" b="1">
                <a:solidFill>
                  <a:srgbClr val="075C64"/>
                </a:solidFill>
              </a:defRPr>
            </a:pPr>
            <a:r>
              <a:rPr sz="2025" b="1">
                <a:solidFill>
                  <a:srgbClr val="075C64"/>
                </a:solidFill>
              </a:rPr>
              <a:t>Document context</a:t>
            </a:r>
          </a:p>
        </p:txBody>
      </p:sp>
      <p:sp>
        <p:nvSpPr>
          <p:cNvPr id="57" name="text-138">
            <a:extLst xmlns:a="http://schemas.openxmlformats.org/drawingml/2006/main">
              <a:ext uri="{FF2B5EF4-FFF2-40B4-BE49-F238E27FC236}">
                <a16:creationId xmlns:a16="http://schemas.microsoft.com/office/drawing/2014/main" id="{07A78C45-F58C-49FE-9B36-14BADBE07FEF}"/>
              </a:ext>
            </a:extLst>
          </p:cNvPr>
          <p:cNvSpPr>
            <a:spLocks xmlns:a="http://schemas.openxmlformats.org/drawingml/2006/main" noGrp="1"/>
          </p:cNvSpPr>
          <p:nvPr/>
        </p:nvSpPr>
        <p:spPr>
          <a:xfrm xmlns:a="http://schemas.openxmlformats.org/drawingml/2006/main">
            <a:off x="14163675" y="5086350"/>
            <a:ext cx="28003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575" b="0">
                <a:solidFill>
                  <a:srgbClr val="557080"/>
                </a:solidFill>
              </a:defRPr>
            </a:defPPr>
            <a:lvl1pPr algn="ctr">
              <a:defRPr sz="1575" b="0">
                <a:solidFill>
                  <a:srgbClr val="557080"/>
                </a:solidFill>
              </a:defRPr>
            </a:lvl1pPr>
            <a:lvl2pPr algn="ctr">
              <a:defRPr sz="1575" b="0">
                <a:solidFill>
                  <a:srgbClr val="557080"/>
                </a:solidFill>
              </a:defRPr>
            </a:lvl2pPr>
            <a:lvl3pPr algn="ctr">
              <a:defRPr sz="1575" b="0">
                <a:solidFill>
                  <a:srgbClr val="557080"/>
                </a:solidFill>
              </a:defRPr>
            </a:lvl3pPr>
            <a:lvl4pPr algn="ctr">
              <a:defRPr sz="1575" b="0">
                <a:solidFill>
                  <a:srgbClr val="557080"/>
                </a:solidFill>
              </a:defRPr>
            </a:lvl4pPr>
            <a:lvl5pPr algn="ctr">
              <a:defRPr sz="1575" b="0">
                <a:solidFill>
                  <a:srgbClr val="557080"/>
                </a:solidFill>
              </a:defRPr>
            </a:lvl5pPr>
            <a:lvl6pPr algn="ctr">
              <a:defRPr sz="1575" b="0">
                <a:solidFill>
                  <a:srgbClr val="557080"/>
                </a:solidFill>
              </a:defRPr>
            </a:lvl6pPr>
            <a:lvl7pPr algn="ctr">
              <a:defRPr sz="1575" b="0">
                <a:solidFill>
                  <a:srgbClr val="557080"/>
                </a:solidFill>
              </a:defRPr>
            </a:lvl7pPr>
            <a:lvl8pPr algn="ctr">
              <a:defRPr sz="1575" b="0">
                <a:solidFill>
                  <a:srgbClr val="557080"/>
                </a:solidFill>
              </a:defRPr>
            </a:lvl8pPr>
            <a:lvl9pPr algn="ctr">
              <a:defRPr sz="1575" b="0">
                <a:solidFill>
                  <a:srgbClr val="557080"/>
                </a:solidFill>
              </a:defRPr>
            </a:lvl9pPr>
          </a:lstStyle>
          <a:p xmlns:a="http://schemas.openxmlformats.org/drawingml/2006/main">
            <a:pPr algn="ctr">
              <a:buNone/>
              <a:defRPr sz="1575" b="0">
                <a:solidFill>
                  <a:srgbClr val="557080"/>
                </a:solidFill>
              </a:defRPr>
            </a:pPr>
            <a:r>
              <a:rPr sz="1575" b="0">
                <a:solidFill>
                  <a:srgbClr val="557080"/>
                </a:solidFill>
              </a:rPr>
              <a:t>Combined with user query</a:t>
            </a:r>
          </a:p>
        </p:txBody>
      </p:sp>
      <p:sp>
        <p:nvSpPr>
          <p:cNvPr id="61" name="panel-139">
            <a:extLst xmlns:a="http://schemas.openxmlformats.org/drawingml/2006/main">
              <a:ext uri="{FF2B5EF4-FFF2-40B4-BE49-F238E27FC236}">
                <a16:creationId xmlns:a16="http://schemas.microsoft.com/office/drawing/2014/main" id="{1030883E-2151-47F4-B85B-EE4F021F26FB}"/>
              </a:ext>
            </a:extLst>
          </p:cNvPr>
          <p:cNvSpPr>
            <a:spLocks xmlns:a="http://schemas.openxmlformats.org/drawingml/2006/main" noGrp="1"/>
          </p:cNvSpPr>
          <p:nvPr/>
        </p:nvSpPr>
        <p:spPr>
          <a:xfrm xmlns:a="http://schemas.openxmlformats.org/drawingml/2006/main">
            <a:off x="13973175" y="6248400"/>
            <a:ext cx="3181350" cy="1076325"/>
          </a:xfrm>
          <a:prstGeom xmlns:a="http://schemas.openxmlformats.org/drawingml/2006/main" prst="roundRect">
            <a:avLst>
              <a:gd name="adj" fmla="val 8850"/>
            </a:avLst>
          </a:prstGeom>
          <a:solidFill xmlns:a="http://schemas.openxmlformats.org/drawingml/2006/main">
            <a:srgbClr val="EAF5F6"/>
          </a:solidFill>
          <a:ln xmlns:a="http://schemas.openxmlformats.org/drawingml/2006/main" w="12383">
            <a:solidFill>
              <a:srgbClr val="C7E0E2"/>
            </a:solidFill>
          </a:ln>
        </p:spPr>
      </p:sp>
      <p:sp>
        <p:nvSpPr>
          <p:cNvPr id="62" name="text-140">
            <a:extLst xmlns:a="http://schemas.openxmlformats.org/drawingml/2006/main">
              <a:ext uri="{FF2B5EF4-FFF2-40B4-BE49-F238E27FC236}">
                <a16:creationId xmlns:a16="http://schemas.microsoft.com/office/drawing/2014/main" id="{2725C843-882A-454D-BE7B-A08D2ACF89F0}"/>
              </a:ext>
            </a:extLst>
          </p:cNvPr>
          <p:cNvSpPr>
            <a:spLocks xmlns:a="http://schemas.openxmlformats.org/drawingml/2006/main" noGrp="1"/>
          </p:cNvSpPr>
          <p:nvPr/>
        </p:nvSpPr>
        <p:spPr>
          <a:xfrm xmlns:a="http://schemas.openxmlformats.org/drawingml/2006/main">
            <a:off x="14163675" y="6391275"/>
            <a:ext cx="28003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2025" b="1">
                <a:solidFill>
                  <a:srgbClr val="075C64"/>
                </a:solidFill>
              </a:defRPr>
            </a:defPPr>
            <a:lvl1pPr algn="ctr">
              <a:defRPr sz="2025" b="1">
                <a:solidFill>
                  <a:srgbClr val="075C64"/>
                </a:solidFill>
              </a:defRPr>
            </a:lvl1pPr>
            <a:lvl2pPr algn="ctr">
              <a:defRPr sz="2025" b="1">
                <a:solidFill>
                  <a:srgbClr val="075C64"/>
                </a:solidFill>
              </a:defRPr>
            </a:lvl2pPr>
            <a:lvl3pPr algn="ctr">
              <a:defRPr sz="2025" b="1">
                <a:solidFill>
                  <a:srgbClr val="075C64"/>
                </a:solidFill>
              </a:defRPr>
            </a:lvl3pPr>
            <a:lvl4pPr algn="ctr">
              <a:defRPr sz="2025" b="1">
                <a:solidFill>
                  <a:srgbClr val="075C64"/>
                </a:solidFill>
              </a:defRPr>
            </a:lvl4pPr>
            <a:lvl5pPr algn="ctr">
              <a:defRPr sz="2025" b="1">
                <a:solidFill>
                  <a:srgbClr val="075C64"/>
                </a:solidFill>
              </a:defRPr>
            </a:lvl5pPr>
            <a:lvl6pPr algn="ctr">
              <a:defRPr sz="2025" b="1">
                <a:solidFill>
                  <a:srgbClr val="075C64"/>
                </a:solidFill>
              </a:defRPr>
            </a:lvl6pPr>
            <a:lvl7pPr algn="ctr">
              <a:defRPr sz="2025" b="1">
                <a:solidFill>
                  <a:srgbClr val="075C64"/>
                </a:solidFill>
              </a:defRPr>
            </a:lvl7pPr>
            <a:lvl8pPr algn="ctr">
              <a:defRPr sz="2025" b="1">
                <a:solidFill>
                  <a:srgbClr val="075C64"/>
                </a:solidFill>
              </a:defRPr>
            </a:lvl8pPr>
            <a:lvl9pPr algn="ctr">
              <a:defRPr sz="2025" b="1">
                <a:solidFill>
                  <a:srgbClr val="075C64"/>
                </a:solidFill>
              </a:defRPr>
            </a:lvl9pPr>
          </a:lstStyle>
          <a:p xmlns:a="http://schemas.openxmlformats.org/drawingml/2006/main">
            <a:pPr algn="ctr">
              <a:buNone/>
              <a:defRPr sz="2025" b="1">
                <a:solidFill>
                  <a:srgbClr val="075C64"/>
                </a:solidFill>
              </a:defRPr>
            </a:pPr>
            <a:r>
              <a:rPr sz="2025" b="1">
                <a:solidFill>
                  <a:srgbClr val="075C64"/>
                </a:solidFill>
              </a:rPr>
              <a:t>AI / LLM Processing</a:t>
            </a:r>
          </a:p>
        </p:txBody>
      </p:sp>
      <p:sp>
        <p:nvSpPr>
          <p:cNvPr id="63" name="text-141">
            <a:extLst xmlns:a="http://schemas.openxmlformats.org/drawingml/2006/main">
              <a:ext uri="{FF2B5EF4-FFF2-40B4-BE49-F238E27FC236}">
                <a16:creationId xmlns:a16="http://schemas.microsoft.com/office/drawing/2014/main" id="{31AE2971-D306-4B09-8C72-000587367C10}"/>
              </a:ext>
            </a:extLst>
          </p:cNvPr>
          <p:cNvSpPr>
            <a:spLocks xmlns:a="http://schemas.openxmlformats.org/drawingml/2006/main" noGrp="1"/>
          </p:cNvSpPr>
          <p:nvPr/>
        </p:nvSpPr>
        <p:spPr>
          <a:xfrm xmlns:a="http://schemas.openxmlformats.org/drawingml/2006/main">
            <a:off x="14163675" y="6810375"/>
            <a:ext cx="28003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575" b="0">
                <a:solidFill>
                  <a:srgbClr val="557080"/>
                </a:solidFill>
              </a:defRPr>
            </a:defPPr>
            <a:lvl1pPr algn="ctr">
              <a:defRPr sz="1575" b="0">
                <a:solidFill>
                  <a:srgbClr val="557080"/>
                </a:solidFill>
              </a:defRPr>
            </a:lvl1pPr>
            <a:lvl2pPr algn="ctr">
              <a:defRPr sz="1575" b="0">
                <a:solidFill>
                  <a:srgbClr val="557080"/>
                </a:solidFill>
              </a:defRPr>
            </a:lvl2pPr>
            <a:lvl3pPr algn="ctr">
              <a:defRPr sz="1575" b="0">
                <a:solidFill>
                  <a:srgbClr val="557080"/>
                </a:solidFill>
              </a:defRPr>
            </a:lvl3pPr>
            <a:lvl4pPr algn="ctr">
              <a:defRPr sz="1575" b="0">
                <a:solidFill>
                  <a:srgbClr val="557080"/>
                </a:solidFill>
              </a:defRPr>
            </a:lvl4pPr>
            <a:lvl5pPr algn="ctr">
              <a:defRPr sz="1575" b="0">
                <a:solidFill>
                  <a:srgbClr val="557080"/>
                </a:solidFill>
              </a:defRPr>
            </a:lvl5pPr>
            <a:lvl6pPr algn="ctr">
              <a:defRPr sz="1575" b="0">
                <a:solidFill>
                  <a:srgbClr val="557080"/>
                </a:solidFill>
              </a:defRPr>
            </a:lvl6pPr>
            <a:lvl7pPr algn="ctr">
              <a:defRPr sz="1575" b="0">
                <a:solidFill>
                  <a:srgbClr val="557080"/>
                </a:solidFill>
              </a:defRPr>
            </a:lvl7pPr>
            <a:lvl8pPr algn="ctr">
              <a:defRPr sz="1575" b="0">
                <a:solidFill>
                  <a:srgbClr val="557080"/>
                </a:solidFill>
              </a:defRPr>
            </a:lvl8pPr>
            <a:lvl9pPr algn="ctr">
              <a:defRPr sz="1575" b="0">
                <a:solidFill>
                  <a:srgbClr val="557080"/>
                </a:solidFill>
              </a:defRPr>
            </a:lvl9pPr>
          </a:lstStyle>
          <a:p xmlns:a="http://schemas.openxmlformats.org/drawingml/2006/main">
            <a:pPr algn="ctr">
              <a:buNone/>
              <a:defRPr sz="1575" b="0">
                <a:solidFill>
                  <a:srgbClr val="557080"/>
                </a:solidFill>
              </a:defRPr>
            </a:pPr>
            <a:r>
              <a:rPr sz="1575" b="0">
                <a:solidFill>
                  <a:srgbClr val="557080"/>
                </a:solidFill>
              </a:rPr>
              <a:t>Generate a contextual output</a:t>
            </a:r>
          </a:p>
        </p:txBody>
      </p:sp>
      <p:sp>
        <p:nvSpPr>
          <p:cNvPr id="65" name="panel-142">
            <a:extLst xmlns:a="http://schemas.openxmlformats.org/drawingml/2006/main">
              <a:ext uri="{FF2B5EF4-FFF2-40B4-BE49-F238E27FC236}">
                <a16:creationId xmlns:a16="http://schemas.microsoft.com/office/drawing/2014/main" id="{54E4C0A6-B7B5-47D8-89FE-2C502A023272}"/>
              </a:ext>
            </a:extLst>
          </p:cNvPr>
          <p:cNvSpPr>
            <a:spLocks xmlns:a="http://schemas.openxmlformats.org/drawingml/2006/main" noGrp="1"/>
          </p:cNvSpPr>
          <p:nvPr/>
        </p:nvSpPr>
        <p:spPr>
          <a:xfrm xmlns:a="http://schemas.openxmlformats.org/drawingml/2006/main">
            <a:off x="10172700" y="6248400"/>
            <a:ext cx="2809875" cy="1076325"/>
          </a:xfrm>
          <a:prstGeom xmlns:a="http://schemas.openxmlformats.org/drawingml/2006/main" prst="roundRect">
            <a:avLst>
              <a:gd name="adj" fmla="val 8850"/>
            </a:avLst>
          </a:prstGeom>
          <a:solidFill xmlns:a="http://schemas.openxmlformats.org/drawingml/2006/main">
            <a:srgbClr val="FFFFFF"/>
          </a:solidFill>
          <a:ln xmlns:a="http://schemas.openxmlformats.org/drawingml/2006/main" w="12383">
            <a:solidFill>
              <a:srgbClr val="C7E0E2"/>
            </a:solidFill>
          </a:ln>
        </p:spPr>
      </p:sp>
      <p:sp>
        <p:nvSpPr>
          <p:cNvPr id="66" name="text-143">
            <a:extLst xmlns:a="http://schemas.openxmlformats.org/drawingml/2006/main">
              <a:ext uri="{FF2B5EF4-FFF2-40B4-BE49-F238E27FC236}">
                <a16:creationId xmlns:a16="http://schemas.microsoft.com/office/drawing/2014/main" id="{A6F286C2-9916-4688-894F-17B61482DBF1}"/>
              </a:ext>
            </a:extLst>
          </p:cNvPr>
          <p:cNvSpPr>
            <a:spLocks xmlns:a="http://schemas.openxmlformats.org/drawingml/2006/main" noGrp="1"/>
          </p:cNvSpPr>
          <p:nvPr/>
        </p:nvSpPr>
        <p:spPr>
          <a:xfrm xmlns:a="http://schemas.openxmlformats.org/drawingml/2006/main">
            <a:off x="10363200" y="6391275"/>
            <a:ext cx="2428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2025" b="1">
                <a:solidFill>
                  <a:srgbClr val="075C64"/>
                </a:solidFill>
              </a:defRPr>
            </a:defPPr>
            <a:lvl1pPr algn="ctr">
              <a:defRPr sz="2025" b="1">
                <a:solidFill>
                  <a:srgbClr val="075C64"/>
                </a:solidFill>
              </a:defRPr>
            </a:lvl1pPr>
            <a:lvl2pPr algn="ctr">
              <a:defRPr sz="2025" b="1">
                <a:solidFill>
                  <a:srgbClr val="075C64"/>
                </a:solidFill>
              </a:defRPr>
            </a:lvl2pPr>
            <a:lvl3pPr algn="ctr">
              <a:defRPr sz="2025" b="1">
                <a:solidFill>
                  <a:srgbClr val="075C64"/>
                </a:solidFill>
              </a:defRPr>
            </a:lvl3pPr>
            <a:lvl4pPr algn="ctr">
              <a:defRPr sz="2025" b="1">
                <a:solidFill>
                  <a:srgbClr val="075C64"/>
                </a:solidFill>
              </a:defRPr>
            </a:lvl4pPr>
            <a:lvl5pPr algn="ctr">
              <a:defRPr sz="2025" b="1">
                <a:solidFill>
                  <a:srgbClr val="075C64"/>
                </a:solidFill>
              </a:defRPr>
            </a:lvl5pPr>
            <a:lvl6pPr algn="ctr">
              <a:defRPr sz="2025" b="1">
                <a:solidFill>
                  <a:srgbClr val="075C64"/>
                </a:solidFill>
              </a:defRPr>
            </a:lvl6pPr>
            <a:lvl7pPr algn="ctr">
              <a:defRPr sz="2025" b="1">
                <a:solidFill>
                  <a:srgbClr val="075C64"/>
                </a:solidFill>
              </a:defRPr>
            </a:lvl7pPr>
            <a:lvl8pPr algn="ctr">
              <a:defRPr sz="2025" b="1">
                <a:solidFill>
                  <a:srgbClr val="075C64"/>
                </a:solidFill>
              </a:defRPr>
            </a:lvl8pPr>
            <a:lvl9pPr algn="ctr">
              <a:defRPr sz="2025" b="1">
                <a:solidFill>
                  <a:srgbClr val="075C64"/>
                </a:solidFill>
              </a:defRPr>
            </a:lvl9pPr>
          </a:lstStyle>
          <a:p xmlns:a="http://schemas.openxmlformats.org/drawingml/2006/main">
            <a:pPr algn="ctr">
              <a:buNone/>
              <a:defRPr sz="2025" b="1">
                <a:solidFill>
                  <a:srgbClr val="075C64"/>
                </a:solidFill>
              </a:defRPr>
            </a:pPr>
            <a:r>
              <a:rPr sz="2025" b="1">
                <a:solidFill>
                  <a:srgbClr val="075C64"/>
                </a:solidFill>
              </a:rPr>
              <a:t>Q&amp;A / Explanation</a:t>
            </a:r>
          </a:p>
        </p:txBody>
      </p:sp>
      <p:sp>
        <p:nvSpPr>
          <p:cNvPr id="67" name="text-144">
            <a:extLst xmlns:a="http://schemas.openxmlformats.org/drawingml/2006/main">
              <a:ext uri="{FF2B5EF4-FFF2-40B4-BE49-F238E27FC236}">
                <a16:creationId xmlns:a16="http://schemas.microsoft.com/office/drawing/2014/main" id="{65C92543-992E-4AEC-9B7A-14BAF900D32B}"/>
              </a:ext>
            </a:extLst>
          </p:cNvPr>
          <p:cNvSpPr>
            <a:spLocks xmlns:a="http://schemas.openxmlformats.org/drawingml/2006/main" noGrp="1"/>
          </p:cNvSpPr>
          <p:nvPr/>
        </p:nvSpPr>
        <p:spPr>
          <a:xfrm xmlns:a="http://schemas.openxmlformats.org/drawingml/2006/main">
            <a:off x="10363200" y="6810375"/>
            <a:ext cx="24288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575" b="0">
                <a:solidFill>
                  <a:srgbClr val="557080"/>
                </a:solidFill>
              </a:defRPr>
            </a:defPPr>
            <a:lvl1pPr algn="ctr">
              <a:defRPr sz="1575" b="0">
                <a:solidFill>
                  <a:srgbClr val="557080"/>
                </a:solidFill>
              </a:defRPr>
            </a:lvl1pPr>
            <a:lvl2pPr algn="ctr">
              <a:defRPr sz="1575" b="0">
                <a:solidFill>
                  <a:srgbClr val="557080"/>
                </a:solidFill>
              </a:defRPr>
            </a:lvl2pPr>
            <a:lvl3pPr algn="ctr">
              <a:defRPr sz="1575" b="0">
                <a:solidFill>
                  <a:srgbClr val="557080"/>
                </a:solidFill>
              </a:defRPr>
            </a:lvl3pPr>
            <a:lvl4pPr algn="ctr">
              <a:defRPr sz="1575" b="0">
                <a:solidFill>
                  <a:srgbClr val="557080"/>
                </a:solidFill>
              </a:defRPr>
            </a:lvl4pPr>
            <a:lvl5pPr algn="ctr">
              <a:defRPr sz="1575" b="0">
                <a:solidFill>
                  <a:srgbClr val="557080"/>
                </a:solidFill>
              </a:defRPr>
            </a:lvl5pPr>
            <a:lvl6pPr algn="ctr">
              <a:defRPr sz="1575" b="0">
                <a:solidFill>
                  <a:srgbClr val="557080"/>
                </a:solidFill>
              </a:defRPr>
            </a:lvl6pPr>
            <a:lvl7pPr algn="ctr">
              <a:defRPr sz="1575" b="0">
                <a:solidFill>
                  <a:srgbClr val="557080"/>
                </a:solidFill>
              </a:defRPr>
            </a:lvl7pPr>
            <a:lvl8pPr algn="ctr">
              <a:defRPr sz="1575" b="0">
                <a:solidFill>
                  <a:srgbClr val="557080"/>
                </a:solidFill>
              </a:defRPr>
            </a:lvl8pPr>
            <a:lvl9pPr algn="ctr">
              <a:defRPr sz="1575" b="0">
                <a:solidFill>
                  <a:srgbClr val="557080"/>
                </a:solidFill>
              </a:defRPr>
            </a:lvl9pPr>
          </a:lstStyle>
          <a:p xmlns:a="http://schemas.openxmlformats.org/drawingml/2006/main">
            <a:pPr algn="ctr">
              <a:buNone/>
              <a:defRPr sz="1575" b="0">
                <a:solidFill>
                  <a:srgbClr val="557080"/>
                </a:solidFill>
              </a:defRPr>
            </a:pPr>
            <a:r>
              <a:rPr sz="1575" b="0">
                <a:solidFill>
                  <a:srgbClr val="557080"/>
                </a:solidFill>
              </a:rPr>
              <a:t>OR quiz generation</a:t>
            </a:r>
          </a:p>
        </p:txBody>
      </p:sp>
      <p:sp>
        <p:nvSpPr>
          <p:cNvPr id="69" name="panel-145">
            <a:extLst xmlns:a="http://schemas.openxmlformats.org/drawingml/2006/main">
              <a:ext uri="{FF2B5EF4-FFF2-40B4-BE49-F238E27FC236}">
                <a16:creationId xmlns:a16="http://schemas.microsoft.com/office/drawing/2014/main" id="{06075E04-8595-4255-BD7D-993EA16AC971}"/>
              </a:ext>
            </a:extLst>
          </p:cNvPr>
          <p:cNvSpPr>
            <a:spLocks xmlns:a="http://schemas.openxmlformats.org/drawingml/2006/main" noGrp="1"/>
          </p:cNvSpPr>
          <p:nvPr/>
        </p:nvSpPr>
        <p:spPr>
          <a:xfrm xmlns:a="http://schemas.openxmlformats.org/drawingml/2006/main">
            <a:off x="10172700" y="7972425"/>
            <a:ext cx="2809875" cy="1076325"/>
          </a:xfrm>
          <a:prstGeom xmlns:a="http://schemas.openxmlformats.org/drawingml/2006/main" prst="roundRect">
            <a:avLst>
              <a:gd name="adj" fmla="val 8850"/>
            </a:avLst>
          </a:prstGeom>
          <a:solidFill xmlns:a="http://schemas.openxmlformats.org/drawingml/2006/main">
            <a:srgbClr val="FFFFFF"/>
          </a:solidFill>
          <a:ln xmlns:a="http://schemas.openxmlformats.org/drawingml/2006/main" w="12383">
            <a:solidFill>
              <a:srgbClr val="C7E0E2"/>
            </a:solidFill>
          </a:ln>
        </p:spPr>
      </p:sp>
      <p:sp>
        <p:nvSpPr>
          <p:cNvPr id="70" name="text-146">
            <a:extLst xmlns:a="http://schemas.openxmlformats.org/drawingml/2006/main">
              <a:ext uri="{FF2B5EF4-FFF2-40B4-BE49-F238E27FC236}">
                <a16:creationId xmlns:a16="http://schemas.microsoft.com/office/drawing/2014/main" id="{43A8920A-08F8-4F91-B6C3-BA5F3469FD92}"/>
              </a:ext>
            </a:extLst>
          </p:cNvPr>
          <p:cNvSpPr>
            <a:spLocks xmlns:a="http://schemas.openxmlformats.org/drawingml/2006/main" noGrp="1"/>
          </p:cNvSpPr>
          <p:nvPr/>
        </p:nvSpPr>
        <p:spPr>
          <a:xfrm xmlns:a="http://schemas.openxmlformats.org/drawingml/2006/main">
            <a:off x="10363200" y="8115300"/>
            <a:ext cx="2428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2025" b="1">
                <a:solidFill>
                  <a:srgbClr val="075C64"/>
                </a:solidFill>
              </a:defRPr>
            </a:defPPr>
            <a:lvl1pPr algn="ctr">
              <a:defRPr sz="2025" b="1">
                <a:solidFill>
                  <a:srgbClr val="075C64"/>
                </a:solidFill>
              </a:defRPr>
            </a:lvl1pPr>
            <a:lvl2pPr algn="ctr">
              <a:defRPr sz="2025" b="1">
                <a:solidFill>
                  <a:srgbClr val="075C64"/>
                </a:solidFill>
              </a:defRPr>
            </a:lvl2pPr>
            <a:lvl3pPr algn="ctr">
              <a:defRPr sz="2025" b="1">
                <a:solidFill>
                  <a:srgbClr val="075C64"/>
                </a:solidFill>
              </a:defRPr>
            </a:lvl3pPr>
            <a:lvl4pPr algn="ctr">
              <a:defRPr sz="2025" b="1">
                <a:solidFill>
                  <a:srgbClr val="075C64"/>
                </a:solidFill>
              </a:defRPr>
            </a:lvl4pPr>
            <a:lvl5pPr algn="ctr">
              <a:defRPr sz="2025" b="1">
                <a:solidFill>
                  <a:srgbClr val="075C64"/>
                </a:solidFill>
              </a:defRPr>
            </a:lvl5pPr>
            <a:lvl6pPr algn="ctr">
              <a:defRPr sz="2025" b="1">
                <a:solidFill>
                  <a:srgbClr val="075C64"/>
                </a:solidFill>
              </a:defRPr>
            </a:lvl6pPr>
            <a:lvl7pPr algn="ctr">
              <a:defRPr sz="2025" b="1">
                <a:solidFill>
                  <a:srgbClr val="075C64"/>
                </a:solidFill>
              </a:defRPr>
            </a:lvl7pPr>
            <a:lvl8pPr algn="ctr">
              <a:defRPr sz="2025" b="1">
                <a:solidFill>
                  <a:srgbClr val="075C64"/>
                </a:solidFill>
              </a:defRPr>
            </a:lvl8pPr>
            <a:lvl9pPr algn="ctr">
              <a:defRPr sz="2025" b="1">
                <a:solidFill>
                  <a:srgbClr val="075C64"/>
                </a:solidFill>
              </a:defRPr>
            </a:lvl9pPr>
          </a:lstStyle>
          <a:p xmlns:a="http://schemas.openxmlformats.org/drawingml/2006/main">
            <a:pPr algn="ctr">
              <a:buNone/>
              <a:defRPr sz="2025" b="1">
                <a:solidFill>
                  <a:srgbClr val="075C64"/>
                </a:solidFill>
              </a:defRPr>
            </a:pPr>
            <a:r>
              <a:rPr sz="2025" b="1">
                <a:solidFill>
                  <a:srgbClr val="075C64"/>
                </a:solidFill>
              </a:rPr>
              <a:t>Result / Feedback</a:t>
            </a:r>
          </a:p>
        </p:txBody>
      </p:sp>
      <p:sp>
        <p:nvSpPr>
          <p:cNvPr id="71" name="text-147">
            <a:extLst xmlns:a="http://schemas.openxmlformats.org/drawingml/2006/main">
              <a:ext uri="{FF2B5EF4-FFF2-40B4-BE49-F238E27FC236}">
                <a16:creationId xmlns:a16="http://schemas.microsoft.com/office/drawing/2014/main" id="{CDAC502F-62F4-4741-A59D-00C24814E00E}"/>
              </a:ext>
            </a:extLst>
          </p:cNvPr>
          <p:cNvSpPr>
            <a:spLocks xmlns:a="http://schemas.openxmlformats.org/drawingml/2006/main" noGrp="1"/>
          </p:cNvSpPr>
          <p:nvPr/>
        </p:nvSpPr>
        <p:spPr>
          <a:xfrm xmlns:a="http://schemas.openxmlformats.org/drawingml/2006/main">
            <a:off x="10363200" y="8534400"/>
            <a:ext cx="24288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575" b="0">
                <a:solidFill>
                  <a:srgbClr val="557080"/>
                </a:solidFill>
              </a:defRPr>
            </a:defPPr>
            <a:lvl1pPr algn="ctr">
              <a:defRPr sz="1575" b="0">
                <a:solidFill>
                  <a:srgbClr val="557080"/>
                </a:solidFill>
              </a:defRPr>
            </a:lvl1pPr>
            <a:lvl2pPr algn="ctr">
              <a:defRPr sz="1575" b="0">
                <a:solidFill>
                  <a:srgbClr val="557080"/>
                </a:solidFill>
              </a:defRPr>
            </a:lvl2pPr>
            <a:lvl3pPr algn="ctr">
              <a:defRPr sz="1575" b="0">
                <a:solidFill>
                  <a:srgbClr val="557080"/>
                </a:solidFill>
              </a:defRPr>
            </a:lvl3pPr>
            <a:lvl4pPr algn="ctr">
              <a:defRPr sz="1575" b="0">
                <a:solidFill>
                  <a:srgbClr val="557080"/>
                </a:solidFill>
              </a:defRPr>
            </a:lvl4pPr>
            <a:lvl5pPr algn="ctr">
              <a:defRPr sz="1575" b="0">
                <a:solidFill>
                  <a:srgbClr val="557080"/>
                </a:solidFill>
              </a:defRPr>
            </a:lvl5pPr>
            <a:lvl6pPr algn="ctr">
              <a:defRPr sz="1575" b="0">
                <a:solidFill>
                  <a:srgbClr val="557080"/>
                </a:solidFill>
              </a:defRPr>
            </a:lvl6pPr>
            <a:lvl7pPr algn="ctr">
              <a:defRPr sz="1575" b="0">
                <a:solidFill>
                  <a:srgbClr val="557080"/>
                </a:solidFill>
              </a:defRPr>
            </a:lvl7pPr>
            <a:lvl8pPr algn="ctr">
              <a:defRPr sz="1575" b="0">
                <a:solidFill>
                  <a:srgbClr val="557080"/>
                </a:solidFill>
              </a:defRPr>
            </a:lvl8pPr>
            <a:lvl9pPr algn="ctr">
              <a:defRPr sz="1575" b="0">
                <a:solidFill>
                  <a:srgbClr val="557080"/>
                </a:solidFill>
              </a:defRPr>
            </a:lvl9pPr>
          </a:lstStyle>
          <a:p xmlns:a="http://schemas.openxmlformats.org/drawingml/2006/main">
            <a:pPr algn="ctr">
              <a:buNone/>
              <a:defRPr sz="1575" b="0">
                <a:solidFill>
                  <a:srgbClr val="557080"/>
                </a:solidFill>
              </a:defRPr>
            </a:pPr>
            <a:r>
              <a:rPr sz="1575" b="0">
                <a:solidFill>
                  <a:srgbClr val="557080"/>
                </a:solidFill>
              </a:rPr>
              <a:t>Response or quiz feedback</a:t>
            </a:r>
          </a:p>
        </p:txBody>
      </p:sp>
      <p:sp>
        <p:nvSpPr>
          <p:cNvPr id="72" name="panel-148">
            <a:extLst xmlns:a="http://schemas.openxmlformats.org/drawingml/2006/main">
              <a:ext uri="{FF2B5EF4-FFF2-40B4-BE49-F238E27FC236}">
                <a16:creationId xmlns:a16="http://schemas.microsoft.com/office/drawing/2014/main" id="{7B1C2311-4CAA-46F0-9F8E-D1A9948351DB}"/>
              </a:ext>
            </a:extLst>
          </p:cNvPr>
          <p:cNvSpPr>
            <a:spLocks xmlns:a="http://schemas.openxmlformats.org/drawingml/2006/main" noGrp="1"/>
          </p:cNvSpPr>
          <p:nvPr/>
        </p:nvSpPr>
        <p:spPr>
          <a:xfrm xmlns:a="http://schemas.openxmlformats.org/drawingml/2006/main">
            <a:off x="13973175" y="7972425"/>
            <a:ext cx="3181350" cy="1076325"/>
          </a:xfrm>
          <a:prstGeom xmlns:a="http://schemas.openxmlformats.org/drawingml/2006/main" prst="roundRect">
            <a:avLst>
              <a:gd name="adj" fmla="val 8850"/>
            </a:avLst>
          </a:prstGeom>
          <a:solidFill xmlns:a="http://schemas.openxmlformats.org/drawingml/2006/main">
            <a:srgbClr val="FFFFFF"/>
          </a:solidFill>
          <a:ln xmlns:a="http://schemas.openxmlformats.org/drawingml/2006/main" w="12383">
            <a:solidFill>
              <a:srgbClr val="C7E0E2"/>
            </a:solidFill>
          </a:ln>
        </p:spPr>
      </p:sp>
      <p:sp>
        <p:nvSpPr>
          <p:cNvPr id="73" name="text-149">
            <a:extLst xmlns:a="http://schemas.openxmlformats.org/drawingml/2006/main">
              <a:ext uri="{FF2B5EF4-FFF2-40B4-BE49-F238E27FC236}">
                <a16:creationId xmlns:a16="http://schemas.microsoft.com/office/drawing/2014/main" id="{1A4EB30D-FA8E-4C61-BDD0-ED574410E7F1}"/>
              </a:ext>
            </a:extLst>
          </p:cNvPr>
          <p:cNvSpPr>
            <a:spLocks xmlns:a="http://schemas.openxmlformats.org/drawingml/2006/main" noGrp="1"/>
          </p:cNvSpPr>
          <p:nvPr/>
        </p:nvSpPr>
        <p:spPr>
          <a:xfrm xmlns:a="http://schemas.openxmlformats.org/drawingml/2006/main">
            <a:off x="14163675" y="8115300"/>
            <a:ext cx="28003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2025" b="1">
                <a:solidFill>
                  <a:srgbClr val="075C64"/>
                </a:solidFill>
              </a:defRPr>
            </a:defPPr>
            <a:lvl1pPr algn="ctr">
              <a:defRPr sz="2025" b="1">
                <a:solidFill>
                  <a:srgbClr val="075C64"/>
                </a:solidFill>
              </a:defRPr>
            </a:lvl1pPr>
            <a:lvl2pPr algn="ctr">
              <a:defRPr sz="2025" b="1">
                <a:solidFill>
                  <a:srgbClr val="075C64"/>
                </a:solidFill>
              </a:defRPr>
            </a:lvl2pPr>
            <a:lvl3pPr algn="ctr">
              <a:defRPr sz="2025" b="1">
                <a:solidFill>
                  <a:srgbClr val="075C64"/>
                </a:solidFill>
              </a:defRPr>
            </a:lvl3pPr>
            <a:lvl4pPr algn="ctr">
              <a:defRPr sz="2025" b="1">
                <a:solidFill>
                  <a:srgbClr val="075C64"/>
                </a:solidFill>
              </a:defRPr>
            </a:lvl4pPr>
            <a:lvl5pPr algn="ctr">
              <a:defRPr sz="2025" b="1">
                <a:solidFill>
                  <a:srgbClr val="075C64"/>
                </a:solidFill>
              </a:defRPr>
            </a:lvl5pPr>
            <a:lvl6pPr algn="ctr">
              <a:defRPr sz="2025" b="1">
                <a:solidFill>
                  <a:srgbClr val="075C64"/>
                </a:solidFill>
              </a:defRPr>
            </a:lvl6pPr>
            <a:lvl7pPr algn="ctr">
              <a:defRPr sz="2025" b="1">
                <a:solidFill>
                  <a:srgbClr val="075C64"/>
                </a:solidFill>
              </a:defRPr>
            </a:lvl7pPr>
            <a:lvl8pPr algn="ctr">
              <a:defRPr sz="2025" b="1">
                <a:solidFill>
                  <a:srgbClr val="075C64"/>
                </a:solidFill>
              </a:defRPr>
            </a:lvl8pPr>
            <a:lvl9pPr algn="ctr">
              <a:defRPr sz="2025" b="1">
                <a:solidFill>
                  <a:srgbClr val="075C64"/>
                </a:solidFill>
              </a:defRPr>
            </a:lvl9pPr>
          </a:lstStyle>
          <a:p xmlns:a="http://schemas.openxmlformats.org/drawingml/2006/main">
            <a:pPr algn="ctr">
              <a:buNone/>
              <a:defRPr sz="2025" b="1">
                <a:solidFill>
                  <a:srgbClr val="075C64"/>
                </a:solidFill>
              </a:defRPr>
            </a:pPr>
            <a:r>
              <a:rPr sz="2025" b="1">
                <a:solidFill>
                  <a:srgbClr val="075C64"/>
                </a:solidFill>
              </a:rPr>
              <a:t>Tutor interface</a:t>
            </a:r>
          </a:p>
        </p:txBody>
      </p:sp>
      <p:sp>
        <p:nvSpPr>
          <p:cNvPr id="74" name="text-150">
            <a:extLst xmlns:a="http://schemas.openxmlformats.org/drawingml/2006/main">
              <a:ext uri="{FF2B5EF4-FFF2-40B4-BE49-F238E27FC236}">
                <a16:creationId xmlns:a16="http://schemas.microsoft.com/office/drawing/2014/main" id="{E67AF17F-0E00-4D9D-8220-6697618E3411}"/>
              </a:ext>
            </a:extLst>
          </p:cNvPr>
          <p:cNvSpPr>
            <a:spLocks xmlns:a="http://schemas.openxmlformats.org/drawingml/2006/main" noGrp="1"/>
          </p:cNvSpPr>
          <p:nvPr/>
        </p:nvSpPr>
        <p:spPr>
          <a:xfrm xmlns:a="http://schemas.openxmlformats.org/drawingml/2006/main">
            <a:off x="14163675" y="8534400"/>
            <a:ext cx="28003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575" b="0">
                <a:solidFill>
                  <a:srgbClr val="557080"/>
                </a:solidFill>
              </a:defRPr>
            </a:defPPr>
            <a:lvl1pPr algn="ctr">
              <a:defRPr sz="1575" b="0">
                <a:solidFill>
                  <a:srgbClr val="557080"/>
                </a:solidFill>
              </a:defRPr>
            </a:lvl1pPr>
            <a:lvl2pPr algn="ctr">
              <a:defRPr sz="1575" b="0">
                <a:solidFill>
                  <a:srgbClr val="557080"/>
                </a:solidFill>
              </a:defRPr>
            </a:lvl2pPr>
            <a:lvl3pPr algn="ctr">
              <a:defRPr sz="1575" b="0">
                <a:solidFill>
                  <a:srgbClr val="557080"/>
                </a:solidFill>
              </a:defRPr>
            </a:lvl3pPr>
            <a:lvl4pPr algn="ctr">
              <a:defRPr sz="1575" b="0">
                <a:solidFill>
                  <a:srgbClr val="557080"/>
                </a:solidFill>
              </a:defRPr>
            </a:lvl4pPr>
            <a:lvl5pPr algn="ctr">
              <a:defRPr sz="1575" b="0">
                <a:solidFill>
                  <a:srgbClr val="557080"/>
                </a:solidFill>
              </a:defRPr>
            </a:lvl5pPr>
            <a:lvl6pPr algn="ctr">
              <a:defRPr sz="1575" b="0">
                <a:solidFill>
                  <a:srgbClr val="557080"/>
                </a:solidFill>
              </a:defRPr>
            </a:lvl6pPr>
            <a:lvl7pPr algn="ctr">
              <a:defRPr sz="1575" b="0">
                <a:solidFill>
                  <a:srgbClr val="557080"/>
                </a:solidFill>
              </a:defRPr>
            </a:lvl7pPr>
            <a:lvl8pPr algn="ctr">
              <a:defRPr sz="1575" b="0">
                <a:solidFill>
                  <a:srgbClr val="557080"/>
                </a:solidFill>
              </a:defRPr>
            </a:lvl8pPr>
            <a:lvl9pPr algn="ctr">
              <a:defRPr sz="1575" b="0">
                <a:solidFill>
                  <a:srgbClr val="557080"/>
                </a:solidFill>
              </a:defRPr>
            </a:lvl9pPr>
          </a:lstStyle>
          <a:p xmlns:a="http://schemas.openxmlformats.org/drawingml/2006/main">
            <a:pPr algn="ctr">
              <a:buNone/>
              <a:defRPr sz="1575" b="0">
                <a:solidFill>
                  <a:srgbClr val="557080"/>
                </a:solidFill>
              </a:defRPr>
            </a:pPr>
            <a:r>
              <a:rPr sz="1575" b="0">
                <a:solidFill>
                  <a:srgbClr val="557080"/>
                </a:solidFill>
              </a:rPr>
              <a:t>UI presentation layer</a:t>
            </a:r>
          </a:p>
        </p:txBody>
      </p:sp>
      <p:sp>
        <p:nvSpPr>
          <p:cNvPr id="77" name="text-151">
            <a:extLst xmlns:a="http://schemas.openxmlformats.org/drawingml/2006/main">
              <a:ext uri="{FF2B5EF4-FFF2-40B4-BE49-F238E27FC236}">
                <a16:creationId xmlns:a16="http://schemas.microsoft.com/office/drawing/2014/main" id="{821F2155-7DAE-4E5C-8F9B-8A828A96FF25}"/>
              </a:ext>
            </a:extLst>
          </p:cNvPr>
          <p:cNvSpPr>
            <a:spLocks xmlns:a="http://schemas.openxmlformats.org/drawingml/2006/main" noGrp="1"/>
          </p:cNvSpPr>
          <p:nvPr/>
        </p:nvSpPr>
        <p:spPr>
          <a:xfrm xmlns:a="http://schemas.openxmlformats.org/drawingml/2006/main">
            <a:off x="6581775" y="6477000"/>
            <a:ext cx="28575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950" b="0">
                <a:solidFill>
                  <a:srgbClr val="075C64"/>
                </a:solidFill>
              </a:defRPr>
            </a:defPPr>
            <a:lvl1pPr algn="l">
              <a:defRPr sz="1950" b="0">
                <a:solidFill>
                  <a:srgbClr val="075C64"/>
                </a:solidFill>
              </a:defRPr>
            </a:lvl1pPr>
            <a:lvl2pPr algn="l">
              <a:defRPr sz="1950" b="0">
                <a:solidFill>
                  <a:srgbClr val="075C64"/>
                </a:solidFill>
              </a:defRPr>
            </a:lvl2pPr>
            <a:lvl3pPr algn="l">
              <a:defRPr sz="1950" b="0">
                <a:solidFill>
                  <a:srgbClr val="075C64"/>
                </a:solidFill>
              </a:defRPr>
            </a:lvl3pPr>
            <a:lvl4pPr algn="l">
              <a:defRPr sz="1950" b="0">
                <a:solidFill>
                  <a:srgbClr val="075C64"/>
                </a:solidFill>
              </a:defRPr>
            </a:lvl4pPr>
            <a:lvl5pPr algn="l">
              <a:defRPr sz="1950" b="0">
                <a:solidFill>
                  <a:srgbClr val="075C64"/>
                </a:solidFill>
              </a:defRPr>
            </a:lvl5pPr>
            <a:lvl6pPr algn="l">
              <a:defRPr sz="1950" b="0">
                <a:solidFill>
                  <a:srgbClr val="075C64"/>
                </a:solidFill>
              </a:defRPr>
            </a:lvl6pPr>
            <a:lvl7pPr algn="l">
              <a:defRPr sz="1950" b="0">
                <a:solidFill>
                  <a:srgbClr val="075C64"/>
                </a:solidFill>
              </a:defRPr>
            </a:lvl7pPr>
            <a:lvl8pPr algn="l">
              <a:defRPr sz="1950" b="0">
                <a:solidFill>
                  <a:srgbClr val="075C64"/>
                </a:solidFill>
              </a:defRPr>
            </a:lvl8pPr>
            <a:lvl9pPr algn="l">
              <a:defRPr sz="1950" b="0">
                <a:solidFill>
                  <a:srgbClr val="075C64"/>
                </a:solidFill>
              </a:defRPr>
            </a:lvl9pPr>
          </a:lstStyle>
          <a:p xmlns:a="http://schemas.openxmlformats.org/drawingml/2006/main">
            <a:pPr algn="l">
              <a:buNone/>
              <a:defRPr sz="1950" b="0">
                <a:solidFill>
                  <a:srgbClr val="075C64"/>
                </a:solidFill>
              </a:defRPr>
            </a:pPr>
            <a:r>
              <a:rPr sz="1950" b="0">
                <a:solidFill>
                  <a:srgbClr val="075C64"/>
                </a:solidFill>
              </a:rPr>
              <a:t>AI uses the question together with the extracted study material.</a:t>
            </a:r>
          </a:p>
        </p:txBody>
      </p:sp>
      <p:sp>
        <p:nvSpPr>
          <p:cNvPr id="78" name="query-input-label">
            <a:extLst xmlns:a="http://schemas.openxmlformats.org/drawingml/2006/main">
              <a:ext uri="{FF2B5EF4-FFF2-40B4-BE49-F238E27FC236}">
                <a16:creationId xmlns:a16="http://schemas.microsoft.com/office/drawing/2014/main" id="{03F24DF5-83C0-4D73-A25E-469548581A9A}"/>
              </a:ext>
            </a:extLst>
          </p:cNvPr>
          <p:cNvSpPr>
            <a:spLocks xmlns:a="http://schemas.openxmlformats.org/drawingml/2006/main" noGrp="1"/>
          </p:cNvSpPr>
          <p:nvPr/>
        </p:nvSpPr>
        <p:spPr>
          <a:xfrm xmlns:a="http://schemas.openxmlformats.org/drawingml/2006/main">
            <a:off x="15716250" y="4029075"/>
            <a:ext cx="142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500">
                <a:solidFill>
                  <a:srgbClr val="557080"/>
                </a:solidFill>
              </a:defRPr>
            </a:defPPr>
            <a:lvl1pPr algn="l">
              <a:defRPr sz="1500">
                <a:solidFill>
                  <a:srgbClr val="557080"/>
                </a:solidFill>
              </a:defRPr>
            </a:lvl1pPr>
            <a:lvl2pPr algn="l">
              <a:defRPr sz="1500">
                <a:solidFill>
                  <a:srgbClr val="557080"/>
                </a:solidFill>
              </a:defRPr>
            </a:lvl2pPr>
            <a:lvl3pPr algn="l">
              <a:defRPr sz="1500">
                <a:solidFill>
                  <a:srgbClr val="557080"/>
                </a:solidFill>
              </a:defRPr>
            </a:lvl3pPr>
            <a:lvl4pPr algn="l">
              <a:defRPr sz="1500">
                <a:solidFill>
                  <a:srgbClr val="557080"/>
                </a:solidFill>
              </a:defRPr>
            </a:lvl4pPr>
            <a:lvl5pPr algn="l">
              <a:defRPr sz="1500">
                <a:solidFill>
                  <a:srgbClr val="557080"/>
                </a:solidFill>
              </a:defRPr>
            </a:lvl5pPr>
            <a:lvl6pPr algn="l">
              <a:defRPr sz="1500">
                <a:solidFill>
                  <a:srgbClr val="557080"/>
                </a:solidFill>
              </a:defRPr>
            </a:lvl6pPr>
            <a:lvl7pPr algn="l">
              <a:defRPr sz="1500">
                <a:solidFill>
                  <a:srgbClr val="557080"/>
                </a:solidFill>
              </a:defRPr>
            </a:lvl7pPr>
            <a:lvl8pPr algn="l">
              <a:defRPr sz="1500">
                <a:solidFill>
                  <a:srgbClr val="557080"/>
                </a:solidFill>
              </a:defRPr>
            </a:lvl8pPr>
            <a:lvl9pPr algn="l">
              <a:defRPr sz="1500">
                <a:solidFill>
                  <a:srgbClr val="557080"/>
                </a:solidFill>
              </a:defRPr>
            </a:lvl9pPr>
          </a:lstStyle>
          <a:p xmlns:a="http://schemas.openxmlformats.org/drawingml/2006/main">
            <a:pPr algn="l">
              <a:defRPr sz="1500">
                <a:solidFill>
                  <a:srgbClr val="557080"/>
                </a:solidFill>
              </a:defRPr>
            </a:pPr>
            <a:r>
              <a:rPr sz="1500">
                <a:solidFill>
                  <a:srgbClr val="557080"/>
                </a:solidFill>
              </a:rPr>
              <a:t>User query</a:t>
            </a:r>
          </a:p>
        </p:txBody>
      </p:sp>
    </p:spTree>
    <p:extLst>
      <p:ext uri="{BB962C8B-B14F-4D97-AF65-F5344CB8AC3E}">
        <p14:creationId xmlns:p14="http://schemas.microsoft.com/office/powerpoint/2010/main" val="1203212380"/>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 name="Freeform 2">
            <a:extLst xmlns:a="http://schemas.openxmlformats.org/drawingml/2006/main">
              <a:ext uri="{FF2B5EF4-FFF2-40B4-BE49-F238E27FC236}">
                <a16:creationId xmlns:a16="http://schemas.microsoft.com/office/drawing/2014/main" id="{9F99A4E7-65B0-41FC-BDCF-8F92C5D9652D}"/>
              </a:ext>
            </a:extLst>
          </p:cNvPr>
          <p:cNvSpPr>
            <a:spLocks xmlns:a="http://schemas.openxmlformats.org/drawingml/2006/main" noGrp="1"/>
          </p:cNvSpPr>
          <p:nvPr/>
        </p:nvSpPr>
        <p:spPr>
          <a:xfrm xmlns:a="http://schemas.openxmlformats.org/drawingml/2006/main">
            <a:off x="19050" y="0"/>
            <a:ext cx="18288000" cy="10450286"/>
          </a:xfrm>
          <a:custGeom xmlns:a="http://schemas.openxmlformats.org/drawingml/2006/main">
            <a:rect l="l" t="t" r="r" b="b"/>
            <a:pathLst>
              <a:path w="18288000" h="10450286">
                <a:moveTo>
                  <a:pt x="0" y="0"/>
                </a:moveTo>
                <a:lnTo>
                  <a:pt x="18288000" y="0"/>
                </a:lnTo>
                <a:lnTo>
                  <a:pt x="18288000" y="10450286"/>
                </a:lnTo>
                <a:lnTo>
                  <a:pt x="0" y="10450286"/>
                </a:lnTo>
                <a:lnTo>
                  <a:pt x="0" y="0"/>
                </a:lnTo>
                <a:close/>
              </a:path>
            </a:pathLst>
          </a:custGeom>
          <a:blipFill xmlns:a="http://schemas.openxmlformats.org/drawingml/2006/main">
            <a:blip xmlns:r="http://schemas.openxmlformats.org/officeDocument/2006/relationships" r:embed="R65a3485d17784e0e">
              <a:alphaModFix amt="21999"/>
            </a:blip>
            <a:stretch>
              <a:fillRect l="0" t="0" r="0" b="0"/>
            </a:stretch>
          </a:blipFill>
        </p:spPr>
        <p:txBody>
          <a:bodyPr xmlns:a="http://schemas.openxmlformats.org/drawingml/2006/main"/>
          <a:lstStyle xmlns:a="http://schemas.openxmlformats.org/drawingml/2006/main"/>
          <a:p xmlns:a="http://schemas.openxmlformats.org/drawingml/2006/main"/>
        </p:txBody>
      </p:sp>
      <p:sp>
        <p:nvSpPr>
          <p:cNvPr id="4" name="AutoShape 4">
            <a:extLst xmlns:a="http://schemas.openxmlformats.org/drawingml/2006/main">
              <a:ext uri="{FF2B5EF4-FFF2-40B4-BE49-F238E27FC236}">
                <a16:creationId xmlns:a16="http://schemas.microsoft.com/office/drawing/2014/main" id="{971F1A08-2729-419A-B5F7-BDDF5E51B37E}"/>
              </a:ext>
            </a:extLst>
          </p:cNvPr>
          <p:cNvSpPr>
            <a:spLocks xmlns:a="http://schemas.openxmlformats.org/drawingml/2006/main" noGrp="1"/>
          </p:cNvSpPr>
          <p:nvPr/>
        </p:nvSpPr>
        <p:spPr>
          <a:xfrm xmlns:a="http://schemas.openxmlformats.org/drawingml/2006/main" rot="0" flipH="0" flipV="0">
            <a:off x="19049" y="9430869"/>
            <a:ext cx="18491267" cy="0"/>
          </a:xfrm>
          <a:prstGeom xmlns:a="http://schemas.openxmlformats.org/drawingml/2006/main" prst="line">
            <a:avLst/>
          </a:prstGeom>
          <a:ln xmlns:a="http://schemas.openxmlformats.org/drawingml/2006/main" w="50800" cap="flat">
            <a:solidFill>
              <a:srgbClr val="000000"/>
            </a:solidFill>
            <a:prstDash val="solid"/>
            <a:headEnd type="none" w="sm" len="sm"/>
            <a:tailEnd type="none" w="sm" len="sm"/>
          </a:ln>
        </p:spPr>
      </p:sp>
      <p:sp>
        <p:nvSpPr>
          <p:cNvPr id="5" name="Freeform 5">
            <a:extLst xmlns:a="http://schemas.openxmlformats.org/drawingml/2006/main">
              <a:ext uri="{FF2B5EF4-FFF2-40B4-BE49-F238E27FC236}">
                <a16:creationId xmlns:a16="http://schemas.microsoft.com/office/drawing/2014/main" id="{006594DE-4462-404F-B733-148703305A9F}"/>
              </a:ext>
            </a:extLst>
          </p:cNvPr>
          <p:cNvSpPr>
            <a:spLocks xmlns:a="http://schemas.openxmlformats.org/drawingml/2006/main" noGrp="1"/>
          </p:cNvSpPr>
          <p:nvPr/>
        </p:nvSpPr>
        <p:spPr>
          <a:xfrm xmlns:a="http://schemas.openxmlformats.org/drawingml/2006/main" rot="0" flipH="0" flipV="0">
            <a:off x="0" y="0"/>
            <a:ext cx="2367196" cy="2367196"/>
          </a:xfrm>
          <a:custGeom xmlns:a="http://schemas.openxmlformats.org/drawingml/2006/main">
            <a:rect l="l" t="t" r="r" b="b"/>
            <a:pathLst>
              <a:path w="3156262" h="3156262">
                <a:moveTo>
                  <a:pt x="0" y="0"/>
                </a:moveTo>
                <a:lnTo>
                  <a:pt x="3156262" y="0"/>
                </a:lnTo>
                <a:lnTo>
                  <a:pt x="3156262" y="3156262"/>
                </a:lnTo>
                <a:lnTo>
                  <a:pt x="0" y="3156262"/>
                </a:lnTo>
                <a:lnTo>
                  <a:pt x="0" y="0"/>
                </a:lnTo>
                <a:close/>
              </a:path>
            </a:pathLst>
          </a:custGeom>
          <a:blipFill xmlns:a="http://schemas.openxmlformats.org/drawingml/2006/main">
            <a:blip xmlns:r="http://schemas.openxmlformats.org/officeDocument/2006/relationships" r:embed="R67b0dc74f2b54386"/>
            <a:stretch>
              <a:fillRect l="0" t="0" r="0" b="0"/>
            </a:stretch>
          </a:blipFill>
        </p:spPr>
      </p:sp>
      <p:sp>
        <p:nvSpPr>
          <p:cNvPr id="6" name="TextBox 6">
            <a:extLst xmlns:a="http://schemas.openxmlformats.org/drawingml/2006/main">
              <a:ext uri="{FF2B5EF4-FFF2-40B4-BE49-F238E27FC236}">
                <a16:creationId xmlns:a16="http://schemas.microsoft.com/office/drawing/2014/main" id="{FE80E96D-748A-47FB-B571-78BD85A59C24}"/>
              </a:ext>
            </a:extLst>
          </p:cNvPr>
          <p:cNvSpPr>
            <a:spLocks xmlns:a="http://schemas.openxmlformats.org/drawingml/2006/main" noGrp="1"/>
          </p:cNvSpPr>
          <p:nvPr/>
        </p:nvSpPr>
        <p:spPr>
          <a:xfrm xmlns:a="http://schemas.openxmlformats.org/drawingml/2006/main" rot="0" flipH="0" flipV="0">
            <a:off x="7423413" y="9617547"/>
            <a:ext cx="3701786" cy="438572"/>
          </a:xfrm>
          <a:prstGeom xmlns:a="http://schemas.openxmlformats.org/drawingml/2006/main" prst="rect">
            <a:avLst/>
          </a:prstGeom>
        </p:spPr>
        <p:txBody>
          <a:bodyPr xmlns:a="http://schemas.openxmlformats.org/drawingml/2006/main" wrap="square" lIns="0" tIns="0" rIns="0" bIns="0" anchor="t">
            <a:spAutoFit/>
          </a:bodyPr>
          <a:lstStyle xmlns:a="http://schemas.openxmlformats.org/drawingml/2006/main"/>
          <a:p xmlns:a="http://schemas.openxmlformats.org/drawingml/2006/main">
            <a:pPr algn="ctr">
              <a:lnSpc>
                <a:spcPts val="3649"/>
              </a:lnSpc>
              <a:spcBef>
                <a:spcPct val="0"/>
              </a:spcBef>
              <a:buNone/>
            </a:pPr>
            <a:r>
              <a:rPr sz="2606" b="1">
                <a:solidFill>
                  <a:srgbClr val="000000"/>
                </a:solidFill>
                <a:latin typeface="Canva Sans Bold"/>
                <a:ea typeface="Canva Sans Bold"/>
                <a:cs typeface="Canva Sans Bold"/>
              </a:rPr>
              <a:t>www.indiraicem.ac.in</a:t>
            </a:r>
            <a:endParaRPr sz="2606" b="1">
              <a:solidFill>
                <a:srgbClr val="000000"/>
              </a:solidFill>
              <a:latin typeface="Canva Sans Bold"/>
              <a:ea typeface="Canva Sans Bold"/>
              <a:cs typeface="Canva Sans Bold"/>
            </a:endParaRPr>
          </a:p>
        </p:txBody>
      </p:sp>
      <p:sp>
        <p:nvSpPr>
          <p:cNvPr id="7" name="text-152">
            <a:extLst xmlns:a="http://schemas.openxmlformats.org/drawingml/2006/main">
              <a:ext uri="{FF2B5EF4-FFF2-40B4-BE49-F238E27FC236}">
                <a16:creationId xmlns:a16="http://schemas.microsoft.com/office/drawing/2014/main" id="{4F07CAE9-0917-494E-B816-A863C7976A36}"/>
              </a:ext>
            </a:extLst>
          </p:cNvPr>
          <p:cNvSpPr>
            <a:spLocks xmlns:a="http://schemas.openxmlformats.org/drawingml/2006/main" noGrp="1"/>
          </p:cNvSpPr>
          <p:nvPr/>
        </p:nvSpPr>
        <p:spPr>
          <a:xfrm xmlns:a="http://schemas.openxmlformats.org/drawingml/2006/main">
            <a:off x="2238375" y="628650"/>
            <a:ext cx="14859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3750" b="1">
                <a:solidFill>
                  <a:srgbClr val="12354E"/>
                </a:solidFill>
              </a:defRPr>
            </a:defPPr>
            <a:lvl1pPr algn="l">
              <a:defRPr sz="3750" b="1">
                <a:solidFill>
                  <a:srgbClr val="12354E"/>
                </a:solidFill>
              </a:defRPr>
            </a:lvl1pPr>
            <a:lvl2pPr algn="l">
              <a:defRPr sz="3750" b="1">
                <a:solidFill>
                  <a:srgbClr val="12354E"/>
                </a:solidFill>
              </a:defRPr>
            </a:lvl2pPr>
            <a:lvl3pPr algn="l">
              <a:defRPr sz="3750" b="1">
                <a:solidFill>
                  <a:srgbClr val="12354E"/>
                </a:solidFill>
              </a:defRPr>
            </a:lvl3pPr>
            <a:lvl4pPr algn="l">
              <a:defRPr sz="3750" b="1">
                <a:solidFill>
                  <a:srgbClr val="12354E"/>
                </a:solidFill>
              </a:defRPr>
            </a:lvl4pPr>
            <a:lvl5pPr algn="l">
              <a:defRPr sz="3750" b="1">
                <a:solidFill>
                  <a:srgbClr val="12354E"/>
                </a:solidFill>
              </a:defRPr>
            </a:lvl5pPr>
            <a:lvl6pPr algn="l">
              <a:defRPr sz="3750" b="1">
                <a:solidFill>
                  <a:srgbClr val="12354E"/>
                </a:solidFill>
              </a:defRPr>
            </a:lvl6pPr>
            <a:lvl7pPr algn="l">
              <a:defRPr sz="3750" b="1">
                <a:solidFill>
                  <a:srgbClr val="12354E"/>
                </a:solidFill>
              </a:defRPr>
            </a:lvl7pPr>
            <a:lvl8pPr algn="l">
              <a:defRPr sz="3750" b="1">
                <a:solidFill>
                  <a:srgbClr val="12354E"/>
                </a:solidFill>
              </a:defRPr>
            </a:lvl8pPr>
            <a:lvl9pPr algn="l">
              <a:defRPr sz="3750" b="1">
                <a:solidFill>
                  <a:srgbClr val="12354E"/>
                </a:solidFill>
              </a:defRPr>
            </a:lvl9pPr>
          </a:lstStyle>
          <a:p xmlns:a="http://schemas.openxmlformats.org/drawingml/2006/main">
            <a:pPr algn="l">
              <a:buNone/>
              <a:defRPr sz="3750" b="1">
                <a:solidFill>
                  <a:srgbClr val="12354E"/>
                </a:solidFill>
              </a:defRPr>
            </a:pPr>
            <a:r>
              <a:rPr sz="3750" b="1">
                <a:solidFill>
                  <a:srgbClr val="12354E"/>
                </a:solidFill>
              </a:rPr>
              <a:t>Implementation / Prototype</a:t>
            </a:r>
          </a:p>
        </p:txBody>
      </p:sp>
      <p:sp>
        <p:nvSpPr>
          <p:cNvPr id="8" name="text-153">
            <a:extLst xmlns:a="http://schemas.openxmlformats.org/drawingml/2006/main">
              <a:ext uri="{FF2B5EF4-FFF2-40B4-BE49-F238E27FC236}">
                <a16:creationId xmlns:a16="http://schemas.microsoft.com/office/drawing/2014/main" id="{7BB54343-841A-4E20-ACFE-C22DAC01DD14}"/>
              </a:ext>
            </a:extLst>
          </p:cNvPr>
          <p:cNvSpPr>
            <a:spLocks xmlns:a="http://schemas.openxmlformats.org/drawingml/2006/main" noGrp="1"/>
          </p:cNvSpPr>
          <p:nvPr/>
        </p:nvSpPr>
        <p:spPr>
          <a:xfrm xmlns:a="http://schemas.openxmlformats.org/drawingml/2006/main">
            <a:off x="2266950" y="1428750"/>
            <a:ext cx="1466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875" b="0">
                <a:solidFill>
                  <a:srgbClr val="557080"/>
                </a:solidFill>
              </a:defRPr>
            </a:defPPr>
            <a:lvl1pPr algn="l">
              <a:defRPr sz="1875" b="0">
                <a:solidFill>
                  <a:srgbClr val="557080"/>
                </a:solidFill>
              </a:defRPr>
            </a:lvl1pPr>
            <a:lvl2pPr algn="l">
              <a:defRPr sz="1875" b="0">
                <a:solidFill>
                  <a:srgbClr val="557080"/>
                </a:solidFill>
              </a:defRPr>
            </a:lvl2pPr>
            <a:lvl3pPr algn="l">
              <a:defRPr sz="1875" b="0">
                <a:solidFill>
                  <a:srgbClr val="557080"/>
                </a:solidFill>
              </a:defRPr>
            </a:lvl3pPr>
            <a:lvl4pPr algn="l">
              <a:defRPr sz="1875" b="0">
                <a:solidFill>
                  <a:srgbClr val="557080"/>
                </a:solidFill>
              </a:defRPr>
            </a:lvl4pPr>
            <a:lvl5pPr algn="l">
              <a:defRPr sz="1875" b="0">
                <a:solidFill>
                  <a:srgbClr val="557080"/>
                </a:solidFill>
              </a:defRPr>
            </a:lvl5pPr>
            <a:lvl6pPr algn="l">
              <a:defRPr sz="1875" b="0">
                <a:solidFill>
                  <a:srgbClr val="557080"/>
                </a:solidFill>
              </a:defRPr>
            </a:lvl6pPr>
            <a:lvl7pPr algn="l">
              <a:defRPr sz="1875" b="0">
                <a:solidFill>
                  <a:srgbClr val="557080"/>
                </a:solidFill>
              </a:defRPr>
            </a:lvl7pPr>
            <a:lvl8pPr algn="l">
              <a:defRPr sz="1875" b="0">
                <a:solidFill>
                  <a:srgbClr val="557080"/>
                </a:solidFill>
              </a:defRPr>
            </a:lvl8pPr>
            <a:lvl9pPr algn="l">
              <a:defRPr sz="1875" b="0">
                <a:solidFill>
                  <a:srgbClr val="557080"/>
                </a:solidFill>
              </a:defRPr>
            </a:lvl9pPr>
          </a:lstStyle>
          <a:p xmlns:a="http://schemas.openxmlformats.org/drawingml/2006/main">
            <a:pPr algn="l">
              <a:buNone/>
              <a:defRPr sz="1875" b="0">
                <a:solidFill>
                  <a:srgbClr val="557080"/>
                </a:solidFill>
              </a:defRPr>
            </a:pPr>
            <a:r>
              <a:rPr sz="1875" b="0">
                <a:solidFill>
                  <a:srgbClr val="557080"/>
                </a:solidFill>
              </a:rPr>
              <a:t>Conceptual Prototype UI · Illustrative content</a:t>
            </a:r>
          </a:p>
        </p:txBody>
      </p:sp>
      <p:sp>
        <p:nvSpPr>
          <p:cNvPr id="9" name="text-154">
            <a:extLst xmlns:a="http://schemas.openxmlformats.org/drawingml/2006/main">
              <a:ext uri="{FF2B5EF4-FFF2-40B4-BE49-F238E27FC236}">
                <a16:creationId xmlns:a16="http://schemas.microsoft.com/office/drawing/2014/main" id="{8CBE398C-B4D2-423D-99DB-CBCEEA1C0D96}"/>
              </a:ext>
            </a:extLst>
          </p:cNvPr>
          <p:cNvSpPr>
            <a:spLocks xmlns:a="http://schemas.openxmlformats.org/drawingml/2006/main" noGrp="1"/>
          </p:cNvSpPr>
          <p:nvPr/>
        </p:nvSpPr>
        <p:spPr>
          <a:xfrm xmlns:a="http://schemas.openxmlformats.org/drawingml/2006/main">
            <a:off x="904875" y="9715500"/>
            <a:ext cx="190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500" b="1">
                <a:solidFill>
                  <a:srgbClr val="075C64"/>
                </a:solidFill>
              </a:defRPr>
            </a:defPPr>
            <a:lvl1pPr algn="l">
              <a:defRPr sz="1500" b="1">
                <a:solidFill>
                  <a:srgbClr val="075C64"/>
                </a:solidFill>
              </a:defRPr>
            </a:lvl1pPr>
            <a:lvl2pPr algn="l">
              <a:defRPr sz="1500" b="1">
                <a:solidFill>
                  <a:srgbClr val="075C64"/>
                </a:solidFill>
              </a:defRPr>
            </a:lvl2pPr>
            <a:lvl3pPr algn="l">
              <a:defRPr sz="1500" b="1">
                <a:solidFill>
                  <a:srgbClr val="075C64"/>
                </a:solidFill>
              </a:defRPr>
            </a:lvl3pPr>
            <a:lvl4pPr algn="l">
              <a:defRPr sz="1500" b="1">
                <a:solidFill>
                  <a:srgbClr val="075C64"/>
                </a:solidFill>
              </a:defRPr>
            </a:lvl4pPr>
            <a:lvl5pPr algn="l">
              <a:defRPr sz="1500" b="1">
                <a:solidFill>
                  <a:srgbClr val="075C64"/>
                </a:solidFill>
              </a:defRPr>
            </a:lvl5pPr>
            <a:lvl6pPr algn="l">
              <a:defRPr sz="1500" b="1">
                <a:solidFill>
                  <a:srgbClr val="075C64"/>
                </a:solidFill>
              </a:defRPr>
            </a:lvl6pPr>
            <a:lvl7pPr algn="l">
              <a:defRPr sz="1500" b="1">
                <a:solidFill>
                  <a:srgbClr val="075C64"/>
                </a:solidFill>
              </a:defRPr>
            </a:lvl7pPr>
            <a:lvl8pPr algn="l">
              <a:defRPr sz="1500" b="1">
                <a:solidFill>
                  <a:srgbClr val="075C64"/>
                </a:solidFill>
              </a:defRPr>
            </a:lvl8pPr>
            <a:lvl9pPr algn="l">
              <a:defRPr sz="1500" b="1">
                <a:solidFill>
                  <a:srgbClr val="075C64"/>
                </a:solidFill>
              </a:defRPr>
            </a:lvl9pPr>
          </a:lstStyle>
          <a:p xmlns:a="http://schemas.openxmlformats.org/drawingml/2006/main">
            <a:pPr algn="l">
              <a:buNone/>
              <a:defRPr sz="1500" b="1">
                <a:solidFill>
                  <a:srgbClr val="075C64"/>
                </a:solidFill>
              </a:defRPr>
            </a:pPr>
            <a:r>
              <a:rPr sz="1500" b="1">
                <a:solidFill>
                  <a:srgbClr val="075C64"/>
                </a:solidFill>
              </a:rPr>
              <a:t>06 / 08</a:t>
            </a:r>
          </a:p>
        </p:txBody>
      </p:sp>
      <p:sp>
        <p:nvSpPr>
          <p:cNvPr id="10" name="text-155">
            <a:extLst xmlns:a="http://schemas.openxmlformats.org/drawingml/2006/main">
              <a:ext uri="{FF2B5EF4-FFF2-40B4-BE49-F238E27FC236}">
                <a16:creationId xmlns:a16="http://schemas.microsoft.com/office/drawing/2014/main" id="{F7BD77A6-F25A-446E-BF9E-D6E660DFC385}"/>
              </a:ext>
            </a:extLst>
          </p:cNvPr>
          <p:cNvSpPr>
            <a:spLocks xmlns:a="http://schemas.openxmlformats.org/drawingml/2006/main" noGrp="1"/>
          </p:cNvSpPr>
          <p:nvPr/>
        </p:nvSpPr>
        <p:spPr>
          <a:xfrm xmlns:a="http://schemas.openxmlformats.org/drawingml/2006/main">
            <a:off x="13239750" y="9734550"/>
            <a:ext cx="4191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125" b="0">
                <a:solidFill>
                  <a:srgbClr val="557080"/>
                </a:solidFill>
              </a:defRPr>
            </a:defPPr>
            <a:lvl1pPr algn="l">
              <a:defRPr sz="1125" b="0">
                <a:solidFill>
                  <a:srgbClr val="557080"/>
                </a:solidFill>
              </a:defRPr>
            </a:lvl1pPr>
            <a:lvl2pPr algn="l">
              <a:defRPr sz="1125" b="0">
                <a:solidFill>
                  <a:srgbClr val="557080"/>
                </a:solidFill>
              </a:defRPr>
            </a:lvl2pPr>
            <a:lvl3pPr algn="l">
              <a:defRPr sz="1125" b="0">
                <a:solidFill>
                  <a:srgbClr val="557080"/>
                </a:solidFill>
              </a:defRPr>
            </a:lvl3pPr>
            <a:lvl4pPr algn="l">
              <a:defRPr sz="1125" b="0">
                <a:solidFill>
                  <a:srgbClr val="557080"/>
                </a:solidFill>
              </a:defRPr>
            </a:lvl4pPr>
            <a:lvl5pPr algn="l">
              <a:defRPr sz="1125" b="0">
                <a:solidFill>
                  <a:srgbClr val="557080"/>
                </a:solidFill>
              </a:defRPr>
            </a:lvl5pPr>
            <a:lvl6pPr algn="l">
              <a:defRPr sz="1125" b="0">
                <a:solidFill>
                  <a:srgbClr val="557080"/>
                </a:solidFill>
              </a:defRPr>
            </a:lvl6pPr>
            <a:lvl7pPr algn="l">
              <a:defRPr sz="1125" b="0">
                <a:solidFill>
                  <a:srgbClr val="557080"/>
                </a:solidFill>
              </a:defRPr>
            </a:lvl7pPr>
            <a:lvl8pPr algn="l">
              <a:defRPr sz="1125" b="0">
                <a:solidFill>
                  <a:srgbClr val="557080"/>
                </a:solidFill>
              </a:defRPr>
            </a:lvl8pPr>
            <a:lvl9pPr algn="l">
              <a:defRPr sz="1125" b="0">
                <a:solidFill>
                  <a:srgbClr val="557080"/>
                </a:solidFill>
              </a:defRPr>
            </a:lvl9pPr>
          </a:lstStyle>
          <a:p xmlns:a="http://schemas.openxmlformats.org/drawingml/2006/main">
            <a:pPr algn="l">
              <a:buNone/>
              <a:defRPr sz="1125" b="0">
                <a:solidFill>
                  <a:srgbClr val="557080"/>
                </a:solidFill>
              </a:defRPr>
            </a:pPr>
            <a:r>
              <a:rPr sz="1125" b="0">
                <a:solidFill>
                  <a:srgbClr val="557080"/>
                </a:solidFill>
              </a:rPr>
              <a:t>EduVerse AI  ·  Mini Project Review–2</a:t>
            </a:r>
          </a:p>
        </p:txBody>
      </p:sp>
      <p:sp>
        <p:nvSpPr>
          <p:cNvPr id="11" name="panel-156">
            <a:extLst xmlns:a="http://schemas.openxmlformats.org/drawingml/2006/main">
              <a:ext uri="{FF2B5EF4-FFF2-40B4-BE49-F238E27FC236}">
                <a16:creationId xmlns:a16="http://schemas.microsoft.com/office/drawing/2014/main" id="{F7FCE6DB-28FD-4906-B9CA-8A4D6F07E95D}"/>
              </a:ext>
            </a:extLst>
          </p:cNvPr>
          <p:cNvSpPr>
            <a:spLocks xmlns:a="http://schemas.openxmlformats.org/drawingml/2006/main" noGrp="1"/>
          </p:cNvSpPr>
          <p:nvPr/>
        </p:nvSpPr>
        <p:spPr>
          <a:xfrm xmlns:a="http://schemas.openxmlformats.org/drawingml/2006/main">
            <a:off x="1085850" y="2076450"/>
            <a:ext cx="16106775" cy="6048375"/>
          </a:xfrm>
          <a:prstGeom xmlns:a="http://schemas.openxmlformats.org/drawingml/2006/main" prst="roundRect">
            <a:avLst>
              <a:gd name="adj" fmla="val 1575"/>
            </a:avLst>
          </a:prstGeom>
          <a:solidFill xmlns:a="http://schemas.openxmlformats.org/drawingml/2006/main">
            <a:srgbClr val="FFFFFF"/>
          </a:solidFill>
          <a:ln xmlns:a="http://schemas.openxmlformats.org/drawingml/2006/main" w="12383">
            <a:solidFill>
              <a:srgbClr val="C7E0E2"/>
            </a:solidFill>
          </a:ln>
        </p:spPr>
      </p:sp>
      <p:sp>
        <p:nvSpPr>
          <p:cNvPr id="12" name="panel-157">
            <a:extLst xmlns:a="http://schemas.openxmlformats.org/drawingml/2006/main">
              <a:ext uri="{FF2B5EF4-FFF2-40B4-BE49-F238E27FC236}">
                <a16:creationId xmlns:a16="http://schemas.microsoft.com/office/drawing/2014/main" id="{129826DD-CE9A-42DD-8BB6-594BB74C46B8}"/>
              </a:ext>
            </a:extLst>
          </p:cNvPr>
          <p:cNvSpPr>
            <a:spLocks xmlns:a="http://schemas.openxmlformats.org/drawingml/2006/main" noGrp="1"/>
          </p:cNvSpPr>
          <p:nvPr/>
        </p:nvSpPr>
        <p:spPr>
          <a:xfrm xmlns:a="http://schemas.openxmlformats.org/drawingml/2006/main">
            <a:off x="1085850" y="2076450"/>
            <a:ext cx="16106775" cy="514350"/>
          </a:xfrm>
          <a:prstGeom xmlns:a="http://schemas.openxmlformats.org/drawingml/2006/main" prst="rect">
            <a:avLst/>
          </a:prstGeom>
          <a:solidFill xmlns:a="http://schemas.openxmlformats.org/drawingml/2006/main">
            <a:srgbClr val="12354E"/>
          </a:solidFill>
          <a:ln xmlns:a="http://schemas.openxmlformats.org/drawingml/2006/main" w="0">
            <a:noFill/>
          </a:ln>
        </p:spPr>
      </p:sp>
      <p:sp>
        <p:nvSpPr>
          <p:cNvPr id="13" name="text-158">
            <a:extLst xmlns:a="http://schemas.openxmlformats.org/drawingml/2006/main">
              <a:ext uri="{FF2B5EF4-FFF2-40B4-BE49-F238E27FC236}">
                <a16:creationId xmlns:a16="http://schemas.microsoft.com/office/drawing/2014/main" id="{AF0E4408-280D-421D-ACF2-35B12D694E71}"/>
              </a:ext>
            </a:extLst>
          </p:cNvPr>
          <p:cNvSpPr>
            <a:spLocks xmlns:a="http://schemas.openxmlformats.org/drawingml/2006/main" noGrp="1"/>
          </p:cNvSpPr>
          <p:nvPr/>
        </p:nvSpPr>
        <p:spPr>
          <a:xfrm xmlns:a="http://schemas.openxmlformats.org/drawingml/2006/main">
            <a:off x="1352550" y="2171700"/>
            <a:ext cx="1238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425" b="0">
                <a:solidFill>
                  <a:srgbClr val="9DD6D9"/>
                </a:solidFill>
              </a:defRPr>
            </a:defPPr>
            <a:lvl1pPr algn="l">
              <a:defRPr sz="1425" b="0">
                <a:solidFill>
                  <a:srgbClr val="9DD6D9"/>
                </a:solidFill>
              </a:defRPr>
            </a:lvl1pPr>
            <a:lvl2pPr algn="l">
              <a:defRPr sz="1425" b="0">
                <a:solidFill>
                  <a:srgbClr val="9DD6D9"/>
                </a:solidFill>
              </a:defRPr>
            </a:lvl2pPr>
            <a:lvl3pPr algn="l">
              <a:defRPr sz="1425" b="0">
                <a:solidFill>
                  <a:srgbClr val="9DD6D9"/>
                </a:solidFill>
              </a:defRPr>
            </a:lvl3pPr>
            <a:lvl4pPr algn="l">
              <a:defRPr sz="1425" b="0">
                <a:solidFill>
                  <a:srgbClr val="9DD6D9"/>
                </a:solidFill>
              </a:defRPr>
            </a:lvl4pPr>
            <a:lvl5pPr algn="l">
              <a:defRPr sz="1425" b="0">
                <a:solidFill>
                  <a:srgbClr val="9DD6D9"/>
                </a:solidFill>
              </a:defRPr>
            </a:lvl5pPr>
            <a:lvl6pPr algn="l">
              <a:defRPr sz="1425" b="0">
                <a:solidFill>
                  <a:srgbClr val="9DD6D9"/>
                </a:solidFill>
              </a:defRPr>
            </a:lvl6pPr>
            <a:lvl7pPr algn="l">
              <a:defRPr sz="1425" b="0">
                <a:solidFill>
                  <a:srgbClr val="9DD6D9"/>
                </a:solidFill>
              </a:defRPr>
            </a:lvl7pPr>
            <a:lvl8pPr algn="l">
              <a:defRPr sz="1425" b="0">
                <a:solidFill>
                  <a:srgbClr val="9DD6D9"/>
                </a:solidFill>
              </a:defRPr>
            </a:lvl8pPr>
            <a:lvl9pPr algn="l">
              <a:defRPr sz="1425" b="0">
                <a:solidFill>
                  <a:srgbClr val="9DD6D9"/>
                </a:solidFill>
              </a:defRPr>
            </a:lvl9pPr>
          </a:lstStyle>
          <a:p xmlns:a="http://schemas.openxmlformats.org/drawingml/2006/main">
            <a:pPr algn="l">
              <a:buNone/>
              <a:defRPr sz="1425" b="0">
                <a:solidFill>
                  <a:srgbClr val="9DD6D9"/>
                </a:solidFill>
              </a:defRPr>
            </a:pPr>
            <a:r>
              <a:rPr sz="1425" b="0">
                <a:solidFill>
                  <a:srgbClr val="9DD6D9"/>
                </a:solidFill>
              </a:rPr>
              <a:t>●  ●  ●</a:t>
            </a:r>
          </a:p>
        </p:txBody>
      </p:sp>
      <p:sp>
        <p:nvSpPr>
          <p:cNvPr id="14" name="text-159">
            <a:extLst xmlns:a="http://schemas.openxmlformats.org/drawingml/2006/main">
              <a:ext uri="{FF2B5EF4-FFF2-40B4-BE49-F238E27FC236}">
                <a16:creationId xmlns:a16="http://schemas.microsoft.com/office/drawing/2014/main" id="{664D6DAA-CA0A-4FC8-B282-9F2616D3AC25}"/>
              </a:ext>
            </a:extLst>
          </p:cNvPr>
          <p:cNvSpPr>
            <a:spLocks xmlns:a="http://schemas.openxmlformats.org/drawingml/2006/main" noGrp="1"/>
          </p:cNvSpPr>
          <p:nvPr/>
        </p:nvSpPr>
        <p:spPr>
          <a:xfrm xmlns:a="http://schemas.openxmlformats.org/drawingml/2006/main">
            <a:off x="2886075" y="2171700"/>
            <a:ext cx="619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725" b="1">
                <a:solidFill>
                  <a:srgbClr val="FFFFFF"/>
                </a:solidFill>
              </a:defRPr>
            </a:defPPr>
            <a:lvl1pPr algn="l">
              <a:defRPr sz="1725" b="1">
                <a:solidFill>
                  <a:srgbClr val="FFFFFF"/>
                </a:solidFill>
              </a:defRPr>
            </a:lvl1pPr>
            <a:lvl2pPr algn="l">
              <a:defRPr sz="1725" b="1">
                <a:solidFill>
                  <a:srgbClr val="FFFFFF"/>
                </a:solidFill>
              </a:defRPr>
            </a:lvl2pPr>
            <a:lvl3pPr algn="l">
              <a:defRPr sz="1725" b="1">
                <a:solidFill>
                  <a:srgbClr val="FFFFFF"/>
                </a:solidFill>
              </a:defRPr>
            </a:lvl3pPr>
            <a:lvl4pPr algn="l">
              <a:defRPr sz="1725" b="1">
                <a:solidFill>
                  <a:srgbClr val="FFFFFF"/>
                </a:solidFill>
              </a:defRPr>
            </a:lvl4pPr>
            <a:lvl5pPr algn="l">
              <a:defRPr sz="1725" b="1">
                <a:solidFill>
                  <a:srgbClr val="FFFFFF"/>
                </a:solidFill>
              </a:defRPr>
            </a:lvl5pPr>
            <a:lvl6pPr algn="l">
              <a:defRPr sz="1725" b="1">
                <a:solidFill>
                  <a:srgbClr val="FFFFFF"/>
                </a:solidFill>
              </a:defRPr>
            </a:lvl6pPr>
            <a:lvl7pPr algn="l">
              <a:defRPr sz="1725" b="1">
                <a:solidFill>
                  <a:srgbClr val="FFFFFF"/>
                </a:solidFill>
              </a:defRPr>
            </a:lvl7pPr>
            <a:lvl8pPr algn="l">
              <a:defRPr sz="1725" b="1">
                <a:solidFill>
                  <a:srgbClr val="FFFFFF"/>
                </a:solidFill>
              </a:defRPr>
            </a:lvl8pPr>
            <a:lvl9pPr algn="l">
              <a:defRPr sz="1725" b="1">
                <a:solidFill>
                  <a:srgbClr val="FFFFFF"/>
                </a:solidFill>
              </a:defRPr>
            </a:lvl9pPr>
          </a:lstStyle>
          <a:p xmlns:a="http://schemas.openxmlformats.org/drawingml/2006/main">
            <a:pPr algn="l">
              <a:buNone/>
              <a:defRPr sz="1725" b="1">
                <a:solidFill>
                  <a:srgbClr val="FFFFFF"/>
                </a:solidFill>
              </a:defRPr>
            </a:pPr>
            <a:r>
              <a:rPr sz="1725" b="1">
                <a:solidFill>
                  <a:srgbClr val="FFFFFF"/>
                </a:solidFill>
              </a:rPr>
              <a:t>EDUVERSE AI</a:t>
            </a:r>
          </a:p>
        </p:txBody>
      </p:sp>
      <p:sp>
        <p:nvSpPr>
          <p:cNvPr id="15" name="text-160">
            <a:extLst xmlns:a="http://schemas.openxmlformats.org/drawingml/2006/main">
              <a:ext uri="{FF2B5EF4-FFF2-40B4-BE49-F238E27FC236}">
                <a16:creationId xmlns:a16="http://schemas.microsoft.com/office/drawing/2014/main" id="{AAC2145D-B08D-40BE-A923-65B6A46EA277}"/>
              </a:ext>
            </a:extLst>
          </p:cNvPr>
          <p:cNvSpPr>
            <a:spLocks xmlns:a="http://schemas.openxmlformats.org/drawingml/2006/main" noGrp="1"/>
          </p:cNvSpPr>
          <p:nvPr/>
        </p:nvSpPr>
        <p:spPr>
          <a:xfrm xmlns:a="http://schemas.openxmlformats.org/drawingml/2006/main">
            <a:off x="13620750" y="2190750"/>
            <a:ext cx="32670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r">
              <a:defRPr sz="1425" b="0">
                <a:solidFill>
                  <a:srgbClr val="BCDADD"/>
                </a:solidFill>
              </a:defRPr>
            </a:defPPr>
            <a:lvl1pPr algn="r">
              <a:defRPr sz="1425" b="0">
                <a:solidFill>
                  <a:srgbClr val="BCDADD"/>
                </a:solidFill>
              </a:defRPr>
            </a:lvl1pPr>
            <a:lvl2pPr algn="r">
              <a:defRPr sz="1425" b="0">
                <a:solidFill>
                  <a:srgbClr val="BCDADD"/>
                </a:solidFill>
              </a:defRPr>
            </a:lvl2pPr>
            <a:lvl3pPr algn="r">
              <a:defRPr sz="1425" b="0">
                <a:solidFill>
                  <a:srgbClr val="BCDADD"/>
                </a:solidFill>
              </a:defRPr>
            </a:lvl3pPr>
            <a:lvl4pPr algn="r">
              <a:defRPr sz="1425" b="0">
                <a:solidFill>
                  <a:srgbClr val="BCDADD"/>
                </a:solidFill>
              </a:defRPr>
            </a:lvl4pPr>
            <a:lvl5pPr algn="r">
              <a:defRPr sz="1425" b="0">
                <a:solidFill>
                  <a:srgbClr val="BCDADD"/>
                </a:solidFill>
              </a:defRPr>
            </a:lvl5pPr>
            <a:lvl6pPr algn="r">
              <a:defRPr sz="1425" b="0">
                <a:solidFill>
                  <a:srgbClr val="BCDADD"/>
                </a:solidFill>
              </a:defRPr>
            </a:lvl6pPr>
            <a:lvl7pPr algn="r">
              <a:defRPr sz="1425" b="0">
                <a:solidFill>
                  <a:srgbClr val="BCDADD"/>
                </a:solidFill>
              </a:defRPr>
            </a:lvl7pPr>
            <a:lvl8pPr algn="r">
              <a:defRPr sz="1425" b="0">
                <a:solidFill>
                  <a:srgbClr val="BCDADD"/>
                </a:solidFill>
              </a:defRPr>
            </a:lvl8pPr>
            <a:lvl9pPr algn="r">
              <a:defRPr sz="1425" b="0">
                <a:solidFill>
                  <a:srgbClr val="BCDADD"/>
                </a:solidFill>
              </a:defRPr>
            </a:lvl9pPr>
          </a:lstStyle>
          <a:p xmlns:a="http://schemas.openxmlformats.org/drawingml/2006/main">
            <a:pPr algn="r">
              <a:buNone/>
              <a:defRPr sz="1425" b="0">
                <a:solidFill>
                  <a:srgbClr val="BCDADD"/>
                </a:solidFill>
              </a:defRPr>
            </a:pPr>
            <a:r>
              <a:rPr sz="1425" b="0">
                <a:solidFill>
                  <a:srgbClr val="BCDADD"/>
                </a:solidFill>
              </a:rPr>
              <a:t>Conceptual Prototype UI</a:t>
            </a:r>
          </a:p>
        </p:txBody>
      </p:sp>
      <p:sp>
        <p:nvSpPr>
          <p:cNvPr id="16" name="panel-161">
            <a:extLst xmlns:a="http://schemas.openxmlformats.org/drawingml/2006/main">
              <a:ext uri="{FF2B5EF4-FFF2-40B4-BE49-F238E27FC236}">
                <a16:creationId xmlns:a16="http://schemas.microsoft.com/office/drawing/2014/main" id="{6FE7F6BD-60E9-4623-9F00-E9E275616164}"/>
              </a:ext>
            </a:extLst>
          </p:cNvPr>
          <p:cNvSpPr>
            <a:spLocks xmlns:a="http://schemas.openxmlformats.org/drawingml/2006/main" noGrp="1"/>
          </p:cNvSpPr>
          <p:nvPr/>
        </p:nvSpPr>
        <p:spPr>
          <a:xfrm xmlns:a="http://schemas.openxmlformats.org/drawingml/2006/main">
            <a:off x="1085850" y="2590800"/>
            <a:ext cx="2438400" cy="5534025"/>
          </a:xfrm>
          <a:prstGeom xmlns:a="http://schemas.openxmlformats.org/drawingml/2006/main" prst="rect">
            <a:avLst/>
          </a:prstGeom>
          <a:solidFill xmlns:a="http://schemas.openxmlformats.org/drawingml/2006/main">
            <a:srgbClr val="075C64"/>
          </a:solidFill>
          <a:ln xmlns:a="http://schemas.openxmlformats.org/drawingml/2006/main" w="0">
            <a:noFill/>
          </a:ln>
        </p:spPr>
      </p:sp>
      <p:sp>
        <p:nvSpPr>
          <p:cNvPr id="17" name="text-162">
            <a:extLst xmlns:a="http://schemas.openxmlformats.org/drawingml/2006/main">
              <a:ext uri="{FF2B5EF4-FFF2-40B4-BE49-F238E27FC236}">
                <a16:creationId xmlns:a16="http://schemas.microsoft.com/office/drawing/2014/main" id="{7A8C2F4F-CEE3-49FF-AFF7-92DF204EC3E7}"/>
              </a:ext>
            </a:extLst>
          </p:cNvPr>
          <p:cNvSpPr>
            <a:spLocks xmlns:a="http://schemas.openxmlformats.org/drawingml/2006/main" noGrp="1"/>
          </p:cNvSpPr>
          <p:nvPr/>
        </p:nvSpPr>
        <p:spPr>
          <a:xfrm xmlns:a="http://schemas.openxmlformats.org/drawingml/2006/main">
            <a:off x="1371600" y="2905125"/>
            <a:ext cx="19526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350" b="1">
                <a:solidFill>
                  <a:srgbClr val="ABD7DB"/>
                </a:solidFill>
              </a:defRPr>
            </a:defPPr>
            <a:lvl1pPr algn="l">
              <a:defRPr sz="1350" b="1">
                <a:solidFill>
                  <a:srgbClr val="ABD7DB"/>
                </a:solidFill>
              </a:defRPr>
            </a:lvl1pPr>
            <a:lvl2pPr algn="l">
              <a:defRPr sz="1350" b="1">
                <a:solidFill>
                  <a:srgbClr val="ABD7DB"/>
                </a:solidFill>
              </a:defRPr>
            </a:lvl2pPr>
            <a:lvl3pPr algn="l">
              <a:defRPr sz="1350" b="1">
                <a:solidFill>
                  <a:srgbClr val="ABD7DB"/>
                </a:solidFill>
              </a:defRPr>
            </a:lvl3pPr>
            <a:lvl4pPr algn="l">
              <a:defRPr sz="1350" b="1">
                <a:solidFill>
                  <a:srgbClr val="ABD7DB"/>
                </a:solidFill>
              </a:defRPr>
            </a:lvl4pPr>
            <a:lvl5pPr algn="l">
              <a:defRPr sz="1350" b="1">
                <a:solidFill>
                  <a:srgbClr val="ABD7DB"/>
                </a:solidFill>
              </a:defRPr>
            </a:lvl5pPr>
            <a:lvl6pPr algn="l">
              <a:defRPr sz="1350" b="1">
                <a:solidFill>
                  <a:srgbClr val="ABD7DB"/>
                </a:solidFill>
              </a:defRPr>
            </a:lvl6pPr>
            <a:lvl7pPr algn="l">
              <a:defRPr sz="1350" b="1">
                <a:solidFill>
                  <a:srgbClr val="ABD7DB"/>
                </a:solidFill>
              </a:defRPr>
            </a:lvl7pPr>
            <a:lvl8pPr algn="l">
              <a:defRPr sz="1350" b="1">
                <a:solidFill>
                  <a:srgbClr val="ABD7DB"/>
                </a:solidFill>
              </a:defRPr>
            </a:lvl8pPr>
            <a:lvl9pPr algn="l">
              <a:defRPr sz="1350" b="1">
                <a:solidFill>
                  <a:srgbClr val="ABD7DB"/>
                </a:solidFill>
              </a:defRPr>
            </a:lvl9pPr>
          </a:lstStyle>
          <a:p xmlns:a="http://schemas.openxmlformats.org/drawingml/2006/main">
            <a:pPr algn="l">
              <a:buNone/>
              <a:defRPr sz="1350" b="1">
                <a:solidFill>
                  <a:srgbClr val="ABD7DB"/>
                </a:solidFill>
              </a:defRPr>
            </a:pPr>
            <a:r>
              <a:rPr sz="1350" b="1">
                <a:solidFill>
                  <a:srgbClr val="ABD7DB"/>
                </a:solidFill>
              </a:rPr>
              <a:t>LEARNING SPACE</a:t>
            </a:r>
          </a:p>
        </p:txBody>
      </p:sp>
      <p:pic>
        <p:nvPicPr>
          <p:cNvPr id="18" name="">
            <a:extLst xmlns:a="http://schemas.openxmlformats.org/drawingml/2006/main">
              <a:ext uri="{FF2B5EF4-FFF2-40B4-BE49-F238E27FC236}">
                <a16:creationId xmlns:a16="http://schemas.microsoft.com/office/drawing/2014/main" id="{EC1585A6-84B6-4D00-8A8D-98B2B104CD3A}"/>
              </a:ext>
            </a:extLst>
          </p:cNvPr>
          <p:cNvPicPr>
            <a:picLocks xmlns:a="http://schemas.openxmlformats.org/drawingml/2006/main" noChangeAspect="1"/>
          </p:cNvPicPr>
          <p:nvPr/>
        </p:nvPicPr>
        <p:blipFill>
          <a:blip xmlns:r="http://schemas.openxmlformats.org/officeDocument/2006/relationships" xmlns:a="http://schemas.openxmlformats.org/drawingml/2006/main" r:embed="R9d3547b213dc456d"/>
          <a:stretch xmlns:a="http://schemas.openxmlformats.org/drawingml/2006/main"/>
        </p:blipFill>
        <p:spPr>
          <a:xfrm xmlns:a="http://schemas.openxmlformats.org/drawingml/2006/main">
            <a:off x="1438275" y="3619500"/>
            <a:ext cx="266700" cy="266700"/>
          </a:xfrm>
          <a:prstGeom xmlns:a="http://schemas.openxmlformats.org/drawingml/2006/main" prst="rect">
            <a:avLst/>
          </a:prstGeom>
        </p:spPr>
      </p:pic>
      <p:sp>
        <p:nvSpPr>
          <p:cNvPr id="19" name="text-163">
            <a:extLst xmlns:a="http://schemas.openxmlformats.org/drawingml/2006/main">
              <a:ext uri="{FF2B5EF4-FFF2-40B4-BE49-F238E27FC236}">
                <a16:creationId xmlns:a16="http://schemas.microsoft.com/office/drawing/2014/main" id="{F98FB4FB-8F2C-4FA2-93D4-D637F6F15F63}"/>
              </a:ext>
            </a:extLst>
          </p:cNvPr>
          <p:cNvSpPr>
            <a:spLocks xmlns:a="http://schemas.openxmlformats.org/drawingml/2006/main" noGrp="1"/>
          </p:cNvSpPr>
          <p:nvPr/>
        </p:nvSpPr>
        <p:spPr>
          <a:xfrm xmlns:a="http://schemas.openxmlformats.org/drawingml/2006/main">
            <a:off x="1866900" y="3571875"/>
            <a:ext cx="15049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650" b="0">
                <a:solidFill>
                  <a:srgbClr val="FFFFFF"/>
                </a:solidFill>
              </a:defRPr>
            </a:defPPr>
            <a:lvl1pPr algn="l">
              <a:defRPr sz="1650" b="0">
                <a:solidFill>
                  <a:srgbClr val="FFFFFF"/>
                </a:solidFill>
              </a:defRPr>
            </a:lvl1pPr>
            <a:lvl2pPr algn="l">
              <a:defRPr sz="1650" b="0">
                <a:solidFill>
                  <a:srgbClr val="FFFFFF"/>
                </a:solidFill>
              </a:defRPr>
            </a:lvl2pPr>
            <a:lvl3pPr algn="l">
              <a:defRPr sz="1650" b="0">
                <a:solidFill>
                  <a:srgbClr val="FFFFFF"/>
                </a:solidFill>
              </a:defRPr>
            </a:lvl3pPr>
            <a:lvl4pPr algn="l">
              <a:defRPr sz="1650" b="0">
                <a:solidFill>
                  <a:srgbClr val="FFFFFF"/>
                </a:solidFill>
              </a:defRPr>
            </a:lvl4pPr>
            <a:lvl5pPr algn="l">
              <a:defRPr sz="1650" b="0">
                <a:solidFill>
                  <a:srgbClr val="FFFFFF"/>
                </a:solidFill>
              </a:defRPr>
            </a:lvl5pPr>
            <a:lvl6pPr algn="l">
              <a:defRPr sz="1650" b="0">
                <a:solidFill>
                  <a:srgbClr val="FFFFFF"/>
                </a:solidFill>
              </a:defRPr>
            </a:lvl6pPr>
            <a:lvl7pPr algn="l">
              <a:defRPr sz="1650" b="0">
                <a:solidFill>
                  <a:srgbClr val="FFFFFF"/>
                </a:solidFill>
              </a:defRPr>
            </a:lvl7pPr>
            <a:lvl8pPr algn="l">
              <a:defRPr sz="1650" b="0">
                <a:solidFill>
                  <a:srgbClr val="FFFFFF"/>
                </a:solidFill>
              </a:defRPr>
            </a:lvl8pPr>
            <a:lvl9pPr algn="l">
              <a:defRPr sz="1650" b="0">
                <a:solidFill>
                  <a:srgbClr val="FFFFFF"/>
                </a:solidFill>
              </a:defRPr>
            </a:lvl9pPr>
          </a:lstStyle>
          <a:p xmlns:a="http://schemas.openxmlformats.org/drawingml/2006/main">
            <a:pPr algn="l">
              <a:buNone/>
              <a:defRPr sz="1650" b="0">
                <a:solidFill>
                  <a:srgbClr val="FFFFFF"/>
                </a:solidFill>
              </a:defRPr>
            </a:pPr>
            <a:r>
              <a:rPr sz="1650" b="0">
                <a:solidFill>
                  <a:srgbClr val="FFFFFF"/>
                </a:solidFill>
              </a:rPr>
              <a:t>Dashboard</a:t>
            </a:r>
          </a:p>
        </p:txBody>
      </p:sp>
      <p:pic>
        <p:nvPicPr>
          <p:cNvPr id="20" name="">
            <a:extLst xmlns:a="http://schemas.openxmlformats.org/drawingml/2006/main">
              <a:ext uri="{FF2B5EF4-FFF2-40B4-BE49-F238E27FC236}">
                <a16:creationId xmlns:a16="http://schemas.microsoft.com/office/drawing/2014/main" id="{5549EEFA-32CF-466B-BEA1-BFF5E9E53D06}"/>
              </a:ext>
            </a:extLst>
          </p:cNvPr>
          <p:cNvPicPr>
            <a:picLocks xmlns:a="http://schemas.openxmlformats.org/drawingml/2006/main" noChangeAspect="1"/>
          </p:cNvPicPr>
          <p:nvPr/>
        </p:nvPicPr>
        <p:blipFill>
          <a:blip xmlns:r="http://schemas.openxmlformats.org/officeDocument/2006/relationships" xmlns:a="http://schemas.openxmlformats.org/drawingml/2006/main" r:embed="R9c0ab912046f47d8"/>
          <a:stretch xmlns:a="http://schemas.openxmlformats.org/drawingml/2006/main"/>
        </p:blipFill>
        <p:spPr>
          <a:xfrm xmlns:a="http://schemas.openxmlformats.org/drawingml/2006/main">
            <a:off x="1438275" y="4333875"/>
            <a:ext cx="266700" cy="266700"/>
          </a:xfrm>
          <a:prstGeom xmlns:a="http://schemas.openxmlformats.org/drawingml/2006/main" prst="rect">
            <a:avLst/>
          </a:prstGeom>
        </p:spPr>
      </p:pic>
      <p:sp>
        <p:nvSpPr>
          <p:cNvPr id="21" name="text-164">
            <a:extLst xmlns:a="http://schemas.openxmlformats.org/drawingml/2006/main">
              <a:ext uri="{FF2B5EF4-FFF2-40B4-BE49-F238E27FC236}">
                <a16:creationId xmlns:a16="http://schemas.microsoft.com/office/drawing/2014/main" id="{1F037E8E-4947-4928-BC82-B63BD9548923}"/>
              </a:ext>
            </a:extLst>
          </p:cNvPr>
          <p:cNvSpPr>
            <a:spLocks xmlns:a="http://schemas.openxmlformats.org/drawingml/2006/main" noGrp="1"/>
          </p:cNvSpPr>
          <p:nvPr/>
        </p:nvSpPr>
        <p:spPr>
          <a:xfrm xmlns:a="http://schemas.openxmlformats.org/drawingml/2006/main">
            <a:off x="1866900" y="4286250"/>
            <a:ext cx="15049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650" b="0">
                <a:solidFill>
                  <a:srgbClr val="FFFFFF"/>
                </a:solidFill>
              </a:defRPr>
            </a:defPPr>
            <a:lvl1pPr algn="l">
              <a:defRPr sz="1650" b="0">
                <a:solidFill>
                  <a:srgbClr val="FFFFFF"/>
                </a:solidFill>
              </a:defRPr>
            </a:lvl1pPr>
            <a:lvl2pPr algn="l">
              <a:defRPr sz="1650" b="0">
                <a:solidFill>
                  <a:srgbClr val="FFFFFF"/>
                </a:solidFill>
              </a:defRPr>
            </a:lvl2pPr>
            <a:lvl3pPr algn="l">
              <a:defRPr sz="1650" b="0">
                <a:solidFill>
                  <a:srgbClr val="FFFFFF"/>
                </a:solidFill>
              </a:defRPr>
            </a:lvl3pPr>
            <a:lvl4pPr algn="l">
              <a:defRPr sz="1650" b="0">
                <a:solidFill>
                  <a:srgbClr val="FFFFFF"/>
                </a:solidFill>
              </a:defRPr>
            </a:lvl4pPr>
            <a:lvl5pPr algn="l">
              <a:defRPr sz="1650" b="0">
                <a:solidFill>
                  <a:srgbClr val="FFFFFF"/>
                </a:solidFill>
              </a:defRPr>
            </a:lvl5pPr>
            <a:lvl6pPr algn="l">
              <a:defRPr sz="1650" b="0">
                <a:solidFill>
                  <a:srgbClr val="FFFFFF"/>
                </a:solidFill>
              </a:defRPr>
            </a:lvl6pPr>
            <a:lvl7pPr algn="l">
              <a:defRPr sz="1650" b="0">
                <a:solidFill>
                  <a:srgbClr val="FFFFFF"/>
                </a:solidFill>
              </a:defRPr>
            </a:lvl7pPr>
            <a:lvl8pPr algn="l">
              <a:defRPr sz="1650" b="0">
                <a:solidFill>
                  <a:srgbClr val="FFFFFF"/>
                </a:solidFill>
              </a:defRPr>
            </a:lvl8pPr>
            <a:lvl9pPr algn="l">
              <a:defRPr sz="1650" b="0">
                <a:solidFill>
                  <a:srgbClr val="FFFFFF"/>
                </a:solidFill>
              </a:defRPr>
            </a:lvl9pPr>
          </a:lstStyle>
          <a:p xmlns:a="http://schemas.openxmlformats.org/drawingml/2006/main">
            <a:pPr algn="l">
              <a:buNone/>
              <a:defRPr sz="1650" b="0">
                <a:solidFill>
                  <a:srgbClr val="FFFFFF"/>
                </a:solidFill>
              </a:defRPr>
            </a:pPr>
            <a:r>
              <a:rPr sz="1650" b="0">
                <a:solidFill>
                  <a:srgbClr val="FFFFFF"/>
                </a:solidFill>
              </a:rPr>
              <a:t>Study Material</a:t>
            </a:r>
          </a:p>
        </p:txBody>
      </p:sp>
      <p:sp>
        <p:nvSpPr>
          <p:cNvPr id="22" name="panel-165">
            <a:extLst xmlns:a="http://schemas.openxmlformats.org/drawingml/2006/main">
              <a:ext uri="{FF2B5EF4-FFF2-40B4-BE49-F238E27FC236}">
                <a16:creationId xmlns:a16="http://schemas.microsoft.com/office/drawing/2014/main" id="{6A812298-16C0-403F-BD30-322BC8A86E98}"/>
              </a:ext>
            </a:extLst>
          </p:cNvPr>
          <p:cNvSpPr>
            <a:spLocks xmlns:a="http://schemas.openxmlformats.org/drawingml/2006/main" noGrp="1"/>
          </p:cNvSpPr>
          <p:nvPr/>
        </p:nvSpPr>
        <p:spPr>
          <a:xfrm xmlns:a="http://schemas.openxmlformats.org/drawingml/2006/main">
            <a:off x="1257300" y="4914900"/>
            <a:ext cx="2095500" cy="561975"/>
          </a:xfrm>
          <a:prstGeom xmlns:a="http://schemas.openxmlformats.org/drawingml/2006/main" prst="roundRect">
            <a:avLst>
              <a:gd name="adj" fmla="val 16949"/>
            </a:avLst>
          </a:prstGeom>
          <a:solidFill xmlns:a="http://schemas.openxmlformats.org/drawingml/2006/main">
            <a:srgbClr val="258B91"/>
          </a:solidFill>
          <a:ln xmlns:a="http://schemas.openxmlformats.org/drawingml/2006/main" w="0">
            <a:noFill/>
          </a:ln>
        </p:spPr>
      </p:sp>
      <p:pic>
        <p:nvPicPr>
          <p:cNvPr id="23" name="">
            <a:extLst xmlns:a="http://schemas.openxmlformats.org/drawingml/2006/main">
              <a:ext uri="{FF2B5EF4-FFF2-40B4-BE49-F238E27FC236}">
                <a16:creationId xmlns:a16="http://schemas.microsoft.com/office/drawing/2014/main" id="{1C6B9B7B-04A5-4AF1-A10D-AD2536994C1C}"/>
              </a:ext>
            </a:extLst>
          </p:cNvPr>
          <p:cNvPicPr>
            <a:picLocks xmlns:a="http://schemas.openxmlformats.org/drawingml/2006/main" noChangeAspect="1"/>
          </p:cNvPicPr>
          <p:nvPr/>
        </p:nvPicPr>
        <p:blipFill>
          <a:blip xmlns:r="http://schemas.openxmlformats.org/officeDocument/2006/relationships" xmlns:a="http://schemas.openxmlformats.org/drawingml/2006/main" r:embed="R3644566982b84e8b"/>
          <a:stretch xmlns:a="http://schemas.openxmlformats.org/drawingml/2006/main"/>
        </p:blipFill>
        <p:spPr>
          <a:xfrm xmlns:a="http://schemas.openxmlformats.org/drawingml/2006/main">
            <a:off x="1438275" y="5048250"/>
            <a:ext cx="266700" cy="266700"/>
          </a:xfrm>
          <a:prstGeom xmlns:a="http://schemas.openxmlformats.org/drawingml/2006/main" prst="rect">
            <a:avLst/>
          </a:prstGeom>
        </p:spPr>
      </p:pic>
      <p:sp>
        <p:nvSpPr>
          <p:cNvPr id="24" name="text-166">
            <a:extLst xmlns:a="http://schemas.openxmlformats.org/drawingml/2006/main">
              <a:ext uri="{FF2B5EF4-FFF2-40B4-BE49-F238E27FC236}">
                <a16:creationId xmlns:a16="http://schemas.microsoft.com/office/drawing/2014/main" id="{E7517E53-C45D-4581-96C2-655E35093A12}"/>
              </a:ext>
            </a:extLst>
          </p:cNvPr>
          <p:cNvSpPr>
            <a:spLocks xmlns:a="http://schemas.openxmlformats.org/drawingml/2006/main" noGrp="1"/>
          </p:cNvSpPr>
          <p:nvPr/>
        </p:nvSpPr>
        <p:spPr>
          <a:xfrm xmlns:a="http://schemas.openxmlformats.org/drawingml/2006/main">
            <a:off x="1866900" y="5000625"/>
            <a:ext cx="15049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650" b="1">
                <a:solidFill>
                  <a:srgbClr val="FFFFFF"/>
                </a:solidFill>
              </a:defRPr>
            </a:defPPr>
            <a:lvl1pPr algn="l">
              <a:defRPr sz="1650" b="1">
                <a:solidFill>
                  <a:srgbClr val="FFFFFF"/>
                </a:solidFill>
              </a:defRPr>
            </a:lvl1pPr>
            <a:lvl2pPr algn="l">
              <a:defRPr sz="1650" b="1">
                <a:solidFill>
                  <a:srgbClr val="FFFFFF"/>
                </a:solidFill>
              </a:defRPr>
            </a:lvl2pPr>
            <a:lvl3pPr algn="l">
              <a:defRPr sz="1650" b="1">
                <a:solidFill>
                  <a:srgbClr val="FFFFFF"/>
                </a:solidFill>
              </a:defRPr>
            </a:lvl3pPr>
            <a:lvl4pPr algn="l">
              <a:defRPr sz="1650" b="1">
                <a:solidFill>
                  <a:srgbClr val="FFFFFF"/>
                </a:solidFill>
              </a:defRPr>
            </a:lvl4pPr>
            <a:lvl5pPr algn="l">
              <a:defRPr sz="1650" b="1">
                <a:solidFill>
                  <a:srgbClr val="FFFFFF"/>
                </a:solidFill>
              </a:defRPr>
            </a:lvl5pPr>
            <a:lvl6pPr algn="l">
              <a:defRPr sz="1650" b="1">
                <a:solidFill>
                  <a:srgbClr val="FFFFFF"/>
                </a:solidFill>
              </a:defRPr>
            </a:lvl6pPr>
            <a:lvl7pPr algn="l">
              <a:defRPr sz="1650" b="1">
                <a:solidFill>
                  <a:srgbClr val="FFFFFF"/>
                </a:solidFill>
              </a:defRPr>
            </a:lvl7pPr>
            <a:lvl8pPr algn="l">
              <a:defRPr sz="1650" b="1">
                <a:solidFill>
                  <a:srgbClr val="FFFFFF"/>
                </a:solidFill>
              </a:defRPr>
            </a:lvl8pPr>
            <a:lvl9pPr algn="l">
              <a:defRPr sz="1650" b="1">
                <a:solidFill>
                  <a:srgbClr val="FFFFFF"/>
                </a:solidFill>
              </a:defRPr>
            </a:lvl9pPr>
          </a:lstStyle>
          <a:p xmlns:a="http://schemas.openxmlformats.org/drawingml/2006/main">
            <a:pPr algn="l">
              <a:buNone/>
              <a:defRPr sz="1650" b="1">
                <a:solidFill>
                  <a:srgbClr val="FFFFFF"/>
                </a:solidFill>
              </a:defRPr>
            </a:pPr>
            <a:r>
              <a:rPr sz="1650" b="1">
                <a:solidFill>
                  <a:srgbClr val="FFFFFF"/>
                </a:solidFill>
              </a:rPr>
              <a:t>AI Tutor</a:t>
            </a:r>
          </a:p>
        </p:txBody>
      </p:sp>
      <p:pic>
        <p:nvPicPr>
          <p:cNvPr id="25" name="">
            <a:extLst xmlns:a="http://schemas.openxmlformats.org/drawingml/2006/main">
              <a:ext uri="{FF2B5EF4-FFF2-40B4-BE49-F238E27FC236}">
                <a16:creationId xmlns:a16="http://schemas.microsoft.com/office/drawing/2014/main" id="{E556236B-8E84-4698-8767-032BF337E34A}"/>
              </a:ext>
            </a:extLst>
          </p:cNvPr>
          <p:cNvPicPr>
            <a:picLocks xmlns:a="http://schemas.openxmlformats.org/drawingml/2006/main" noChangeAspect="1"/>
          </p:cNvPicPr>
          <p:nvPr/>
        </p:nvPicPr>
        <p:blipFill>
          <a:blip xmlns:r="http://schemas.openxmlformats.org/officeDocument/2006/relationships" xmlns:a="http://schemas.openxmlformats.org/drawingml/2006/main" r:embed="Ra821877edadf45cf"/>
          <a:stretch xmlns:a="http://schemas.openxmlformats.org/drawingml/2006/main"/>
        </p:blipFill>
        <p:spPr>
          <a:xfrm xmlns:a="http://schemas.openxmlformats.org/drawingml/2006/main">
            <a:off x="1438275" y="5762625"/>
            <a:ext cx="266700" cy="266700"/>
          </a:xfrm>
          <a:prstGeom xmlns:a="http://schemas.openxmlformats.org/drawingml/2006/main" prst="rect">
            <a:avLst/>
          </a:prstGeom>
        </p:spPr>
      </p:pic>
      <p:sp>
        <p:nvSpPr>
          <p:cNvPr id="26" name="text-167">
            <a:extLst xmlns:a="http://schemas.openxmlformats.org/drawingml/2006/main">
              <a:ext uri="{FF2B5EF4-FFF2-40B4-BE49-F238E27FC236}">
                <a16:creationId xmlns:a16="http://schemas.microsoft.com/office/drawing/2014/main" id="{A9B4666E-54BB-4887-B72C-58D8C04865E7}"/>
              </a:ext>
            </a:extLst>
          </p:cNvPr>
          <p:cNvSpPr>
            <a:spLocks xmlns:a="http://schemas.openxmlformats.org/drawingml/2006/main" noGrp="1"/>
          </p:cNvSpPr>
          <p:nvPr/>
        </p:nvSpPr>
        <p:spPr>
          <a:xfrm xmlns:a="http://schemas.openxmlformats.org/drawingml/2006/main">
            <a:off x="1866900" y="5715000"/>
            <a:ext cx="15049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650" b="0">
                <a:solidFill>
                  <a:srgbClr val="FFFFFF"/>
                </a:solidFill>
              </a:defRPr>
            </a:defPPr>
            <a:lvl1pPr algn="l">
              <a:defRPr sz="1650" b="0">
                <a:solidFill>
                  <a:srgbClr val="FFFFFF"/>
                </a:solidFill>
              </a:defRPr>
            </a:lvl1pPr>
            <a:lvl2pPr algn="l">
              <a:defRPr sz="1650" b="0">
                <a:solidFill>
                  <a:srgbClr val="FFFFFF"/>
                </a:solidFill>
              </a:defRPr>
            </a:lvl2pPr>
            <a:lvl3pPr algn="l">
              <a:defRPr sz="1650" b="0">
                <a:solidFill>
                  <a:srgbClr val="FFFFFF"/>
                </a:solidFill>
              </a:defRPr>
            </a:lvl3pPr>
            <a:lvl4pPr algn="l">
              <a:defRPr sz="1650" b="0">
                <a:solidFill>
                  <a:srgbClr val="FFFFFF"/>
                </a:solidFill>
              </a:defRPr>
            </a:lvl4pPr>
            <a:lvl5pPr algn="l">
              <a:defRPr sz="1650" b="0">
                <a:solidFill>
                  <a:srgbClr val="FFFFFF"/>
                </a:solidFill>
              </a:defRPr>
            </a:lvl5pPr>
            <a:lvl6pPr algn="l">
              <a:defRPr sz="1650" b="0">
                <a:solidFill>
                  <a:srgbClr val="FFFFFF"/>
                </a:solidFill>
              </a:defRPr>
            </a:lvl6pPr>
            <a:lvl7pPr algn="l">
              <a:defRPr sz="1650" b="0">
                <a:solidFill>
                  <a:srgbClr val="FFFFFF"/>
                </a:solidFill>
              </a:defRPr>
            </a:lvl7pPr>
            <a:lvl8pPr algn="l">
              <a:defRPr sz="1650" b="0">
                <a:solidFill>
                  <a:srgbClr val="FFFFFF"/>
                </a:solidFill>
              </a:defRPr>
            </a:lvl8pPr>
            <a:lvl9pPr algn="l">
              <a:defRPr sz="1650" b="0">
                <a:solidFill>
                  <a:srgbClr val="FFFFFF"/>
                </a:solidFill>
              </a:defRPr>
            </a:lvl9pPr>
          </a:lstStyle>
          <a:p xmlns:a="http://schemas.openxmlformats.org/drawingml/2006/main">
            <a:pPr algn="l">
              <a:buNone/>
              <a:defRPr sz="1650" b="0">
                <a:solidFill>
                  <a:srgbClr val="FFFFFF"/>
                </a:solidFill>
              </a:defRPr>
            </a:pPr>
            <a:r>
              <a:rPr sz="1650" b="0">
                <a:solidFill>
                  <a:srgbClr val="FFFFFF"/>
                </a:solidFill>
              </a:rPr>
              <a:t>Quiz</a:t>
            </a:r>
          </a:p>
        </p:txBody>
      </p:sp>
      <p:pic>
        <p:nvPicPr>
          <p:cNvPr id="27" name="">
            <a:extLst xmlns:a="http://schemas.openxmlformats.org/drawingml/2006/main">
              <a:ext uri="{FF2B5EF4-FFF2-40B4-BE49-F238E27FC236}">
                <a16:creationId xmlns:a16="http://schemas.microsoft.com/office/drawing/2014/main" id="{C5B8298F-58F4-43EE-828C-4F8BB75D8B5F}"/>
              </a:ext>
            </a:extLst>
          </p:cNvPr>
          <p:cNvPicPr>
            <a:picLocks xmlns:a="http://schemas.openxmlformats.org/drawingml/2006/main" noChangeAspect="1"/>
          </p:cNvPicPr>
          <p:nvPr/>
        </p:nvPicPr>
        <p:blipFill>
          <a:blip xmlns:r="http://schemas.openxmlformats.org/officeDocument/2006/relationships" xmlns:a="http://schemas.openxmlformats.org/drawingml/2006/main" r:embed="Rbfeb07f63b624f1e"/>
          <a:stretch xmlns:a="http://schemas.openxmlformats.org/drawingml/2006/main"/>
        </p:blipFill>
        <p:spPr>
          <a:xfrm xmlns:a="http://schemas.openxmlformats.org/drawingml/2006/main">
            <a:off x="1438275" y="6477000"/>
            <a:ext cx="266700" cy="266700"/>
          </a:xfrm>
          <a:prstGeom xmlns:a="http://schemas.openxmlformats.org/drawingml/2006/main" prst="rect">
            <a:avLst/>
          </a:prstGeom>
        </p:spPr>
      </p:pic>
      <p:sp>
        <p:nvSpPr>
          <p:cNvPr id="28" name="text-168">
            <a:extLst xmlns:a="http://schemas.openxmlformats.org/drawingml/2006/main">
              <a:ext uri="{FF2B5EF4-FFF2-40B4-BE49-F238E27FC236}">
                <a16:creationId xmlns:a16="http://schemas.microsoft.com/office/drawing/2014/main" id="{B3C9FCD8-37D1-42D8-99A2-7A32F792F046}"/>
              </a:ext>
            </a:extLst>
          </p:cNvPr>
          <p:cNvSpPr>
            <a:spLocks xmlns:a="http://schemas.openxmlformats.org/drawingml/2006/main" noGrp="1"/>
          </p:cNvSpPr>
          <p:nvPr/>
        </p:nvSpPr>
        <p:spPr>
          <a:xfrm xmlns:a="http://schemas.openxmlformats.org/drawingml/2006/main">
            <a:off x="1866900" y="6429375"/>
            <a:ext cx="15049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650" b="0">
                <a:solidFill>
                  <a:srgbClr val="FFFFFF"/>
                </a:solidFill>
              </a:defRPr>
            </a:defPPr>
            <a:lvl1pPr algn="l">
              <a:defRPr sz="1650" b="0">
                <a:solidFill>
                  <a:srgbClr val="FFFFFF"/>
                </a:solidFill>
              </a:defRPr>
            </a:lvl1pPr>
            <a:lvl2pPr algn="l">
              <a:defRPr sz="1650" b="0">
                <a:solidFill>
                  <a:srgbClr val="FFFFFF"/>
                </a:solidFill>
              </a:defRPr>
            </a:lvl2pPr>
            <a:lvl3pPr algn="l">
              <a:defRPr sz="1650" b="0">
                <a:solidFill>
                  <a:srgbClr val="FFFFFF"/>
                </a:solidFill>
              </a:defRPr>
            </a:lvl3pPr>
            <a:lvl4pPr algn="l">
              <a:defRPr sz="1650" b="0">
                <a:solidFill>
                  <a:srgbClr val="FFFFFF"/>
                </a:solidFill>
              </a:defRPr>
            </a:lvl4pPr>
            <a:lvl5pPr algn="l">
              <a:defRPr sz="1650" b="0">
                <a:solidFill>
                  <a:srgbClr val="FFFFFF"/>
                </a:solidFill>
              </a:defRPr>
            </a:lvl5pPr>
            <a:lvl6pPr algn="l">
              <a:defRPr sz="1650" b="0">
                <a:solidFill>
                  <a:srgbClr val="FFFFFF"/>
                </a:solidFill>
              </a:defRPr>
            </a:lvl6pPr>
            <a:lvl7pPr algn="l">
              <a:defRPr sz="1650" b="0">
                <a:solidFill>
                  <a:srgbClr val="FFFFFF"/>
                </a:solidFill>
              </a:defRPr>
            </a:lvl7pPr>
            <a:lvl8pPr algn="l">
              <a:defRPr sz="1650" b="0">
                <a:solidFill>
                  <a:srgbClr val="FFFFFF"/>
                </a:solidFill>
              </a:defRPr>
            </a:lvl8pPr>
            <a:lvl9pPr algn="l">
              <a:defRPr sz="1650" b="0">
                <a:solidFill>
                  <a:srgbClr val="FFFFFF"/>
                </a:solidFill>
              </a:defRPr>
            </a:lvl9pPr>
          </a:lstStyle>
          <a:p xmlns:a="http://schemas.openxmlformats.org/drawingml/2006/main">
            <a:pPr algn="l">
              <a:buNone/>
              <a:defRPr sz="1650" b="0">
                <a:solidFill>
                  <a:srgbClr val="FFFFFF"/>
                </a:solidFill>
              </a:defRPr>
            </a:pPr>
            <a:r>
              <a:rPr sz="1650" b="0">
                <a:solidFill>
                  <a:srgbClr val="FFFFFF"/>
                </a:solidFill>
              </a:rPr>
              <a:t>Progress</a:t>
            </a:r>
          </a:p>
        </p:txBody>
      </p:sp>
      <p:sp>
        <p:nvSpPr>
          <p:cNvPr id="29" name="text-169">
            <a:extLst xmlns:a="http://schemas.openxmlformats.org/drawingml/2006/main">
              <a:ext uri="{FF2B5EF4-FFF2-40B4-BE49-F238E27FC236}">
                <a16:creationId xmlns:a16="http://schemas.microsoft.com/office/drawing/2014/main" id="{2255E34E-CCE2-49F6-8494-8762C24511AE}"/>
              </a:ext>
            </a:extLst>
          </p:cNvPr>
          <p:cNvSpPr>
            <a:spLocks xmlns:a="http://schemas.openxmlformats.org/drawingml/2006/main" noGrp="1"/>
          </p:cNvSpPr>
          <p:nvPr/>
        </p:nvSpPr>
        <p:spPr>
          <a:xfrm xmlns:a="http://schemas.openxmlformats.org/drawingml/2006/main">
            <a:off x="3867150" y="2838450"/>
            <a:ext cx="93535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850" b="1">
                <a:solidFill>
                  <a:srgbClr val="12354E"/>
                </a:solidFill>
              </a:defRPr>
            </a:defPPr>
            <a:lvl1pPr algn="l">
              <a:defRPr sz="2850" b="1">
                <a:solidFill>
                  <a:srgbClr val="12354E"/>
                </a:solidFill>
              </a:defRPr>
            </a:lvl1pPr>
            <a:lvl2pPr algn="l">
              <a:defRPr sz="2850" b="1">
                <a:solidFill>
                  <a:srgbClr val="12354E"/>
                </a:solidFill>
              </a:defRPr>
            </a:lvl2pPr>
            <a:lvl3pPr algn="l">
              <a:defRPr sz="2850" b="1">
                <a:solidFill>
                  <a:srgbClr val="12354E"/>
                </a:solidFill>
              </a:defRPr>
            </a:lvl3pPr>
            <a:lvl4pPr algn="l">
              <a:defRPr sz="2850" b="1">
                <a:solidFill>
                  <a:srgbClr val="12354E"/>
                </a:solidFill>
              </a:defRPr>
            </a:lvl4pPr>
            <a:lvl5pPr algn="l">
              <a:defRPr sz="2850" b="1">
                <a:solidFill>
                  <a:srgbClr val="12354E"/>
                </a:solidFill>
              </a:defRPr>
            </a:lvl5pPr>
            <a:lvl6pPr algn="l">
              <a:defRPr sz="2850" b="1">
                <a:solidFill>
                  <a:srgbClr val="12354E"/>
                </a:solidFill>
              </a:defRPr>
            </a:lvl6pPr>
            <a:lvl7pPr algn="l">
              <a:defRPr sz="2850" b="1">
                <a:solidFill>
                  <a:srgbClr val="12354E"/>
                </a:solidFill>
              </a:defRPr>
            </a:lvl7pPr>
            <a:lvl8pPr algn="l">
              <a:defRPr sz="2850" b="1">
                <a:solidFill>
                  <a:srgbClr val="12354E"/>
                </a:solidFill>
              </a:defRPr>
            </a:lvl8pPr>
            <a:lvl9pPr algn="l">
              <a:defRPr sz="2850" b="1">
                <a:solidFill>
                  <a:srgbClr val="12354E"/>
                </a:solidFill>
              </a:defRPr>
            </a:lvl9pPr>
          </a:lstStyle>
          <a:p xmlns:a="http://schemas.openxmlformats.org/drawingml/2006/main">
            <a:pPr algn="l">
              <a:buNone/>
              <a:defRPr sz="2850" b="1">
                <a:solidFill>
                  <a:srgbClr val="12354E"/>
                </a:solidFill>
              </a:defRPr>
            </a:pPr>
            <a:r>
              <a:rPr sz="2850" b="1">
                <a:solidFill>
                  <a:srgbClr val="12354E"/>
                </a:solidFill>
              </a:rPr>
              <a:t>Welcome to EduVerse AI</a:t>
            </a:r>
          </a:p>
        </p:txBody>
      </p:sp>
      <p:sp>
        <p:nvSpPr>
          <p:cNvPr id="30" name="panel-170">
            <a:extLst xmlns:a="http://schemas.openxmlformats.org/drawingml/2006/main">
              <a:ext uri="{FF2B5EF4-FFF2-40B4-BE49-F238E27FC236}">
                <a16:creationId xmlns:a16="http://schemas.microsoft.com/office/drawing/2014/main" id="{88AFC039-A99C-4A9B-9CB6-C880FC7239B7}"/>
              </a:ext>
            </a:extLst>
          </p:cNvPr>
          <p:cNvSpPr>
            <a:spLocks xmlns:a="http://schemas.openxmlformats.org/drawingml/2006/main" noGrp="1"/>
          </p:cNvSpPr>
          <p:nvPr/>
        </p:nvSpPr>
        <p:spPr>
          <a:xfrm xmlns:a="http://schemas.openxmlformats.org/drawingml/2006/main">
            <a:off x="3857625" y="3562350"/>
            <a:ext cx="8743950" cy="752475"/>
          </a:xfrm>
          <a:prstGeom xmlns:a="http://schemas.openxmlformats.org/drawingml/2006/main" prst="roundRect">
            <a:avLst>
              <a:gd name="adj" fmla="val 12658"/>
            </a:avLst>
          </a:prstGeom>
          <a:solidFill xmlns:a="http://schemas.openxmlformats.org/drawingml/2006/main">
            <a:srgbClr val="EAF5F6"/>
          </a:solidFill>
          <a:ln xmlns:a="http://schemas.openxmlformats.org/drawingml/2006/main" w="0">
            <a:noFill/>
          </a:ln>
        </p:spPr>
      </p:sp>
      <p:pic>
        <p:nvPicPr>
          <p:cNvPr id="31" name="">
            <a:extLst xmlns:a="http://schemas.openxmlformats.org/drawingml/2006/main">
              <a:ext uri="{FF2B5EF4-FFF2-40B4-BE49-F238E27FC236}">
                <a16:creationId xmlns:a16="http://schemas.microsoft.com/office/drawing/2014/main" id="{CC09F4DC-6A12-43F4-A44D-735DF4115B1C}"/>
              </a:ext>
            </a:extLst>
          </p:cNvPr>
          <p:cNvPicPr>
            <a:picLocks xmlns:a="http://schemas.openxmlformats.org/drawingml/2006/main" noChangeAspect="1"/>
          </p:cNvPicPr>
          <p:nvPr/>
        </p:nvPicPr>
        <p:blipFill>
          <a:blip xmlns:r="http://schemas.openxmlformats.org/officeDocument/2006/relationships" xmlns:a="http://schemas.openxmlformats.org/drawingml/2006/main" r:embed="Re8659dbd7c9e467b"/>
          <a:stretch xmlns:a="http://schemas.openxmlformats.org/drawingml/2006/main"/>
        </p:blipFill>
        <p:spPr>
          <a:xfrm xmlns:a="http://schemas.openxmlformats.org/drawingml/2006/main">
            <a:off x="4057650" y="3771900"/>
            <a:ext cx="314325" cy="314325"/>
          </a:xfrm>
          <a:prstGeom xmlns:a="http://schemas.openxmlformats.org/drawingml/2006/main" prst="rect">
            <a:avLst/>
          </a:prstGeom>
        </p:spPr>
      </p:pic>
      <p:sp>
        <p:nvSpPr>
          <p:cNvPr id="32" name="text-171">
            <a:extLst xmlns:a="http://schemas.openxmlformats.org/drawingml/2006/main">
              <a:ext uri="{FF2B5EF4-FFF2-40B4-BE49-F238E27FC236}">
                <a16:creationId xmlns:a16="http://schemas.microsoft.com/office/drawing/2014/main" id="{FE902FCC-AF1C-415A-B617-7EBDF3DCCA9A}"/>
              </a:ext>
            </a:extLst>
          </p:cNvPr>
          <p:cNvSpPr>
            <a:spLocks xmlns:a="http://schemas.openxmlformats.org/drawingml/2006/main" noGrp="1"/>
          </p:cNvSpPr>
          <p:nvPr/>
        </p:nvSpPr>
        <p:spPr>
          <a:xfrm xmlns:a="http://schemas.openxmlformats.org/drawingml/2006/main">
            <a:off x="4572000" y="3648075"/>
            <a:ext cx="3286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275" b="0">
                <a:solidFill>
                  <a:srgbClr val="557080"/>
                </a:solidFill>
              </a:defRPr>
            </a:defPPr>
            <a:lvl1pPr algn="l">
              <a:defRPr sz="1275" b="0">
                <a:solidFill>
                  <a:srgbClr val="557080"/>
                </a:solidFill>
              </a:defRPr>
            </a:lvl1pPr>
            <a:lvl2pPr algn="l">
              <a:defRPr sz="1275" b="0">
                <a:solidFill>
                  <a:srgbClr val="557080"/>
                </a:solidFill>
              </a:defRPr>
            </a:lvl2pPr>
            <a:lvl3pPr algn="l">
              <a:defRPr sz="1275" b="0">
                <a:solidFill>
                  <a:srgbClr val="557080"/>
                </a:solidFill>
              </a:defRPr>
            </a:lvl3pPr>
            <a:lvl4pPr algn="l">
              <a:defRPr sz="1275" b="0">
                <a:solidFill>
                  <a:srgbClr val="557080"/>
                </a:solidFill>
              </a:defRPr>
            </a:lvl4pPr>
            <a:lvl5pPr algn="l">
              <a:defRPr sz="1275" b="0">
                <a:solidFill>
                  <a:srgbClr val="557080"/>
                </a:solidFill>
              </a:defRPr>
            </a:lvl5pPr>
            <a:lvl6pPr algn="l">
              <a:defRPr sz="1275" b="0">
                <a:solidFill>
                  <a:srgbClr val="557080"/>
                </a:solidFill>
              </a:defRPr>
            </a:lvl6pPr>
            <a:lvl7pPr algn="l">
              <a:defRPr sz="1275" b="0">
                <a:solidFill>
                  <a:srgbClr val="557080"/>
                </a:solidFill>
              </a:defRPr>
            </a:lvl7pPr>
            <a:lvl8pPr algn="l">
              <a:defRPr sz="1275" b="0">
                <a:solidFill>
                  <a:srgbClr val="557080"/>
                </a:solidFill>
              </a:defRPr>
            </a:lvl8pPr>
            <a:lvl9pPr algn="l">
              <a:defRPr sz="1275" b="0">
                <a:solidFill>
                  <a:srgbClr val="557080"/>
                </a:solidFill>
              </a:defRPr>
            </a:lvl9pPr>
          </a:lstStyle>
          <a:p xmlns:a="http://schemas.openxmlformats.org/drawingml/2006/main">
            <a:pPr algn="l">
              <a:buNone/>
              <a:defRPr sz="1275" b="0">
                <a:solidFill>
                  <a:srgbClr val="557080"/>
                </a:solidFill>
              </a:defRPr>
            </a:pPr>
            <a:r>
              <a:rPr sz="1275" b="0">
                <a:solidFill>
                  <a:srgbClr val="557080"/>
                </a:solidFill>
              </a:rPr>
              <a:t>Uploaded material</a:t>
            </a:r>
          </a:p>
        </p:txBody>
      </p:sp>
      <p:sp>
        <p:nvSpPr>
          <p:cNvPr id="33" name="text-172">
            <a:extLst xmlns:a="http://schemas.openxmlformats.org/drawingml/2006/main">
              <a:ext uri="{FF2B5EF4-FFF2-40B4-BE49-F238E27FC236}">
                <a16:creationId xmlns:a16="http://schemas.microsoft.com/office/drawing/2014/main" id="{F4066D61-4A15-4581-B218-0388365EC84E}"/>
              </a:ext>
            </a:extLst>
          </p:cNvPr>
          <p:cNvSpPr>
            <a:spLocks xmlns:a="http://schemas.openxmlformats.org/drawingml/2006/main" noGrp="1"/>
          </p:cNvSpPr>
          <p:nvPr/>
        </p:nvSpPr>
        <p:spPr>
          <a:xfrm xmlns:a="http://schemas.openxmlformats.org/drawingml/2006/main">
            <a:off x="4572000" y="3905250"/>
            <a:ext cx="72961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875" b="1">
                <a:solidFill>
                  <a:srgbClr val="075C64"/>
                </a:solidFill>
              </a:defRPr>
            </a:defPPr>
            <a:lvl1pPr algn="l">
              <a:defRPr sz="1875" b="1">
                <a:solidFill>
                  <a:srgbClr val="075C64"/>
                </a:solidFill>
              </a:defRPr>
            </a:lvl1pPr>
            <a:lvl2pPr algn="l">
              <a:defRPr sz="1875" b="1">
                <a:solidFill>
                  <a:srgbClr val="075C64"/>
                </a:solidFill>
              </a:defRPr>
            </a:lvl2pPr>
            <a:lvl3pPr algn="l">
              <a:defRPr sz="1875" b="1">
                <a:solidFill>
                  <a:srgbClr val="075C64"/>
                </a:solidFill>
              </a:defRPr>
            </a:lvl3pPr>
            <a:lvl4pPr algn="l">
              <a:defRPr sz="1875" b="1">
                <a:solidFill>
                  <a:srgbClr val="075C64"/>
                </a:solidFill>
              </a:defRPr>
            </a:lvl4pPr>
            <a:lvl5pPr algn="l">
              <a:defRPr sz="1875" b="1">
                <a:solidFill>
                  <a:srgbClr val="075C64"/>
                </a:solidFill>
              </a:defRPr>
            </a:lvl5pPr>
            <a:lvl6pPr algn="l">
              <a:defRPr sz="1875" b="1">
                <a:solidFill>
                  <a:srgbClr val="075C64"/>
                </a:solidFill>
              </a:defRPr>
            </a:lvl6pPr>
            <a:lvl7pPr algn="l">
              <a:defRPr sz="1875" b="1">
                <a:solidFill>
                  <a:srgbClr val="075C64"/>
                </a:solidFill>
              </a:defRPr>
            </a:lvl7pPr>
            <a:lvl8pPr algn="l">
              <a:defRPr sz="1875" b="1">
                <a:solidFill>
                  <a:srgbClr val="075C64"/>
                </a:solidFill>
              </a:defRPr>
            </a:lvl8pPr>
            <a:lvl9pPr algn="l">
              <a:defRPr sz="1875" b="1">
                <a:solidFill>
                  <a:srgbClr val="075C64"/>
                </a:solidFill>
              </a:defRPr>
            </a:lvl9pPr>
          </a:lstStyle>
          <a:p xmlns:a="http://schemas.openxmlformats.org/drawingml/2006/main">
            <a:pPr algn="l">
              <a:buNone/>
              <a:defRPr sz="1875" b="1">
                <a:solidFill>
                  <a:srgbClr val="075C64"/>
                </a:solidFill>
              </a:defRPr>
            </a:pPr>
            <a:r>
              <a:rPr sz="1875" b="1">
                <a:solidFill>
                  <a:srgbClr val="075C64"/>
                </a:solidFill>
              </a:rPr>
              <a:t>Machine Learning Basics.pdf</a:t>
            </a:r>
          </a:p>
        </p:txBody>
      </p:sp>
      <p:sp>
        <p:nvSpPr>
          <p:cNvPr id="34" name="text-173">
            <a:extLst xmlns:a="http://schemas.openxmlformats.org/drawingml/2006/main">
              <a:ext uri="{FF2B5EF4-FFF2-40B4-BE49-F238E27FC236}">
                <a16:creationId xmlns:a16="http://schemas.microsoft.com/office/drawing/2014/main" id="{384F0A43-72E0-4712-869D-03473725FE5D}"/>
              </a:ext>
            </a:extLst>
          </p:cNvPr>
          <p:cNvSpPr>
            <a:spLocks xmlns:a="http://schemas.openxmlformats.org/drawingml/2006/main" noGrp="1"/>
          </p:cNvSpPr>
          <p:nvPr/>
        </p:nvSpPr>
        <p:spPr>
          <a:xfrm xmlns:a="http://schemas.openxmlformats.org/drawingml/2006/main">
            <a:off x="3895725" y="4572000"/>
            <a:ext cx="8572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425" b="1">
                <a:solidFill>
                  <a:srgbClr val="007F83"/>
                </a:solidFill>
              </a:defRPr>
            </a:defPPr>
            <a:lvl1pPr algn="l">
              <a:defRPr sz="1425" b="1">
                <a:solidFill>
                  <a:srgbClr val="007F83"/>
                </a:solidFill>
              </a:defRPr>
            </a:lvl1pPr>
            <a:lvl2pPr algn="l">
              <a:defRPr sz="1425" b="1">
                <a:solidFill>
                  <a:srgbClr val="007F83"/>
                </a:solidFill>
              </a:defRPr>
            </a:lvl2pPr>
            <a:lvl3pPr algn="l">
              <a:defRPr sz="1425" b="1">
                <a:solidFill>
                  <a:srgbClr val="007F83"/>
                </a:solidFill>
              </a:defRPr>
            </a:lvl3pPr>
            <a:lvl4pPr algn="l">
              <a:defRPr sz="1425" b="1">
                <a:solidFill>
                  <a:srgbClr val="007F83"/>
                </a:solidFill>
              </a:defRPr>
            </a:lvl4pPr>
            <a:lvl5pPr algn="l">
              <a:defRPr sz="1425" b="1">
                <a:solidFill>
                  <a:srgbClr val="007F83"/>
                </a:solidFill>
              </a:defRPr>
            </a:lvl5pPr>
            <a:lvl6pPr algn="l">
              <a:defRPr sz="1425" b="1">
                <a:solidFill>
                  <a:srgbClr val="007F83"/>
                </a:solidFill>
              </a:defRPr>
            </a:lvl6pPr>
            <a:lvl7pPr algn="l">
              <a:defRPr sz="1425" b="1">
                <a:solidFill>
                  <a:srgbClr val="007F83"/>
                </a:solidFill>
              </a:defRPr>
            </a:lvl7pPr>
            <a:lvl8pPr algn="l">
              <a:defRPr sz="1425" b="1">
                <a:solidFill>
                  <a:srgbClr val="007F83"/>
                </a:solidFill>
              </a:defRPr>
            </a:lvl8pPr>
            <a:lvl9pPr algn="l">
              <a:defRPr sz="1425" b="1">
                <a:solidFill>
                  <a:srgbClr val="007F83"/>
                </a:solidFill>
              </a:defRPr>
            </a:lvl9pPr>
          </a:lstStyle>
          <a:p xmlns:a="http://schemas.openxmlformats.org/drawingml/2006/main">
            <a:pPr algn="l">
              <a:buNone/>
              <a:defRPr sz="1425" b="1">
                <a:solidFill>
                  <a:srgbClr val="007F83"/>
                </a:solidFill>
              </a:defRPr>
            </a:pPr>
            <a:r>
              <a:rPr sz="1425" b="1">
                <a:solidFill>
                  <a:srgbClr val="007F83"/>
                </a:solidFill>
              </a:rPr>
              <a:t>AI TUTOR</a:t>
            </a:r>
          </a:p>
        </p:txBody>
      </p:sp>
      <p:sp>
        <p:nvSpPr>
          <p:cNvPr id="35" name="text-174">
            <a:extLst xmlns:a="http://schemas.openxmlformats.org/drawingml/2006/main">
              <a:ext uri="{FF2B5EF4-FFF2-40B4-BE49-F238E27FC236}">
                <a16:creationId xmlns:a16="http://schemas.microsoft.com/office/drawing/2014/main" id="{9CA73783-0B7B-4FF9-8340-B976B4E62402}"/>
              </a:ext>
            </a:extLst>
          </p:cNvPr>
          <p:cNvSpPr>
            <a:spLocks xmlns:a="http://schemas.openxmlformats.org/drawingml/2006/main" noGrp="1"/>
          </p:cNvSpPr>
          <p:nvPr/>
        </p:nvSpPr>
        <p:spPr>
          <a:xfrm xmlns:a="http://schemas.openxmlformats.org/drawingml/2006/main">
            <a:off x="3895725" y="4972050"/>
            <a:ext cx="856297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025" b="0">
                <a:solidFill>
                  <a:srgbClr val="17364A"/>
                </a:solidFill>
              </a:defRPr>
            </a:defPPr>
            <a:lvl1pPr algn="l">
              <a:defRPr sz="2025" b="0">
                <a:solidFill>
                  <a:srgbClr val="17364A"/>
                </a:solidFill>
              </a:defRPr>
            </a:lvl1pPr>
            <a:lvl2pPr algn="l">
              <a:defRPr sz="2025" b="0">
                <a:solidFill>
                  <a:srgbClr val="17364A"/>
                </a:solidFill>
              </a:defRPr>
            </a:lvl2pPr>
            <a:lvl3pPr algn="l">
              <a:defRPr sz="2025" b="0">
                <a:solidFill>
                  <a:srgbClr val="17364A"/>
                </a:solidFill>
              </a:defRPr>
            </a:lvl3pPr>
            <a:lvl4pPr algn="l">
              <a:defRPr sz="2025" b="0">
                <a:solidFill>
                  <a:srgbClr val="17364A"/>
                </a:solidFill>
              </a:defRPr>
            </a:lvl4pPr>
            <a:lvl5pPr algn="l">
              <a:defRPr sz="2025" b="0">
                <a:solidFill>
                  <a:srgbClr val="17364A"/>
                </a:solidFill>
              </a:defRPr>
            </a:lvl5pPr>
            <a:lvl6pPr algn="l">
              <a:defRPr sz="2025" b="0">
                <a:solidFill>
                  <a:srgbClr val="17364A"/>
                </a:solidFill>
              </a:defRPr>
            </a:lvl6pPr>
            <a:lvl7pPr algn="l">
              <a:defRPr sz="2025" b="0">
                <a:solidFill>
                  <a:srgbClr val="17364A"/>
                </a:solidFill>
              </a:defRPr>
            </a:lvl7pPr>
            <a:lvl8pPr algn="l">
              <a:defRPr sz="2025" b="0">
                <a:solidFill>
                  <a:srgbClr val="17364A"/>
                </a:solidFill>
              </a:defRPr>
            </a:lvl8pPr>
            <a:lvl9pPr algn="l">
              <a:defRPr sz="2025" b="0">
                <a:solidFill>
                  <a:srgbClr val="17364A"/>
                </a:solidFill>
              </a:defRPr>
            </a:lvl9pPr>
          </a:lstStyle>
          <a:p xmlns:a="http://schemas.openxmlformats.org/drawingml/2006/main">
            <a:pPr algn="l">
              <a:buNone/>
              <a:defRPr sz="2025" b="0">
                <a:solidFill>
                  <a:srgbClr val="17364A"/>
                </a:solidFill>
              </a:defRPr>
            </a:pPr>
            <a:r>
              <a:rPr sz="2025" b="0">
                <a:solidFill>
                  <a:srgbClr val="17364A"/>
                </a:solidFill>
              </a:rPr>
              <a:t>What would you like to understand?</a:t>
            </a:r>
          </a:p>
        </p:txBody>
      </p:sp>
      <p:sp>
        <p:nvSpPr>
          <p:cNvPr id="36" name="panel-175">
            <a:extLst xmlns:a="http://schemas.openxmlformats.org/drawingml/2006/main">
              <a:ext uri="{FF2B5EF4-FFF2-40B4-BE49-F238E27FC236}">
                <a16:creationId xmlns:a16="http://schemas.microsoft.com/office/drawing/2014/main" id="{1CD61ABA-9D6D-4F8C-8CFF-428B61D3F8A2}"/>
              </a:ext>
            </a:extLst>
          </p:cNvPr>
          <p:cNvSpPr>
            <a:spLocks xmlns:a="http://schemas.openxmlformats.org/drawingml/2006/main" noGrp="1"/>
          </p:cNvSpPr>
          <p:nvPr/>
        </p:nvSpPr>
        <p:spPr>
          <a:xfrm xmlns:a="http://schemas.openxmlformats.org/drawingml/2006/main">
            <a:off x="4591050" y="5495925"/>
            <a:ext cx="8020050" cy="552450"/>
          </a:xfrm>
          <a:prstGeom xmlns:a="http://schemas.openxmlformats.org/drawingml/2006/main" prst="roundRect">
            <a:avLst>
              <a:gd name="adj" fmla="val 17241"/>
            </a:avLst>
          </a:prstGeom>
          <a:solidFill xmlns:a="http://schemas.openxmlformats.org/drawingml/2006/main">
            <a:srgbClr val="E9F0F7"/>
          </a:solidFill>
          <a:ln xmlns:a="http://schemas.openxmlformats.org/drawingml/2006/main" w="0">
            <a:noFill/>
          </a:ln>
        </p:spPr>
      </p:sp>
      <p:sp>
        <p:nvSpPr>
          <p:cNvPr id="37" name="text-176">
            <a:extLst xmlns:a="http://schemas.openxmlformats.org/drawingml/2006/main">
              <a:ext uri="{FF2B5EF4-FFF2-40B4-BE49-F238E27FC236}">
                <a16:creationId xmlns:a16="http://schemas.microsoft.com/office/drawing/2014/main" id="{B07EC704-2945-4739-A7C5-8B7EAAFF3DCE}"/>
              </a:ext>
            </a:extLst>
          </p:cNvPr>
          <p:cNvSpPr>
            <a:spLocks xmlns:a="http://schemas.openxmlformats.org/drawingml/2006/main" noGrp="1"/>
          </p:cNvSpPr>
          <p:nvPr/>
        </p:nvSpPr>
        <p:spPr>
          <a:xfrm xmlns:a="http://schemas.openxmlformats.org/drawingml/2006/main">
            <a:off x="4810125" y="5600700"/>
            <a:ext cx="75628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800" b="0">
                <a:solidFill>
                  <a:srgbClr val="12354E"/>
                </a:solidFill>
              </a:defRPr>
            </a:defPPr>
            <a:lvl1pPr algn="l">
              <a:defRPr sz="1800" b="0">
                <a:solidFill>
                  <a:srgbClr val="12354E"/>
                </a:solidFill>
              </a:defRPr>
            </a:lvl1pPr>
            <a:lvl2pPr algn="l">
              <a:defRPr sz="1800" b="0">
                <a:solidFill>
                  <a:srgbClr val="12354E"/>
                </a:solidFill>
              </a:defRPr>
            </a:lvl2pPr>
            <a:lvl3pPr algn="l">
              <a:defRPr sz="1800" b="0">
                <a:solidFill>
                  <a:srgbClr val="12354E"/>
                </a:solidFill>
              </a:defRPr>
            </a:lvl3pPr>
            <a:lvl4pPr algn="l">
              <a:defRPr sz="1800" b="0">
                <a:solidFill>
                  <a:srgbClr val="12354E"/>
                </a:solidFill>
              </a:defRPr>
            </a:lvl4pPr>
            <a:lvl5pPr algn="l">
              <a:defRPr sz="1800" b="0">
                <a:solidFill>
                  <a:srgbClr val="12354E"/>
                </a:solidFill>
              </a:defRPr>
            </a:lvl5pPr>
            <a:lvl6pPr algn="l">
              <a:defRPr sz="1800" b="0">
                <a:solidFill>
                  <a:srgbClr val="12354E"/>
                </a:solidFill>
              </a:defRPr>
            </a:lvl6pPr>
            <a:lvl7pPr algn="l">
              <a:defRPr sz="1800" b="0">
                <a:solidFill>
                  <a:srgbClr val="12354E"/>
                </a:solidFill>
              </a:defRPr>
            </a:lvl7pPr>
            <a:lvl8pPr algn="l">
              <a:defRPr sz="1800" b="0">
                <a:solidFill>
                  <a:srgbClr val="12354E"/>
                </a:solidFill>
              </a:defRPr>
            </a:lvl8pPr>
            <a:lvl9pPr algn="l">
              <a:defRPr sz="1800" b="0">
                <a:solidFill>
                  <a:srgbClr val="12354E"/>
                </a:solidFill>
              </a:defRPr>
            </a:lvl9pPr>
          </a:lstStyle>
          <a:p xmlns:a="http://schemas.openxmlformats.org/drawingml/2006/main">
            <a:pPr algn="l">
              <a:buNone/>
              <a:defRPr sz="1800" b="0">
                <a:solidFill>
                  <a:srgbClr val="12354E"/>
                </a:solidFill>
              </a:defRPr>
            </a:pPr>
            <a:r>
              <a:rPr sz="1800" b="0">
                <a:solidFill>
                  <a:srgbClr val="12354E"/>
                </a:solidFill>
              </a:rPr>
              <a:t>Student: Explain supervised learning in simple terms.</a:t>
            </a:r>
          </a:p>
        </p:txBody>
      </p:sp>
      <p:sp>
        <p:nvSpPr>
          <p:cNvPr id="38" name="panel-177">
            <a:extLst xmlns:a="http://schemas.openxmlformats.org/drawingml/2006/main">
              <a:ext uri="{FF2B5EF4-FFF2-40B4-BE49-F238E27FC236}">
                <a16:creationId xmlns:a16="http://schemas.microsoft.com/office/drawing/2014/main" id="{86DFB72E-D417-4400-AAB6-729C0775C208}"/>
              </a:ext>
            </a:extLst>
          </p:cNvPr>
          <p:cNvSpPr>
            <a:spLocks xmlns:a="http://schemas.openxmlformats.org/drawingml/2006/main" noGrp="1"/>
          </p:cNvSpPr>
          <p:nvPr/>
        </p:nvSpPr>
        <p:spPr>
          <a:xfrm xmlns:a="http://schemas.openxmlformats.org/drawingml/2006/main">
            <a:off x="3867150" y="6238875"/>
            <a:ext cx="8743950" cy="1019175"/>
          </a:xfrm>
          <a:prstGeom xmlns:a="http://schemas.openxmlformats.org/drawingml/2006/main" prst="roundRect">
            <a:avLst>
              <a:gd name="adj" fmla="val 9346"/>
            </a:avLst>
          </a:prstGeom>
          <a:solidFill xmlns:a="http://schemas.openxmlformats.org/drawingml/2006/main">
            <a:srgbClr val="EAF5F6"/>
          </a:solidFill>
          <a:ln xmlns:a="http://schemas.openxmlformats.org/drawingml/2006/main" w="0">
            <a:noFill/>
          </a:ln>
        </p:spPr>
      </p:sp>
      <p:sp>
        <p:nvSpPr>
          <p:cNvPr id="39" name="text-178">
            <a:extLst xmlns:a="http://schemas.openxmlformats.org/drawingml/2006/main">
              <a:ext uri="{FF2B5EF4-FFF2-40B4-BE49-F238E27FC236}">
                <a16:creationId xmlns:a16="http://schemas.microsoft.com/office/drawing/2014/main" id="{96687D7B-FE50-4A67-8107-5663DB3AA950}"/>
              </a:ext>
            </a:extLst>
          </p:cNvPr>
          <p:cNvSpPr>
            <a:spLocks xmlns:a="http://schemas.openxmlformats.org/drawingml/2006/main" noGrp="1"/>
          </p:cNvSpPr>
          <p:nvPr/>
        </p:nvSpPr>
        <p:spPr>
          <a:xfrm xmlns:a="http://schemas.openxmlformats.org/drawingml/2006/main">
            <a:off x="4067175" y="6372225"/>
            <a:ext cx="8305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725" b="0">
                <a:solidFill>
                  <a:srgbClr val="17364A"/>
                </a:solidFill>
              </a:defRPr>
            </a:defPPr>
            <a:lvl1pPr algn="l">
              <a:defRPr sz="1725" b="0">
                <a:solidFill>
                  <a:srgbClr val="17364A"/>
                </a:solidFill>
              </a:defRPr>
            </a:lvl1pPr>
            <a:lvl2pPr algn="l">
              <a:defRPr sz="1725" b="0">
                <a:solidFill>
                  <a:srgbClr val="17364A"/>
                </a:solidFill>
              </a:defRPr>
            </a:lvl2pPr>
            <a:lvl3pPr algn="l">
              <a:defRPr sz="1725" b="0">
                <a:solidFill>
                  <a:srgbClr val="17364A"/>
                </a:solidFill>
              </a:defRPr>
            </a:lvl3pPr>
            <a:lvl4pPr algn="l">
              <a:defRPr sz="1725" b="0">
                <a:solidFill>
                  <a:srgbClr val="17364A"/>
                </a:solidFill>
              </a:defRPr>
            </a:lvl4pPr>
            <a:lvl5pPr algn="l">
              <a:defRPr sz="1725" b="0">
                <a:solidFill>
                  <a:srgbClr val="17364A"/>
                </a:solidFill>
              </a:defRPr>
            </a:lvl5pPr>
            <a:lvl6pPr algn="l">
              <a:defRPr sz="1725" b="0">
                <a:solidFill>
                  <a:srgbClr val="17364A"/>
                </a:solidFill>
              </a:defRPr>
            </a:lvl6pPr>
            <a:lvl7pPr algn="l">
              <a:defRPr sz="1725" b="0">
                <a:solidFill>
                  <a:srgbClr val="17364A"/>
                </a:solidFill>
              </a:defRPr>
            </a:lvl7pPr>
            <a:lvl8pPr algn="l">
              <a:defRPr sz="1725" b="0">
                <a:solidFill>
                  <a:srgbClr val="17364A"/>
                </a:solidFill>
              </a:defRPr>
            </a:lvl8pPr>
            <a:lvl9pPr algn="l">
              <a:defRPr sz="1725" b="0">
                <a:solidFill>
                  <a:srgbClr val="17364A"/>
                </a:solidFill>
              </a:defRPr>
            </a:lvl9pPr>
          </a:lstStyle>
          <a:p xmlns:a="http://schemas.openxmlformats.org/drawingml/2006/main">
            <a:pPr algn="l">
              <a:buNone/>
              <a:defRPr sz="1725" b="0">
                <a:solidFill>
                  <a:srgbClr val="17364A"/>
                </a:solidFill>
              </a:defRPr>
            </a:pPr>
            <a:r>
              <a:rPr sz="1725" b="0">
                <a:solidFill>
                  <a:srgbClr val="17364A"/>
                </a:solidFill>
              </a:rPr>
              <a:t>AI Tutor: Supervised learning is a machine learning approach where a model learns from labelled examples.</a:t>
            </a:r>
          </a:p>
        </p:txBody>
      </p:sp>
      <p:sp>
        <p:nvSpPr>
          <p:cNvPr id="40" name="panel-179">
            <a:extLst xmlns:a="http://schemas.openxmlformats.org/drawingml/2006/main">
              <a:ext uri="{FF2B5EF4-FFF2-40B4-BE49-F238E27FC236}">
                <a16:creationId xmlns:a16="http://schemas.microsoft.com/office/drawing/2014/main" id="{212678B1-6066-43B3-8857-A2CCD0674790}"/>
              </a:ext>
            </a:extLst>
          </p:cNvPr>
          <p:cNvSpPr>
            <a:spLocks xmlns:a="http://schemas.openxmlformats.org/drawingml/2006/main" noGrp="1"/>
          </p:cNvSpPr>
          <p:nvPr/>
        </p:nvSpPr>
        <p:spPr>
          <a:xfrm xmlns:a="http://schemas.openxmlformats.org/drawingml/2006/main">
            <a:off x="3867150" y="7486650"/>
            <a:ext cx="2543175" cy="428625"/>
          </a:xfrm>
          <a:prstGeom xmlns:a="http://schemas.openxmlformats.org/drawingml/2006/main" prst="roundRect">
            <a:avLst>
              <a:gd name="adj" fmla="val 22222"/>
            </a:avLst>
          </a:prstGeom>
          <a:solidFill xmlns:a="http://schemas.openxmlformats.org/drawingml/2006/main">
            <a:srgbClr val="007F83"/>
          </a:solidFill>
          <a:ln xmlns:a="http://schemas.openxmlformats.org/drawingml/2006/main" w="0">
            <a:noFill/>
          </a:ln>
        </p:spPr>
      </p:sp>
      <p:sp>
        <p:nvSpPr>
          <p:cNvPr id="41" name="text-180">
            <a:extLst xmlns:a="http://schemas.openxmlformats.org/drawingml/2006/main">
              <a:ext uri="{FF2B5EF4-FFF2-40B4-BE49-F238E27FC236}">
                <a16:creationId xmlns:a16="http://schemas.microsoft.com/office/drawing/2014/main" id="{5BC220E0-EDCB-43D2-BF41-5DDC77F74957}"/>
              </a:ext>
            </a:extLst>
          </p:cNvPr>
          <p:cNvSpPr>
            <a:spLocks xmlns:a="http://schemas.openxmlformats.org/drawingml/2006/main" noGrp="1"/>
          </p:cNvSpPr>
          <p:nvPr/>
        </p:nvSpPr>
        <p:spPr>
          <a:xfrm xmlns:a="http://schemas.openxmlformats.org/drawingml/2006/main">
            <a:off x="3981450" y="7524750"/>
            <a:ext cx="22955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575" b="1">
                <a:solidFill>
                  <a:srgbClr val="FFFFFF"/>
                </a:solidFill>
              </a:defRPr>
            </a:defPPr>
            <a:lvl1pPr algn="ctr">
              <a:defRPr sz="1575" b="1">
                <a:solidFill>
                  <a:srgbClr val="FFFFFF"/>
                </a:solidFill>
              </a:defRPr>
            </a:lvl1pPr>
            <a:lvl2pPr algn="ctr">
              <a:defRPr sz="1575" b="1">
                <a:solidFill>
                  <a:srgbClr val="FFFFFF"/>
                </a:solidFill>
              </a:defRPr>
            </a:lvl2pPr>
            <a:lvl3pPr algn="ctr">
              <a:defRPr sz="1575" b="1">
                <a:solidFill>
                  <a:srgbClr val="FFFFFF"/>
                </a:solidFill>
              </a:defRPr>
            </a:lvl3pPr>
            <a:lvl4pPr algn="ctr">
              <a:defRPr sz="1575" b="1">
                <a:solidFill>
                  <a:srgbClr val="FFFFFF"/>
                </a:solidFill>
              </a:defRPr>
            </a:lvl4pPr>
            <a:lvl5pPr algn="ctr">
              <a:defRPr sz="1575" b="1">
                <a:solidFill>
                  <a:srgbClr val="FFFFFF"/>
                </a:solidFill>
              </a:defRPr>
            </a:lvl5pPr>
            <a:lvl6pPr algn="ctr">
              <a:defRPr sz="1575" b="1">
                <a:solidFill>
                  <a:srgbClr val="FFFFFF"/>
                </a:solidFill>
              </a:defRPr>
            </a:lvl6pPr>
            <a:lvl7pPr algn="ctr">
              <a:defRPr sz="1575" b="1">
                <a:solidFill>
                  <a:srgbClr val="FFFFFF"/>
                </a:solidFill>
              </a:defRPr>
            </a:lvl7pPr>
            <a:lvl8pPr algn="ctr">
              <a:defRPr sz="1575" b="1">
                <a:solidFill>
                  <a:srgbClr val="FFFFFF"/>
                </a:solidFill>
              </a:defRPr>
            </a:lvl8pPr>
            <a:lvl9pPr algn="ctr">
              <a:defRPr sz="1575" b="1">
                <a:solidFill>
                  <a:srgbClr val="FFFFFF"/>
                </a:solidFill>
              </a:defRPr>
            </a:lvl9pPr>
          </a:lstStyle>
          <a:p xmlns:a="http://schemas.openxmlformats.org/drawingml/2006/main">
            <a:pPr algn="ctr">
              <a:buNone/>
              <a:defRPr sz="1575" b="1">
                <a:solidFill>
                  <a:srgbClr val="FFFFFF"/>
                </a:solidFill>
              </a:defRPr>
            </a:pPr>
            <a:r>
              <a:rPr sz="1575" b="1">
                <a:solidFill>
                  <a:srgbClr val="FFFFFF"/>
                </a:solidFill>
              </a:rPr>
              <a:t>Ask Tutor</a:t>
            </a:r>
          </a:p>
        </p:txBody>
      </p:sp>
      <p:sp>
        <p:nvSpPr>
          <p:cNvPr id="42" name="panel-181">
            <a:extLst xmlns:a="http://schemas.openxmlformats.org/drawingml/2006/main">
              <a:ext uri="{FF2B5EF4-FFF2-40B4-BE49-F238E27FC236}">
                <a16:creationId xmlns:a16="http://schemas.microsoft.com/office/drawing/2014/main" id="{D8D02942-2796-4D78-AD92-38C26CA0E0F3}"/>
              </a:ext>
            </a:extLst>
          </p:cNvPr>
          <p:cNvSpPr>
            <a:spLocks xmlns:a="http://schemas.openxmlformats.org/drawingml/2006/main" noGrp="1"/>
          </p:cNvSpPr>
          <p:nvPr/>
        </p:nvSpPr>
        <p:spPr>
          <a:xfrm xmlns:a="http://schemas.openxmlformats.org/drawingml/2006/main">
            <a:off x="6638925" y="7486650"/>
            <a:ext cx="2543175" cy="428625"/>
          </a:xfrm>
          <a:prstGeom xmlns:a="http://schemas.openxmlformats.org/drawingml/2006/main" prst="roundRect">
            <a:avLst>
              <a:gd name="adj" fmla="val 22222"/>
            </a:avLst>
          </a:prstGeom>
          <a:solidFill xmlns:a="http://schemas.openxmlformats.org/drawingml/2006/main">
            <a:srgbClr val="007F83"/>
          </a:solidFill>
          <a:ln xmlns:a="http://schemas.openxmlformats.org/drawingml/2006/main" w="0">
            <a:noFill/>
          </a:ln>
        </p:spPr>
      </p:sp>
      <p:sp>
        <p:nvSpPr>
          <p:cNvPr id="43" name="text-182">
            <a:extLst xmlns:a="http://schemas.openxmlformats.org/drawingml/2006/main">
              <a:ext uri="{FF2B5EF4-FFF2-40B4-BE49-F238E27FC236}">
                <a16:creationId xmlns:a16="http://schemas.microsoft.com/office/drawing/2014/main" id="{FEFF93FD-A10F-4ED5-80EE-A4A894C6827E}"/>
              </a:ext>
            </a:extLst>
          </p:cNvPr>
          <p:cNvSpPr>
            <a:spLocks xmlns:a="http://schemas.openxmlformats.org/drawingml/2006/main" noGrp="1"/>
          </p:cNvSpPr>
          <p:nvPr/>
        </p:nvSpPr>
        <p:spPr>
          <a:xfrm xmlns:a="http://schemas.openxmlformats.org/drawingml/2006/main">
            <a:off x="6753225" y="7524750"/>
            <a:ext cx="22955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575" b="1">
                <a:solidFill>
                  <a:srgbClr val="FFFFFF"/>
                </a:solidFill>
              </a:defRPr>
            </a:defPPr>
            <a:lvl1pPr algn="ctr">
              <a:defRPr sz="1575" b="1">
                <a:solidFill>
                  <a:srgbClr val="FFFFFF"/>
                </a:solidFill>
              </a:defRPr>
            </a:lvl1pPr>
            <a:lvl2pPr algn="ctr">
              <a:defRPr sz="1575" b="1">
                <a:solidFill>
                  <a:srgbClr val="FFFFFF"/>
                </a:solidFill>
              </a:defRPr>
            </a:lvl2pPr>
            <a:lvl3pPr algn="ctr">
              <a:defRPr sz="1575" b="1">
                <a:solidFill>
                  <a:srgbClr val="FFFFFF"/>
                </a:solidFill>
              </a:defRPr>
            </a:lvl3pPr>
            <a:lvl4pPr algn="ctr">
              <a:defRPr sz="1575" b="1">
                <a:solidFill>
                  <a:srgbClr val="FFFFFF"/>
                </a:solidFill>
              </a:defRPr>
            </a:lvl4pPr>
            <a:lvl5pPr algn="ctr">
              <a:defRPr sz="1575" b="1">
                <a:solidFill>
                  <a:srgbClr val="FFFFFF"/>
                </a:solidFill>
              </a:defRPr>
            </a:lvl5pPr>
            <a:lvl6pPr algn="ctr">
              <a:defRPr sz="1575" b="1">
                <a:solidFill>
                  <a:srgbClr val="FFFFFF"/>
                </a:solidFill>
              </a:defRPr>
            </a:lvl6pPr>
            <a:lvl7pPr algn="ctr">
              <a:defRPr sz="1575" b="1">
                <a:solidFill>
                  <a:srgbClr val="FFFFFF"/>
                </a:solidFill>
              </a:defRPr>
            </a:lvl7pPr>
            <a:lvl8pPr algn="ctr">
              <a:defRPr sz="1575" b="1">
                <a:solidFill>
                  <a:srgbClr val="FFFFFF"/>
                </a:solidFill>
              </a:defRPr>
            </a:lvl8pPr>
            <a:lvl9pPr algn="ctr">
              <a:defRPr sz="1575" b="1">
                <a:solidFill>
                  <a:srgbClr val="FFFFFF"/>
                </a:solidFill>
              </a:defRPr>
            </a:lvl9pPr>
          </a:lstStyle>
          <a:p xmlns:a="http://schemas.openxmlformats.org/drawingml/2006/main">
            <a:pPr algn="ctr">
              <a:buNone/>
              <a:defRPr sz="1575" b="1">
                <a:solidFill>
                  <a:srgbClr val="FFFFFF"/>
                </a:solidFill>
              </a:defRPr>
            </a:pPr>
            <a:r>
              <a:rPr sz="1575" b="1">
                <a:solidFill>
                  <a:srgbClr val="FFFFFF"/>
                </a:solidFill>
              </a:rPr>
              <a:t>Generate Quiz</a:t>
            </a:r>
          </a:p>
        </p:txBody>
      </p:sp>
      <p:sp>
        <p:nvSpPr>
          <p:cNvPr id="44" name="panel-183">
            <a:extLst xmlns:a="http://schemas.openxmlformats.org/drawingml/2006/main">
              <a:ext uri="{FF2B5EF4-FFF2-40B4-BE49-F238E27FC236}">
                <a16:creationId xmlns:a16="http://schemas.microsoft.com/office/drawing/2014/main" id="{4252E0E1-4B72-49C5-8727-3FB9868D7B60}"/>
              </a:ext>
            </a:extLst>
          </p:cNvPr>
          <p:cNvSpPr>
            <a:spLocks xmlns:a="http://schemas.openxmlformats.org/drawingml/2006/main" noGrp="1"/>
          </p:cNvSpPr>
          <p:nvPr/>
        </p:nvSpPr>
        <p:spPr>
          <a:xfrm xmlns:a="http://schemas.openxmlformats.org/drawingml/2006/main">
            <a:off x="12963525" y="2809875"/>
            <a:ext cx="3895725" cy="4943475"/>
          </a:xfrm>
          <a:prstGeom xmlns:a="http://schemas.openxmlformats.org/drawingml/2006/main" prst="roundRect">
            <a:avLst>
              <a:gd name="adj" fmla="val 2445"/>
            </a:avLst>
          </a:prstGeom>
          <a:solidFill xmlns:a="http://schemas.openxmlformats.org/drawingml/2006/main">
            <a:srgbClr val="F1F7F8"/>
          </a:solidFill>
          <a:ln xmlns:a="http://schemas.openxmlformats.org/drawingml/2006/main" w="12383">
            <a:solidFill>
              <a:srgbClr val="C7E0E2"/>
            </a:solidFill>
          </a:ln>
        </p:spPr>
      </p:sp>
      <p:sp>
        <p:nvSpPr>
          <p:cNvPr id="45" name="text-184">
            <a:extLst xmlns:a="http://schemas.openxmlformats.org/drawingml/2006/main">
              <a:ext uri="{FF2B5EF4-FFF2-40B4-BE49-F238E27FC236}">
                <a16:creationId xmlns:a16="http://schemas.microsoft.com/office/drawing/2014/main" id="{363403CD-50F2-4628-BDEB-42A15757DD06}"/>
              </a:ext>
            </a:extLst>
          </p:cNvPr>
          <p:cNvSpPr>
            <a:spLocks xmlns:a="http://schemas.openxmlformats.org/drawingml/2006/main" noGrp="1"/>
          </p:cNvSpPr>
          <p:nvPr/>
        </p:nvSpPr>
        <p:spPr>
          <a:xfrm xmlns:a="http://schemas.openxmlformats.org/drawingml/2006/main">
            <a:off x="13182600" y="3028950"/>
            <a:ext cx="34671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575" b="1">
                <a:solidFill>
                  <a:srgbClr val="075C64"/>
                </a:solidFill>
              </a:defRPr>
            </a:defPPr>
            <a:lvl1pPr algn="ctr">
              <a:defRPr sz="1575" b="1">
                <a:solidFill>
                  <a:srgbClr val="075C64"/>
                </a:solidFill>
              </a:defRPr>
            </a:lvl1pPr>
            <a:lvl2pPr algn="ctr">
              <a:defRPr sz="1575" b="1">
                <a:solidFill>
                  <a:srgbClr val="075C64"/>
                </a:solidFill>
              </a:defRPr>
            </a:lvl2pPr>
            <a:lvl3pPr algn="ctr">
              <a:defRPr sz="1575" b="1">
                <a:solidFill>
                  <a:srgbClr val="075C64"/>
                </a:solidFill>
              </a:defRPr>
            </a:lvl3pPr>
            <a:lvl4pPr algn="ctr">
              <a:defRPr sz="1575" b="1">
                <a:solidFill>
                  <a:srgbClr val="075C64"/>
                </a:solidFill>
              </a:defRPr>
            </a:lvl4pPr>
            <a:lvl5pPr algn="ctr">
              <a:defRPr sz="1575" b="1">
                <a:solidFill>
                  <a:srgbClr val="075C64"/>
                </a:solidFill>
              </a:defRPr>
            </a:lvl5pPr>
            <a:lvl6pPr algn="ctr">
              <a:defRPr sz="1575" b="1">
                <a:solidFill>
                  <a:srgbClr val="075C64"/>
                </a:solidFill>
              </a:defRPr>
            </a:lvl6pPr>
            <a:lvl7pPr algn="ctr">
              <a:defRPr sz="1575" b="1">
                <a:solidFill>
                  <a:srgbClr val="075C64"/>
                </a:solidFill>
              </a:defRPr>
            </a:lvl7pPr>
            <a:lvl8pPr algn="ctr">
              <a:defRPr sz="1575" b="1">
                <a:solidFill>
                  <a:srgbClr val="075C64"/>
                </a:solidFill>
              </a:defRPr>
            </a:lvl8pPr>
            <a:lvl9pPr algn="ctr">
              <a:defRPr sz="1575" b="1">
                <a:solidFill>
                  <a:srgbClr val="075C64"/>
                </a:solidFill>
              </a:defRPr>
            </a:lvl9pPr>
          </a:lstStyle>
          <a:p xmlns:a="http://schemas.openxmlformats.org/drawingml/2006/main">
            <a:pPr algn="ctr">
              <a:buNone/>
              <a:defRPr sz="1575" b="1">
                <a:solidFill>
                  <a:srgbClr val="075C64"/>
                </a:solidFill>
              </a:defRPr>
            </a:pPr>
            <a:r>
              <a:rPr sz="1575" b="1">
                <a:solidFill>
                  <a:srgbClr val="075C64"/>
                </a:solidFill>
              </a:rPr>
              <a:t>VIRTUAL TUTOR</a:t>
            </a:r>
          </a:p>
        </p:txBody>
      </p:sp>
      <p:pic>
        <p:nvPicPr>
          <p:cNvPr id="46" name="">
            <a:extLst xmlns:a="http://schemas.openxmlformats.org/drawingml/2006/main">
              <a:ext uri="{FF2B5EF4-FFF2-40B4-BE49-F238E27FC236}">
                <a16:creationId xmlns:a16="http://schemas.microsoft.com/office/drawing/2014/main" id="{D96D9993-3EDF-49B0-A7FB-182F7A9118F3}"/>
              </a:ext>
            </a:extLst>
          </p:cNvPr>
          <p:cNvPicPr>
            <a:picLocks xmlns:a="http://schemas.openxmlformats.org/drawingml/2006/main" noChangeAspect="1"/>
          </p:cNvPicPr>
          <p:nvPr/>
        </p:nvPicPr>
        <p:blipFill>
          <a:blip xmlns:r="http://schemas.openxmlformats.org/officeDocument/2006/relationships" xmlns:a="http://schemas.openxmlformats.org/drawingml/2006/main" r:embed="R65fbe2e34fac4a14"/>
          <a:srcRect xmlns:a="http://schemas.openxmlformats.org/drawingml/2006/main" l="0" t="6897" r="0" b="6897"/>
          <a:stretch xmlns:a="http://schemas.openxmlformats.org/drawingml/2006/main">
            <a:fillRect l="0" t="0" r="0" b="0"/>
          </a:stretch>
        </p:blipFill>
        <p:spPr>
          <a:xfrm xmlns:a="http://schemas.openxmlformats.org/drawingml/2006/main">
            <a:off x="13515975" y="3457575"/>
            <a:ext cx="2762250" cy="2381250"/>
          </a:xfrm>
          <a:prstGeom xmlns:a="http://schemas.openxmlformats.org/drawingml/2006/main" prst="rect">
            <a:avLst/>
          </a:prstGeom>
        </p:spPr>
      </p:pic>
      <p:sp>
        <p:nvSpPr>
          <p:cNvPr id="47" name="text-185">
            <a:extLst xmlns:a="http://schemas.openxmlformats.org/drawingml/2006/main">
              <a:ext uri="{FF2B5EF4-FFF2-40B4-BE49-F238E27FC236}">
                <a16:creationId xmlns:a16="http://schemas.microsoft.com/office/drawing/2014/main" id="{9E838C39-0563-4AF7-9932-CC39F7DC7878}"/>
              </a:ext>
            </a:extLst>
          </p:cNvPr>
          <p:cNvSpPr>
            <a:spLocks xmlns:a="http://schemas.openxmlformats.org/drawingml/2006/main" noGrp="1"/>
          </p:cNvSpPr>
          <p:nvPr/>
        </p:nvSpPr>
        <p:spPr>
          <a:xfrm xmlns:a="http://schemas.openxmlformats.org/drawingml/2006/main">
            <a:off x="13154025" y="5981700"/>
            <a:ext cx="35147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575" b="0">
                <a:solidFill>
                  <a:srgbClr val="557080"/>
                </a:solidFill>
              </a:defRPr>
            </a:defPPr>
            <a:lvl1pPr algn="ctr">
              <a:defRPr sz="1575" b="0">
                <a:solidFill>
                  <a:srgbClr val="557080"/>
                </a:solidFill>
              </a:defRPr>
            </a:lvl1pPr>
            <a:lvl2pPr algn="ctr">
              <a:defRPr sz="1575" b="0">
                <a:solidFill>
                  <a:srgbClr val="557080"/>
                </a:solidFill>
              </a:defRPr>
            </a:lvl2pPr>
            <a:lvl3pPr algn="ctr">
              <a:defRPr sz="1575" b="0">
                <a:solidFill>
                  <a:srgbClr val="557080"/>
                </a:solidFill>
              </a:defRPr>
            </a:lvl3pPr>
            <a:lvl4pPr algn="ctr">
              <a:defRPr sz="1575" b="0">
                <a:solidFill>
                  <a:srgbClr val="557080"/>
                </a:solidFill>
              </a:defRPr>
            </a:lvl4pPr>
            <a:lvl5pPr algn="ctr">
              <a:defRPr sz="1575" b="0">
                <a:solidFill>
                  <a:srgbClr val="557080"/>
                </a:solidFill>
              </a:defRPr>
            </a:lvl5pPr>
            <a:lvl6pPr algn="ctr">
              <a:defRPr sz="1575" b="0">
                <a:solidFill>
                  <a:srgbClr val="557080"/>
                </a:solidFill>
              </a:defRPr>
            </a:lvl6pPr>
            <a:lvl7pPr algn="ctr">
              <a:defRPr sz="1575" b="0">
                <a:solidFill>
                  <a:srgbClr val="557080"/>
                </a:solidFill>
              </a:defRPr>
            </a:lvl7pPr>
            <a:lvl8pPr algn="ctr">
              <a:defRPr sz="1575" b="0">
                <a:solidFill>
                  <a:srgbClr val="557080"/>
                </a:solidFill>
              </a:defRPr>
            </a:lvl8pPr>
            <a:lvl9pPr algn="ctr">
              <a:defRPr sz="1575" b="0">
                <a:solidFill>
                  <a:srgbClr val="557080"/>
                </a:solidFill>
              </a:defRPr>
            </a:lvl9pPr>
          </a:lstStyle>
          <a:p xmlns:a="http://schemas.openxmlformats.org/drawingml/2006/main">
            <a:pPr algn="ctr">
              <a:buNone/>
              <a:defRPr sz="1575" b="0">
                <a:solidFill>
                  <a:srgbClr val="557080"/>
                </a:solidFill>
              </a:defRPr>
            </a:pPr>
            <a:r>
              <a:rPr sz="1575" b="0">
                <a:solidFill>
                  <a:srgbClr val="557080"/>
                </a:solidFill>
              </a:rPr>
              <a:t>Virtual Tutor Concept</a:t>
            </a:r>
          </a:p>
        </p:txBody>
      </p:sp>
      <p:sp>
        <p:nvSpPr>
          <p:cNvPr id="48" name="">
            <a:extLst xmlns:a="http://schemas.openxmlformats.org/drawingml/2006/main">
              <a:ext uri="{FF2B5EF4-FFF2-40B4-BE49-F238E27FC236}">
                <a16:creationId xmlns:a16="http://schemas.microsoft.com/office/drawing/2014/main" id="{232F3569-5DF5-4949-8CF4-9FBB96238129}"/>
              </a:ext>
            </a:extLst>
          </p:cNvPr>
          <p:cNvSpPr>
            <a:spLocks xmlns:a="http://schemas.openxmlformats.org/drawingml/2006/main" noGrp="1"/>
          </p:cNvSpPr>
          <p:nvPr/>
        </p:nvSpPr>
        <p:spPr>
          <a:xfrm xmlns:a="http://schemas.openxmlformats.org/drawingml/2006/main">
            <a:off x="13211175" y="6467475"/>
            <a:ext cx="3390900" cy="0"/>
          </a:xfrm>
          <a:prstGeom xmlns:a="http://schemas.openxmlformats.org/drawingml/2006/main" prst="line">
            <a:avLst/>
          </a:prstGeom>
          <a:noFill xmlns:a="http://schemas.openxmlformats.org/drawingml/2006/main"/>
          <a:ln xmlns:a="http://schemas.openxmlformats.org/drawingml/2006/main" w="9525">
            <a:solidFill>
              <a:srgbClr val="C7E0E2"/>
            </a:solidFill>
          </a:ln>
        </p:spPr>
      </p:sp>
      <p:sp>
        <p:nvSpPr>
          <p:cNvPr id="49" name="text-186">
            <a:extLst xmlns:a="http://schemas.openxmlformats.org/drawingml/2006/main">
              <a:ext uri="{FF2B5EF4-FFF2-40B4-BE49-F238E27FC236}">
                <a16:creationId xmlns:a16="http://schemas.microsoft.com/office/drawing/2014/main" id="{B561FA35-3AE3-49F1-9BAF-40BF148767C4}"/>
              </a:ext>
            </a:extLst>
          </p:cNvPr>
          <p:cNvSpPr>
            <a:spLocks xmlns:a="http://schemas.openxmlformats.org/drawingml/2006/main" noGrp="1"/>
          </p:cNvSpPr>
          <p:nvPr/>
        </p:nvSpPr>
        <p:spPr>
          <a:xfrm xmlns:a="http://schemas.openxmlformats.org/drawingml/2006/main">
            <a:off x="13211175" y="6629400"/>
            <a:ext cx="3381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800" b="1">
                <a:solidFill>
                  <a:srgbClr val="075C64"/>
                </a:solidFill>
              </a:defRPr>
            </a:defPPr>
            <a:lvl1pPr algn="l">
              <a:defRPr sz="1800" b="1">
                <a:solidFill>
                  <a:srgbClr val="075C64"/>
                </a:solidFill>
              </a:defRPr>
            </a:lvl1pPr>
            <a:lvl2pPr algn="l">
              <a:defRPr sz="1800" b="1">
                <a:solidFill>
                  <a:srgbClr val="075C64"/>
                </a:solidFill>
              </a:defRPr>
            </a:lvl2pPr>
            <a:lvl3pPr algn="l">
              <a:defRPr sz="1800" b="1">
                <a:solidFill>
                  <a:srgbClr val="075C64"/>
                </a:solidFill>
              </a:defRPr>
            </a:lvl3pPr>
            <a:lvl4pPr algn="l">
              <a:defRPr sz="1800" b="1">
                <a:solidFill>
                  <a:srgbClr val="075C64"/>
                </a:solidFill>
              </a:defRPr>
            </a:lvl4pPr>
            <a:lvl5pPr algn="l">
              <a:defRPr sz="1800" b="1">
                <a:solidFill>
                  <a:srgbClr val="075C64"/>
                </a:solidFill>
              </a:defRPr>
            </a:lvl5pPr>
            <a:lvl6pPr algn="l">
              <a:defRPr sz="1800" b="1">
                <a:solidFill>
                  <a:srgbClr val="075C64"/>
                </a:solidFill>
              </a:defRPr>
            </a:lvl6pPr>
            <a:lvl7pPr algn="l">
              <a:defRPr sz="1800" b="1">
                <a:solidFill>
                  <a:srgbClr val="075C64"/>
                </a:solidFill>
              </a:defRPr>
            </a:lvl7pPr>
            <a:lvl8pPr algn="l">
              <a:defRPr sz="1800" b="1">
                <a:solidFill>
                  <a:srgbClr val="075C64"/>
                </a:solidFill>
              </a:defRPr>
            </a:lvl8pPr>
            <a:lvl9pPr algn="l">
              <a:defRPr sz="1800" b="1">
                <a:solidFill>
                  <a:srgbClr val="075C64"/>
                </a:solidFill>
              </a:defRPr>
            </a:lvl9pPr>
          </a:lstStyle>
          <a:p xmlns:a="http://schemas.openxmlformats.org/drawingml/2006/main">
            <a:pPr algn="l">
              <a:buNone/>
              <a:defRPr sz="1800" b="1">
                <a:solidFill>
                  <a:srgbClr val="075C64"/>
                </a:solidFill>
              </a:defRPr>
            </a:pPr>
            <a:r>
              <a:rPr sz="1800" b="1">
                <a:solidFill>
                  <a:srgbClr val="075C64"/>
                </a:solidFill>
              </a:rPr>
              <a:t>Quiz Progress</a:t>
            </a:r>
          </a:p>
        </p:txBody>
      </p:sp>
      <p:sp>
        <p:nvSpPr>
          <p:cNvPr id="50" name="text-187">
            <a:extLst xmlns:a="http://schemas.openxmlformats.org/drawingml/2006/main">
              <a:ext uri="{FF2B5EF4-FFF2-40B4-BE49-F238E27FC236}">
                <a16:creationId xmlns:a16="http://schemas.microsoft.com/office/drawing/2014/main" id="{D88A467A-DE53-4B5B-8B52-44396520DD21}"/>
              </a:ext>
            </a:extLst>
          </p:cNvPr>
          <p:cNvSpPr>
            <a:spLocks xmlns:a="http://schemas.openxmlformats.org/drawingml/2006/main" noGrp="1"/>
          </p:cNvSpPr>
          <p:nvPr/>
        </p:nvSpPr>
        <p:spPr>
          <a:xfrm xmlns:a="http://schemas.openxmlformats.org/drawingml/2006/main">
            <a:off x="13211175" y="7038975"/>
            <a:ext cx="33813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575" b="0">
                <a:solidFill>
                  <a:srgbClr val="557080"/>
                </a:solidFill>
              </a:defRPr>
            </a:defPPr>
            <a:lvl1pPr algn="l">
              <a:defRPr sz="1575" b="0">
                <a:solidFill>
                  <a:srgbClr val="557080"/>
                </a:solidFill>
              </a:defRPr>
            </a:lvl1pPr>
            <a:lvl2pPr algn="l">
              <a:defRPr sz="1575" b="0">
                <a:solidFill>
                  <a:srgbClr val="557080"/>
                </a:solidFill>
              </a:defRPr>
            </a:lvl2pPr>
            <a:lvl3pPr algn="l">
              <a:defRPr sz="1575" b="0">
                <a:solidFill>
                  <a:srgbClr val="557080"/>
                </a:solidFill>
              </a:defRPr>
            </a:lvl3pPr>
            <a:lvl4pPr algn="l">
              <a:defRPr sz="1575" b="0">
                <a:solidFill>
                  <a:srgbClr val="557080"/>
                </a:solidFill>
              </a:defRPr>
            </a:lvl4pPr>
            <a:lvl5pPr algn="l">
              <a:defRPr sz="1575" b="0">
                <a:solidFill>
                  <a:srgbClr val="557080"/>
                </a:solidFill>
              </a:defRPr>
            </a:lvl5pPr>
            <a:lvl6pPr algn="l">
              <a:defRPr sz="1575" b="0">
                <a:solidFill>
                  <a:srgbClr val="557080"/>
                </a:solidFill>
              </a:defRPr>
            </a:lvl6pPr>
            <a:lvl7pPr algn="l">
              <a:defRPr sz="1575" b="0">
                <a:solidFill>
                  <a:srgbClr val="557080"/>
                </a:solidFill>
              </a:defRPr>
            </a:lvl7pPr>
            <a:lvl8pPr algn="l">
              <a:defRPr sz="1575" b="0">
                <a:solidFill>
                  <a:srgbClr val="557080"/>
                </a:solidFill>
              </a:defRPr>
            </a:lvl8pPr>
            <a:lvl9pPr algn="l">
              <a:defRPr sz="1575" b="0">
                <a:solidFill>
                  <a:srgbClr val="557080"/>
                </a:solidFill>
              </a:defRPr>
            </a:lvl9pPr>
          </a:lstStyle>
          <a:p xmlns:a="http://schemas.openxmlformats.org/drawingml/2006/main">
            <a:pPr algn="l">
              <a:buNone/>
              <a:defRPr sz="1575" b="0">
                <a:solidFill>
                  <a:srgbClr val="557080"/>
                </a:solidFill>
              </a:defRPr>
            </a:pPr>
            <a:r>
              <a:rPr sz="1575" b="0">
                <a:solidFill>
                  <a:srgbClr val="557080"/>
                </a:solidFill>
              </a:rPr>
              <a:t>Quiz not started</a:t>
            </a:r>
          </a:p>
        </p:txBody>
      </p:sp>
      <p:sp>
        <p:nvSpPr>
          <p:cNvPr id="51" name="panel-188">
            <a:extLst xmlns:a="http://schemas.openxmlformats.org/drawingml/2006/main">
              <a:ext uri="{FF2B5EF4-FFF2-40B4-BE49-F238E27FC236}">
                <a16:creationId xmlns:a16="http://schemas.microsoft.com/office/drawing/2014/main" id="{555FEE41-32B3-4A1C-AB6D-89C5D5D9A8CF}"/>
              </a:ext>
            </a:extLst>
          </p:cNvPr>
          <p:cNvSpPr>
            <a:spLocks xmlns:a="http://schemas.openxmlformats.org/drawingml/2006/main" noGrp="1"/>
          </p:cNvSpPr>
          <p:nvPr/>
        </p:nvSpPr>
        <p:spPr>
          <a:xfrm xmlns:a="http://schemas.openxmlformats.org/drawingml/2006/main">
            <a:off x="13211175" y="7496175"/>
            <a:ext cx="3324225" cy="76200"/>
          </a:xfrm>
          <a:prstGeom xmlns:a="http://schemas.openxmlformats.org/drawingml/2006/main" prst="roundRect">
            <a:avLst>
              <a:gd name="adj" fmla="val 50000"/>
            </a:avLst>
          </a:prstGeom>
          <a:solidFill xmlns:a="http://schemas.openxmlformats.org/drawingml/2006/main">
            <a:srgbClr val="D8E7E9"/>
          </a:solidFill>
          <a:ln xmlns:a="http://schemas.openxmlformats.org/drawingml/2006/main" w="0">
            <a:noFill/>
          </a:ln>
        </p:spPr>
      </p:sp>
      <p:sp>
        <p:nvSpPr>
          <p:cNvPr id="52" name="text-189">
            <a:extLst xmlns:a="http://schemas.openxmlformats.org/drawingml/2006/main">
              <a:ext uri="{FF2B5EF4-FFF2-40B4-BE49-F238E27FC236}">
                <a16:creationId xmlns:a16="http://schemas.microsoft.com/office/drawing/2014/main" id="{BC99488D-87B3-4A20-A9D4-1DBA9D30C705}"/>
              </a:ext>
            </a:extLst>
          </p:cNvPr>
          <p:cNvSpPr>
            <a:spLocks xmlns:a="http://schemas.openxmlformats.org/drawingml/2006/main" noGrp="1"/>
          </p:cNvSpPr>
          <p:nvPr/>
        </p:nvSpPr>
        <p:spPr>
          <a:xfrm xmlns:a="http://schemas.openxmlformats.org/drawingml/2006/main">
            <a:off x="1123950" y="8382000"/>
            <a:ext cx="23431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575" b="1">
                <a:solidFill>
                  <a:srgbClr val="007F83"/>
                </a:solidFill>
              </a:defRPr>
            </a:defPPr>
            <a:lvl1pPr algn="ctr">
              <a:defRPr sz="1575" b="1">
                <a:solidFill>
                  <a:srgbClr val="007F83"/>
                </a:solidFill>
              </a:defRPr>
            </a:lvl1pPr>
            <a:lvl2pPr algn="ctr">
              <a:defRPr sz="1575" b="1">
                <a:solidFill>
                  <a:srgbClr val="007F83"/>
                </a:solidFill>
              </a:defRPr>
            </a:lvl2pPr>
            <a:lvl3pPr algn="ctr">
              <a:defRPr sz="1575" b="1">
                <a:solidFill>
                  <a:srgbClr val="007F83"/>
                </a:solidFill>
              </a:defRPr>
            </a:lvl3pPr>
            <a:lvl4pPr algn="ctr">
              <a:defRPr sz="1575" b="1">
                <a:solidFill>
                  <a:srgbClr val="007F83"/>
                </a:solidFill>
              </a:defRPr>
            </a:lvl4pPr>
            <a:lvl5pPr algn="ctr">
              <a:defRPr sz="1575" b="1">
                <a:solidFill>
                  <a:srgbClr val="007F83"/>
                </a:solidFill>
              </a:defRPr>
            </a:lvl5pPr>
            <a:lvl6pPr algn="ctr">
              <a:defRPr sz="1575" b="1">
                <a:solidFill>
                  <a:srgbClr val="007F83"/>
                </a:solidFill>
              </a:defRPr>
            </a:lvl6pPr>
            <a:lvl7pPr algn="ctr">
              <a:defRPr sz="1575" b="1">
                <a:solidFill>
                  <a:srgbClr val="007F83"/>
                </a:solidFill>
              </a:defRPr>
            </a:lvl7pPr>
            <a:lvl8pPr algn="ctr">
              <a:defRPr sz="1575" b="1">
                <a:solidFill>
                  <a:srgbClr val="007F83"/>
                </a:solidFill>
              </a:defRPr>
            </a:lvl8pPr>
            <a:lvl9pPr algn="ctr">
              <a:defRPr sz="1575" b="1">
                <a:solidFill>
                  <a:srgbClr val="007F83"/>
                </a:solidFill>
              </a:defRPr>
            </a:lvl9pPr>
          </a:lstStyle>
          <a:p xmlns:a="http://schemas.openxmlformats.org/drawingml/2006/main">
            <a:pPr algn="ctr">
              <a:buNone/>
              <a:defRPr sz="1575" b="1">
                <a:solidFill>
                  <a:srgbClr val="007F83"/>
                </a:solidFill>
              </a:defRPr>
            </a:pPr>
            <a:r>
              <a:rPr sz="1575" b="1">
                <a:solidFill>
                  <a:srgbClr val="007F83"/>
                </a:solidFill>
              </a:rPr>
              <a:t>01</a:t>
            </a:r>
          </a:p>
        </p:txBody>
      </p:sp>
      <p:sp>
        <p:nvSpPr>
          <p:cNvPr id="53" name="text-190">
            <a:extLst xmlns:a="http://schemas.openxmlformats.org/drawingml/2006/main">
              <a:ext uri="{FF2B5EF4-FFF2-40B4-BE49-F238E27FC236}">
                <a16:creationId xmlns:a16="http://schemas.microsoft.com/office/drawing/2014/main" id="{01510370-01AF-4ED2-A084-CB22043E1A22}"/>
              </a:ext>
            </a:extLst>
          </p:cNvPr>
          <p:cNvSpPr>
            <a:spLocks xmlns:a="http://schemas.openxmlformats.org/drawingml/2006/main" noGrp="1"/>
          </p:cNvSpPr>
          <p:nvPr/>
        </p:nvSpPr>
        <p:spPr>
          <a:xfrm xmlns:a="http://schemas.openxmlformats.org/drawingml/2006/main">
            <a:off x="1123950" y="8763000"/>
            <a:ext cx="23431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725" b="1">
                <a:solidFill>
                  <a:srgbClr val="12354E"/>
                </a:solidFill>
              </a:defRPr>
            </a:defPPr>
            <a:lvl1pPr algn="ctr">
              <a:defRPr sz="1725" b="1">
                <a:solidFill>
                  <a:srgbClr val="12354E"/>
                </a:solidFill>
              </a:defRPr>
            </a:lvl1pPr>
            <a:lvl2pPr algn="ctr">
              <a:defRPr sz="1725" b="1">
                <a:solidFill>
                  <a:srgbClr val="12354E"/>
                </a:solidFill>
              </a:defRPr>
            </a:lvl2pPr>
            <a:lvl3pPr algn="ctr">
              <a:defRPr sz="1725" b="1">
                <a:solidFill>
                  <a:srgbClr val="12354E"/>
                </a:solidFill>
              </a:defRPr>
            </a:lvl3pPr>
            <a:lvl4pPr algn="ctr">
              <a:defRPr sz="1725" b="1">
                <a:solidFill>
                  <a:srgbClr val="12354E"/>
                </a:solidFill>
              </a:defRPr>
            </a:lvl4pPr>
            <a:lvl5pPr algn="ctr">
              <a:defRPr sz="1725" b="1">
                <a:solidFill>
                  <a:srgbClr val="12354E"/>
                </a:solidFill>
              </a:defRPr>
            </a:lvl5pPr>
            <a:lvl6pPr algn="ctr">
              <a:defRPr sz="1725" b="1">
                <a:solidFill>
                  <a:srgbClr val="12354E"/>
                </a:solidFill>
              </a:defRPr>
            </a:lvl6pPr>
            <a:lvl7pPr algn="ctr">
              <a:defRPr sz="1725" b="1">
                <a:solidFill>
                  <a:srgbClr val="12354E"/>
                </a:solidFill>
              </a:defRPr>
            </a:lvl7pPr>
            <a:lvl8pPr algn="ctr">
              <a:defRPr sz="1725" b="1">
                <a:solidFill>
                  <a:srgbClr val="12354E"/>
                </a:solidFill>
              </a:defRPr>
            </a:lvl8pPr>
            <a:lvl9pPr algn="ctr">
              <a:defRPr sz="1725" b="1">
                <a:solidFill>
                  <a:srgbClr val="12354E"/>
                </a:solidFill>
              </a:defRPr>
            </a:lvl9pPr>
          </a:lstStyle>
          <a:p xmlns:a="http://schemas.openxmlformats.org/drawingml/2006/main">
            <a:pPr algn="ctr">
              <a:buNone/>
              <a:defRPr sz="1725" b="1">
                <a:solidFill>
                  <a:srgbClr val="12354E"/>
                </a:solidFill>
              </a:defRPr>
            </a:pPr>
            <a:r>
              <a:rPr sz="1725" b="1">
                <a:solidFill>
                  <a:srgbClr val="12354E"/>
                </a:solidFill>
              </a:rPr>
              <a:t>PDF Upload</a:t>
            </a:r>
          </a:p>
        </p:txBody>
      </p:sp>
      <p:sp>
        <p:nvSpPr>
          <p:cNvPr id="54" name="text-191">
            <a:extLst xmlns:a="http://schemas.openxmlformats.org/drawingml/2006/main">
              <a:ext uri="{FF2B5EF4-FFF2-40B4-BE49-F238E27FC236}">
                <a16:creationId xmlns:a16="http://schemas.microsoft.com/office/drawing/2014/main" id="{C00521FE-C1C1-4B77-9A76-0940216C4AA0}"/>
              </a:ext>
            </a:extLst>
          </p:cNvPr>
          <p:cNvSpPr>
            <a:spLocks xmlns:a="http://schemas.openxmlformats.org/drawingml/2006/main" noGrp="1"/>
          </p:cNvSpPr>
          <p:nvPr/>
        </p:nvSpPr>
        <p:spPr>
          <a:xfrm xmlns:a="http://schemas.openxmlformats.org/drawingml/2006/main">
            <a:off x="3524250" y="8753475"/>
            <a:ext cx="2762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875" b="0">
                <a:solidFill>
                  <a:srgbClr val="007F83"/>
                </a:solidFill>
              </a:defRPr>
            </a:defPPr>
            <a:lvl1pPr algn="l">
              <a:defRPr sz="1875" b="0">
                <a:solidFill>
                  <a:srgbClr val="007F83"/>
                </a:solidFill>
              </a:defRPr>
            </a:lvl1pPr>
            <a:lvl2pPr algn="l">
              <a:defRPr sz="1875" b="0">
                <a:solidFill>
                  <a:srgbClr val="007F83"/>
                </a:solidFill>
              </a:defRPr>
            </a:lvl2pPr>
            <a:lvl3pPr algn="l">
              <a:defRPr sz="1875" b="0">
                <a:solidFill>
                  <a:srgbClr val="007F83"/>
                </a:solidFill>
              </a:defRPr>
            </a:lvl3pPr>
            <a:lvl4pPr algn="l">
              <a:defRPr sz="1875" b="0">
                <a:solidFill>
                  <a:srgbClr val="007F83"/>
                </a:solidFill>
              </a:defRPr>
            </a:lvl4pPr>
            <a:lvl5pPr algn="l">
              <a:defRPr sz="1875" b="0">
                <a:solidFill>
                  <a:srgbClr val="007F83"/>
                </a:solidFill>
              </a:defRPr>
            </a:lvl5pPr>
            <a:lvl6pPr algn="l">
              <a:defRPr sz="1875" b="0">
                <a:solidFill>
                  <a:srgbClr val="007F83"/>
                </a:solidFill>
              </a:defRPr>
            </a:lvl6pPr>
            <a:lvl7pPr algn="l">
              <a:defRPr sz="1875" b="0">
                <a:solidFill>
                  <a:srgbClr val="007F83"/>
                </a:solidFill>
              </a:defRPr>
            </a:lvl7pPr>
            <a:lvl8pPr algn="l">
              <a:defRPr sz="1875" b="0">
                <a:solidFill>
                  <a:srgbClr val="007F83"/>
                </a:solidFill>
              </a:defRPr>
            </a:lvl8pPr>
            <a:lvl9pPr algn="l">
              <a:defRPr sz="1875" b="0">
                <a:solidFill>
                  <a:srgbClr val="007F83"/>
                </a:solidFill>
              </a:defRPr>
            </a:lvl9pPr>
          </a:lstStyle>
          <a:p xmlns:a="http://schemas.openxmlformats.org/drawingml/2006/main">
            <a:pPr algn="l">
              <a:buNone/>
              <a:defRPr sz="1875" b="0">
                <a:solidFill>
                  <a:srgbClr val="007F83"/>
                </a:solidFill>
              </a:defRPr>
            </a:pPr>
            <a:r>
              <a:rPr sz="1875" b="0">
                <a:solidFill>
                  <a:srgbClr val="007F83"/>
                </a:solidFill>
              </a:rPr>
              <a:t>→</a:t>
            </a:r>
          </a:p>
        </p:txBody>
      </p:sp>
      <p:sp>
        <p:nvSpPr>
          <p:cNvPr id="55" name="text-192">
            <a:extLst xmlns:a="http://schemas.openxmlformats.org/drawingml/2006/main">
              <a:ext uri="{FF2B5EF4-FFF2-40B4-BE49-F238E27FC236}">
                <a16:creationId xmlns:a16="http://schemas.microsoft.com/office/drawing/2014/main" id="{CCF49C3C-76AD-4417-994B-9A71E74EE7B5}"/>
              </a:ext>
            </a:extLst>
          </p:cNvPr>
          <p:cNvSpPr>
            <a:spLocks xmlns:a="http://schemas.openxmlformats.org/drawingml/2006/main" noGrp="1"/>
          </p:cNvSpPr>
          <p:nvPr/>
        </p:nvSpPr>
        <p:spPr>
          <a:xfrm xmlns:a="http://schemas.openxmlformats.org/drawingml/2006/main">
            <a:off x="3838575" y="8382000"/>
            <a:ext cx="23431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575" b="1">
                <a:solidFill>
                  <a:srgbClr val="007F83"/>
                </a:solidFill>
              </a:defRPr>
            </a:defPPr>
            <a:lvl1pPr algn="ctr">
              <a:defRPr sz="1575" b="1">
                <a:solidFill>
                  <a:srgbClr val="007F83"/>
                </a:solidFill>
              </a:defRPr>
            </a:lvl1pPr>
            <a:lvl2pPr algn="ctr">
              <a:defRPr sz="1575" b="1">
                <a:solidFill>
                  <a:srgbClr val="007F83"/>
                </a:solidFill>
              </a:defRPr>
            </a:lvl2pPr>
            <a:lvl3pPr algn="ctr">
              <a:defRPr sz="1575" b="1">
                <a:solidFill>
                  <a:srgbClr val="007F83"/>
                </a:solidFill>
              </a:defRPr>
            </a:lvl3pPr>
            <a:lvl4pPr algn="ctr">
              <a:defRPr sz="1575" b="1">
                <a:solidFill>
                  <a:srgbClr val="007F83"/>
                </a:solidFill>
              </a:defRPr>
            </a:lvl4pPr>
            <a:lvl5pPr algn="ctr">
              <a:defRPr sz="1575" b="1">
                <a:solidFill>
                  <a:srgbClr val="007F83"/>
                </a:solidFill>
              </a:defRPr>
            </a:lvl5pPr>
            <a:lvl6pPr algn="ctr">
              <a:defRPr sz="1575" b="1">
                <a:solidFill>
                  <a:srgbClr val="007F83"/>
                </a:solidFill>
              </a:defRPr>
            </a:lvl6pPr>
            <a:lvl7pPr algn="ctr">
              <a:defRPr sz="1575" b="1">
                <a:solidFill>
                  <a:srgbClr val="007F83"/>
                </a:solidFill>
              </a:defRPr>
            </a:lvl7pPr>
            <a:lvl8pPr algn="ctr">
              <a:defRPr sz="1575" b="1">
                <a:solidFill>
                  <a:srgbClr val="007F83"/>
                </a:solidFill>
              </a:defRPr>
            </a:lvl8pPr>
            <a:lvl9pPr algn="ctr">
              <a:defRPr sz="1575" b="1">
                <a:solidFill>
                  <a:srgbClr val="007F83"/>
                </a:solidFill>
              </a:defRPr>
            </a:lvl9pPr>
          </a:lstStyle>
          <a:p xmlns:a="http://schemas.openxmlformats.org/drawingml/2006/main">
            <a:pPr algn="ctr">
              <a:buNone/>
              <a:defRPr sz="1575" b="1">
                <a:solidFill>
                  <a:srgbClr val="007F83"/>
                </a:solidFill>
              </a:defRPr>
            </a:pPr>
            <a:r>
              <a:rPr sz="1575" b="1">
                <a:solidFill>
                  <a:srgbClr val="007F83"/>
                </a:solidFill>
              </a:rPr>
              <a:t>02</a:t>
            </a:r>
          </a:p>
        </p:txBody>
      </p:sp>
      <p:sp>
        <p:nvSpPr>
          <p:cNvPr id="56" name="text-193">
            <a:extLst xmlns:a="http://schemas.openxmlformats.org/drawingml/2006/main">
              <a:ext uri="{FF2B5EF4-FFF2-40B4-BE49-F238E27FC236}">
                <a16:creationId xmlns:a16="http://schemas.microsoft.com/office/drawing/2014/main" id="{5C8C2650-A452-43A9-A4B3-6FED1921E585}"/>
              </a:ext>
            </a:extLst>
          </p:cNvPr>
          <p:cNvSpPr>
            <a:spLocks xmlns:a="http://schemas.openxmlformats.org/drawingml/2006/main" noGrp="1"/>
          </p:cNvSpPr>
          <p:nvPr/>
        </p:nvSpPr>
        <p:spPr>
          <a:xfrm xmlns:a="http://schemas.openxmlformats.org/drawingml/2006/main">
            <a:off x="3838575" y="8763000"/>
            <a:ext cx="23431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725" b="1">
                <a:solidFill>
                  <a:srgbClr val="12354E"/>
                </a:solidFill>
              </a:defRPr>
            </a:defPPr>
            <a:lvl1pPr algn="ctr">
              <a:defRPr sz="1725" b="1">
                <a:solidFill>
                  <a:srgbClr val="12354E"/>
                </a:solidFill>
              </a:defRPr>
            </a:lvl1pPr>
            <a:lvl2pPr algn="ctr">
              <a:defRPr sz="1725" b="1">
                <a:solidFill>
                  <a:srgbClr val="12354E"/>
                </a:solidFill>
              </a:defRPr>
            </a:lvl2pPr>
            <a:lvl3pPr algn="ctr">
              <a:defRPr sz="1725" b="1">
                <a:solidFill>
                  <a:srgbClr val="12354E"/>
                </a:solidFill>
              </a:defRPr>
            </a:lvl3pPr>
            <a:lvl4pPr algn="ctr">
              <a:defRPr sz="1725" b="1">
                <a:solidFill>
                  <a:srgbClr val="12354E"/>
                </a:solidFill>
              </a:defRPr>
            </a:lvl4pPr>
            <a:lvl5pPr algn="ctr">
              <a:defRPr sz="1725" b="1">
                <a:solidFill>
                  <a:srgbClr val="12354E"/>
                </a:solidFill>
              </a:defRPr>
            </a:lvl5pPr>
            <a:lvl6pPr algn="ctr">
              <a:defRPr sz="1725" b="1">
                <a:solidFill>
                  <a:srgbClr val="12354E"/>
                </a:solidFill>
              </a:defRPr>
            </a:lvl6pPr>
            <a:lvl7pPr algn="ctr">
              <a:defRPr sz="1725" b="1">
                <a:solidFill>
                  <a:srgbClr val="12354E"/>
                </a:solidFill>
              </a:defRPr>
            </a:lvl7pPr>
            <a:lvl8pPr algn="ctr">
              <a:defRPr sz="1725" b="1">
                <a:solidFill>
                  <a:srgbClr val="12354E"/>
                </a:solidFill>
              </a:defRPr>
            </a:lvl8pPr>
            <a:lvl9pPr algn="ctr">
              <a:defRPr sz="1725" b="1">
                <a:solidFill>
                  <a:srgbClr val="12354E"/>
                </a:solidFill>
              </a:defRPr>
            </a:lvl9pPr>
          </a:lstStyle>
          <a:p xmlns:a="http://schemas.openxmlformats.org/drawingml/2006/main">
            <a:pPr algn="ctr">
              <a:buNone/>
              <a:defRPr sz="1725" b="1">
                <a:solidFill>
                  <a:srgbClr val="12354E"/>
                </a:solidFill>
              </a:defRPr>
            </a:pPr>
            <a:r>
              <a:rPr sz="1725" b="1">
                <a:solidFill>
                  <a:srgbClr val="12354E"/>
                </a:solidFill>
              </a:rPr>
              <a:t>Text Extraction</a:t>
            </a:r>
          </a:p>
        </p:txBody>
      </p:sp>
      <p:sp>
        <p:nvSpPr>
          <p:cNvPr id="57" name="text-194">
            <a:extLst xmlns:a="http://schemas.openxmlformats.org/drawingml/2006/main">
              <a:ext uri="{FF2B5EF4-FFF2-40B4-BE49-F238E27FC236}">
                <a16:creationId xmlns:a16="http://schemas.microsoft.com/office/drawing/2014/main" id="{EFA30F7B-2A62-4B92-B783-33CB6BE0D34E}"/>
              </a:ext>
            </a:extLst>
          </p:cNvPr>
          <p:cNvSpPr>
            <a:spLocks xmlns:a="http://schemas.openxmlformats.org/drawingml/2006/main" noGrp="1"/>
          </p:cNvSpPr>
          <p:nvPr/>
        </p:nvSpPr>
        <p:spPr>
          <a:xfrm xmlns:a="http://schemas.openxmlformats.org/drawingml/2006/main">
            <a:off x="6238875" y="8753475"/>
            <a:ext cx="2762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875" b="0">
                <a:solidFill>
                  <a:srgbClr val="007F83"/>
                </a:solidFill>
              </a:defRPr>
            </a:defPPr>
            <a:lvl1pPr algn="l">
              <a:defRPr sz="1875" b="0">
                <a:solidFill>
                  <a:srgbClr val="007F83"/>
                </a:solidFill>
              </a:defRPr>
            </a:lvl1pPr>
            <a:lvl2pPr algn="l">
              <a:defRPr sz="1875" b="0">
                <a:solidFill>
                  <a:srgbClr val="007F83"/>
                </a:solidFill>
              </a:defRPr>
            </a:lvl2pPr>
            <a:lvl3pPr algn="l">
              <a:defRPr sz="1875" b="0">
                <a:solidFill>
                  <a:srgbClr val="007F83"/>
                </a:solidFill>
              </a:defRPr>
            </a:lvl3pPr>
            <a:lvl4pPr algn="l">
              <a:defRPr sz="1875" b="0">
                <a:solidFill>
                  <a:srgbClr val="007F83"/>
                </a:solidFill>
              </a:defRPr>
            </a:lvl4pPr>
            <a:lvl5pPr algn="l">
              <a:defRPr sz="1875" b="0">
                <a:solidFill>
                  <a:srgbClr val="007F83"/>
                </a:solidFill>
              </a:defRPr>
            </a:lvl5pPr>
            <a:lvl6pPr algn="l">
              <a:defRPr sz="1875" b="0">
                <a:solidFill>
                  <a:srgbClr val="007F83"/>
                </a:solidFill>
              </a:defRPr>
            </a:lvl6pPr>
            <a:lvl7pPr algn="l">
              <a:defRPr sz="1875" b="0">
                <a:solidFill>
                  <a:srgbClr val="007F83"/>
                </a:solidFill>
              </a:defRPr>
            </a:lvl7pPr>
            <a:lvl8pPr algn="l">
              <a:defRPr sz="1875" b="0">
                <a:solidFill>
                  <a:srgbClr val="007F83"/>
                </a:solidFill>
              </a:defRPr>
            </a:lvl8pPr>
            <a:lvl9pPr algn="l">
              <a:defRPr sz="1875" b="0">
                <a:solidFill>
                  <a:srgbClr val="007F83"/>
                </a:solidFill>
              </a:defRPr>
            </a:lvl9pPr>
          </a:lstStyle>
          <a:p xmlns:a="http://schemas.openxmlformats.org/drawingml/2006/main">
            <a:pPr algn="l">
              <a:buNone/>
              <a:defRPr sz="1875" b="0">
                <a:solidFill>
                  <a:srgbClr val="007F83"/>
                </a:solidFill>
              </a:defRPr>
            </a:pPr>
            <a:r>
              <a:rPr sz="1875" b="0">
                <a:solidFill>
                  <a:srgbClr val="007F83"/>
                </a:solidFill>
              </a:rPr>
              <a:t>→</a:t>
            </a:r>
          </a:p>
        </p:txBody>
      </p:sp>
      <p:sp>
        <p:nvSpPr>
          <p:cNvPr id="58" name="text-195">
            <a:extLst xmlns:a="http://schemas.openxmlformats.org/drawingml/2006/main">
              <a:ext uri="{FF2B5EF4-FFF2-40B4-BE49-F238E27FC236}">
                <a16:creationId xmlns:a16="http://schemas.microsoft.com/office/drawing/2014/main" id="{765FF2EF-31BC-4979-A38E-F301134770AA}"/>
              </a:ext>
            </a:extLst>
          </p:cNvPr>
          <p:cNvSpPr>
            <a:spLocks xmlns:a="http://schemas.openxmlformats.org/drawingml/2006/main" noGrp="1"/>
          </p:cNvSpPr>
          <p:nvPr/>
        </p:nvSpPr>
        <p:spPr>
          <a:xfrm xmlns:a="http://schemas.openxmlformats.org/drawingml/2006/main">
            <a:off x="6553200" y="8382000"/>
            <a:ext cx="23431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575" b="1">
                <a:solidFill>
                  <a:srgbClr val="007F83"/>
                </a:solidFill>
              </a:defRPr>
            </a:defPPr>
            <a:lvl1pPr algn="ctr">
              <a:defRPr sz="1575" b="1">
                <a:solidFill>
                  <a:srgbClr val="007F83"/>
                </a:solidFill>
              </a:defRPr>
            </a:lvl1pPr>
            <a:lvl2pPr algn="ctr">
              <a:defRPr sz="1575" b="1">
                <a:solidFill>
                  <a:srgbClr val="007F83"/>
                </a:solidFill>
              </a:defRPr>
            </a:lvl2pPr>
            <a:lvl3pPr algn="ctr">
              <a:defRPr sz="1575" b="1">
                <a:solidFill>
                  <a:srgbClr val="007F83"/>
                </a:solidFill>
              </a:defRPr>
            </a:lvl3pPr>
            <a:lvl4pPr algn="ctr">
              <a:defRPr sz="1575" b="1">
                <a:solidFill>
                  <a:srgbClr val="007F83"/>
                </a:solidFill>
              </a:defRPr>
            </a:lvl4pPr>
            <a:lvl5pPr algn="ctr">
              <a:defRPr sz="1575" b="1">
                <a:solidFill>
                  <a:srgbClr val="007F83"/>
                </a:solidFill>
              </a:defRPr>
            </a:lvl5pPr>
            <a:lvl6pPr algn="ctr">
              <a:defRPr sz="1575" b="1">
                <a:solidFill>
                  <a:srgbClr val="007F83"/>
                </a:solidFill>
              </a:defRPr>
            </a:lvl6pPr>
            <a:lvl7pPr algn="ctr">
              <a:defRPr sz="1575" b="1">
                <a:solidFill>
                  <a:srgbClr val="007F83"/>
                </a:solidFill>
              </a:defRPr>
            </a:lvl7pPr>
            <a:lvl8pPr algn="ctr">
              <a:defRPr sz="1575" b="1">
                <a:solidFill>
                  <a:srgbClr val="007F83"/>
                </a:solidFill>
              </a:defRPr>
            </a:lvl8pPr>
            <a:lvl9pPr algn="ctr">
              <a:defRPr sz="1575" b="1">
                <a:solidFill>
                  <a:srgbClr val="007F83"/>
                </a:solidFill>
              </a:defRPr>
            </a:lvl9pPr>
          </a:lstStyle>
          <a:p xmlns:a="http://schemas.openxmlformats.org/drawingml/2006/main">
            <a:pPr algn="ctr">
              <a:buNone/>
              <a:defRPr sz="1575" b="1">
                <a:solidFill>
                  <a:srgbClr val="007F83"/>
                </a:solidFill>
              </a:defRPr>
            </a:pPr>
            <a:r>
              <a:rPr sz="1575" b="1">
                <a:solidFill>
                  <a:srgbClr val="007F83"/>
                </a:solidFill>
              </a:rPr>
              <a:t>03</a:t>
            </a:r>
          </a:p>
        </p:txBody>
      </p:sp>
      <p:sp>
        <p:nvSpPr>
          <p:cNvPr id="59" name="text-196">
            <a:extLst xmlns:a="http://schemas.openxmlformats.org/drawingml/2006/main">
              <a:ext uri="{FF2B5EF4-FFF2-40B4-BE49-F238E27FC236}">
                <a16:creationId xmlns:a16="http://schemas.microsoft.com/office/drawing/2014/main" id="{CA800840-2060-4740-AE50-004A09C473DA}"/>
              </a:ext>
            </a:extLst>
          </p:cNvPr>
          <p:cNvSpPr>
            <a:spLocks xmlns:a="http://schemas.openxmlformats.org/drawingml/2006/main" noGrp="1"/>
          </p:cNvSpPr>
          <p:nvPr/>
        </p:nvSpPr>
        <p:spPr>
          <a:xfrm xmlns:a="http://schemas.openxmlformats.org/drawingml/2006/main">
            <a:off x="6553200" y="8763000"/>
            <a:ext cx="23431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725" b="1">
                <a:solidFill>
                  <a:srgbClr val="12354E"/>
                </a:solidFill>
              </a:defRPr>
            </a:defPPr>
            <a:lvl1pPr algn="ctr">
              <a:defRPr sz="1725" b="1">
                <a:solidFill>
                  <a:srgbClr val="12354E"/>
                </a:solidFill>
              </a:defRPr>
            </a:lvl1pPr>
            <a:lvl2pPr algn="ctr">
              <a:defRPr sz="1725" b="1">
                <a:solidFill>
                  <a:srgbClr val="12354E"/>
                </a:solidFill>
              </a:defRPr>
            </a:lvl2pPr>
            <a:lvl3pPr algn="ctr">
              <a:defRPr sz="1725" b="1">
                <a:solidFill>
                  <a:srgbClr val="12354E"/>
                </a:solidFill>
              </a:defRPr>
            </a:lvl3pPr>
            <a:lvl4pPr algn="ctr">
              <a:defRPr sz="1725" b="1">
                <a:solidFill>
                  <a:srgbClr val="12354E"/>
                </a:solidFill>
              </a:defRPr>
            </a:lvl4pPr>
            <a:lvl5pPr algn="ctr">
              <a:defRPr sz="1725" b="1">
                <a:solidFill>
                  <a:srgbClr val="12354E"/>
                </a:solidFill>
              </a:defRPr>
            </a:lvl5pPr>
            <a:lvl6pPr algn="ctr">
              <a:defRPr sz="1725" b="1">
                <a:solidFill>
                  <a:srgbClr val="12354E"/>
                </a:solidFill>
              </a:defRPr>
            </a:lvl6pPr>
            <a:lvl7pPr algn="ctr">
              <a:defRPr sz="1725" b="1">
                <a:solidFill>
                  <a:srgbClr val="12354E"/>
                </a:solidFill>
              </a:defRPr>
            </a:lvl7pPr>
            <a:lvl8pPr algn="ctr">
              <a:defRPr sz="1725" b="1">
                <a:solidFill>
                  <a:srgbClr val="12354E"/>
                </a:solidFill>
              </a:defRPr>
            </a:lvl8pPr>
            <a:lvl9pPr algn="ctr">
              <a:defRPr sz="1725" b="1">
                <a:solidFill>
                  <a:srgbClr val="12354E"/>
                </a:solidFill>
              </a:defRPr>
            </a:lvl9pPr>
          </a:lstStyle>
          <a:p xmlns:a="http://schemas.openxmlformats.org/drawingml/2006/main">
            <a:pPr algn="ctr">
              <a:buNone/>
              <a:defRPr sz="1725" b="1">
                <a:solidFill>
                  <a:srgbClr val="12354E"/>
                </a:solidFill>
              </a:defRPr>
            </a:pPr>
            <a:r>
              <a:rPr sz="1725" b="1">
                <a:solidFill>
                  <a:srgbClr val="12354E"/>
                </a:solidFill>
              </a:rPr>
              <a:t>AI Processing</a:t>
            </a:r>
          </a:p>
        </p:txBody>
      </p:sp>
      <p:sp>
        <p:nvSpPr>
          <p:cNvPr id="60" name="text-197">
            <a:extLst xmlns:a="http://schemas.openxmlformats.org/drawingml/2006/main">
              <a:ext uri="{FF2B5EF4-FFF2-40B4-BE49-F238E27FC236}">
                <a16:creationId xmlns:a16="http://schemas.microsoft.com/office/drawing/2014/main" id="{3E787F95-306C-4E9B-AD6A-70E318A25769}"/>
              </a:ext>
            </a:extLst>
          </p:cNvPr>
          <p:cNvSpPr>
            <a:spLocks xmlns:a="http://schemas.openxmlformats.org/drawingml/2006/main" noGrp="1"/>
          </p:cNvSpPr>
          <p:nvPr/>
        </p:nvSpPr>
        <p:spPr>
          <a:xfrm xmlns:a="http://schemas.openxmlformats.org/drawingml/2006/main">
            <a:off x="8953500" y="8753475"/>
            <a:ext cx="2762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875" b="0">
                <a:solidFill>
                  <a:srgbClr val="007F83"/>
                </a:solidFill>
              </a:defRPr>
            </a:defPPr>
            <a:lvl1pPr algn="l">
              <a:defRPr sz="1875" b="0">
                <a:solidFill>
                  <a:srgbClr val="007F83"/>
                </a:solidFill>
              </a:defRPr>
            </a:lvl1pPr>
            <a:lvl2pPr algn="l">
              <a:defRPr sz="1875" b="0">
                <a:solidFill>
                  <a:srgbClr val="007F83"/>
                </a:solidFill>
              </a:defRPr>
            </a:lvl2pPr>
            <a:lvl3pPr algn="l">
              <a:defRPr sz="1875" b="0">
                <a:solidFill>
                  <a:srgbClr val="007F83"/>
                </a:solidFill>
              </a:defRPr>
            </a:lvl3pPr>
            <a:lvl4pPr algn="l">
              <a:defRPr sz="1875" b="0">
                <a:solidFill>
                  <a:srgbClr val="007F83"/>
                </a:solidFill>
              </a:defRPr>
            </a:lvl4pPr>
            <a:lvl5pPr algn="l">
              <a:defRPr sz="1875" b="0">
                <a:solidFill>
                  <a:srgbClr val="007F83"/>
                </a:solidFill>
              </a:defRPr>
            </a:lvl5pPr>
            <a:lvl6pPr algn="l">
              <a:defRPr sz="1875" b="0">
                <a:solidFill>
                  <a:srgbClr val="007F83"/>
                </a:solidFill>
              </a:defRPr>
            </a:lvl6pPr>
            <a:lvl7pPr algn="l">
              <a:defRPr sz="1875" b="0">
                <a:solidFill>
                  <a:srgbClr val="007F83"/>
                </a:solidFill>
              </a:defRPr>
            </a:lvl7pPr>
            <a:lvl8pPr algn="l">
              <a:defRPr sz="1875" b="0">
                <a:solidFill>
                  <a:srgbClr val="007F83"/>
                </a:solidFill>
              </a:defRPr>
            </a:lvl8pPr>
            <a:lvl9pPr algn="l">
              <a:defRPr sz="1875" b="0">
                <a:solidFill>
                  <a:srgbClr val="007F83"/>
                </a:solidFill>
              </a:defRPr>
            </a:lvl9pPr>
          </a:lstStyle>
          <a:p xmlns:a="http://schemas.openxmlformats.org/drawingml/2006/main">
            <a:pPr algn="l">
              <a:buNone/>
              <a:defRPr sz="1875" b="0">
                <a:solidFill>
                  <a:srgbClr val="007F83"/>
                </a:solidFill>
              </a:defRPr>
            </a:pPr>
            <a:r>
              <a:rPr sz="1875" b="0">
                <a:solidFill>
                  <a:srgbClr val="007F83"/>
                </a:solidFill>
              </a:rPr>
              <a:t>→</a:t>
            </a:r>
          </a:p>
        </p:txBody>
      </p:sp>
      <p:sp>
        <p:nvSpPr>
          <p:cNvPr id="61" name="text-198">
            <a:extLst xmlns:a="http://schemas.openxmlformats.org/drawingml/2006/main">
              <a:ext uri="{FF2B5EF4-FFF2-40B4-BE49-F238E27FC236}">
                <a16:creationId xmlns:a16="http://schemas.microsoft.com/office/drawing/2014/main" id="{B0040C5B-8C65-40B6-9B8D-3DCD057D47D7}"/>
              </a:ext>
            </a:extLst>
          </p:cNvPr>
          <p:cNvSpPr>
            <a:spLocks xmlns:a="http://schemas.openxmlformats.org/drawingml/2006/main" noGrp="1"/>
          </p:cNvSpPr>
          <p:nvPr/>
        </p:nvSpPr>
        <p:spPr>
          <a:xfrm xmlns:a="http://schemas.openxmlformats.org/drawingml/2006/main">
            <a:off x="9267825" y="8382000"/>
            <a:ext cx="23431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575" b="1">
                <a:solidFill>
                  <a:srgbClr val="007F83"/>
                </a:solidFill>
              </a:defRPr>
            </a:defPPr>
            <a:lvl1pPr algn="ctr">
              <a:defRPr sz="1575" b="1">
                <a:solidFill>
                  <a:srgbClr val="007F83"/>
                </a:solidFill>
              </a:defRPr>
            </a:lvl1pPr>
            <a:lvl2pPr algn="ctr">
              <a:defRPr sz="1575" b="1">
                <a:solidFill>
                  <a:srgbClr val="007F83"/>
                </a:solidFill>
              </a:defRPr>
            </a:lvl2pPr>
            <a:lvl3pPr algn="ctr">
              <a:defRPr sz="1575" b="1">
                <a:solidFill>
                  <a:srgbClr val="007F83"/>
                </a:solidFill>
              </a:defRPr>
            </a:lvl3pPr>
            <a:lvl4pPr algn="ctr">
              <a:defRPr sz="1575" b="1">
                <a:solidFill>
                  <a:srgbClr val="007F83"/>
                </a:solidFill>
              </a:defRPr>
            </a:lvl4pPr>
            <a:lvl5pPr algn="ctr">
              <a:defRPr sz="1575" b="1">
                <a:solidFill>
                  <a:srgbClr val="007F83"/>
                </a:solidFill>
              </a:defRPr>
            </a:lvl5pPr>
            <a:lvl6pPr algn="ctr">
              <a:defRPr sz="1575" b="1">
                <a:solidFill>
                  <a:srgbClr val="007F83"/>
                </a:solidFill>
              </a:defRPr>
            </a:lvl6pPr>
            <a:lvl7pPr algn="ctr">
              <a:defRPr sz="1575" b="1">
                <a:solidFill>
                  <a:srgbClr val="007F83"/>
                </a:solidFill>
              </a:defRPr>
            </a:lvl7pPr>
            <a:lvl8pPr algn="ctr">
              <a:defRPr sz="1575" b="1">
                <a:solidFill>
                  <a:srgbClr val="007F83"/>
                </a:solidFill>
              </a:defRPr>
            </a:lvl8pPr>
            <a:lvl9pPr algn="ctr">
              <a:defRPr sz="1575" b="1">
                <a:solidFill>
                  <a:srgbClr val="007F83"/>
                </a:solidFill>
              </a:defRPr>
            </a:lvl9pPr>
          </a:lstStyle>
          <a:p xmlns:a="http://schemas.openxmlformats.org/drawingml/2006/main">
            <a:pPr algn="ctr">
              <a:buNone/>
              <a:defRPr sz="1575" b="1">
                <a:solidFill>
                  <a:srgbClr val="007F83"/>
                </a:solidFill>
              </a:defRPr>
            </a:pPr>
            <a:r>
              <a:rPr sz="1575" b="1">
                <a:solidFill>
                  <a:srgbClr val="007F83"/>
                </a:solidFill>
              </a:rPr>
              <a:t>04</a:t>
            </a:r>
          </a:p>
        </p:txBody>
      </p:sp>
      <p:sp>
        <p:nvSpPr>
          <p:cNvPr id="62" name="text-199">
            <a:extLst xmlns:a="http://schemas.openxmlformats.org/drawingml/2006/main">
              <a:ext uri="{FF2B5EF4-FFF2-40B4-BE49-F238E27FC236}">
                <a16:creationId xmlns:a16="http://schemas.microsoft.com/office/drawing/2014/main" id="{9FB16A5C-E95D-42D4-AC08-7EAAC53FB0C8}"/>
              </a:ext>
            </a:extLst>
          </p:cNvPr>
          <p:cNvSpPr>
            <a:spLocks xmlns:a="http://schemas.openxmlformats.org/drawingml/2006/main" noGrp="1"/>
          </p:cNvSpPr>
          <p:nvPr/>
        </p:nvSpPr>
        <p:spPr>
          <a:xfrm xmlns:a="http://schemas.openxmlformats.org/drawingml/2006/main">
            <a:off x="9267825" y="8763000"/>
            <a:ext cx="23431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725" b="1">
                <a:solidFill>
                  <a:srgbClr val="12354E"/>
                </a:solidFill>
              </a:defRPr>
            </a:defPPr>
            <a:lvl1pPr algn="ctr">
              <a:defRPr sz="1725" b="1">
                <a:solidFill>
                  <a:srgbClr val="12354E"/>
                </a:solidFill>
              </a:defRPr>
            </a:lvl1pPr>
            <a:lvl2pPr algn="ctr">
              <a:defRPr sz="1725" b="1">
                <a:solidFill>
                  <a:srgbClr val="12354E"/>
                </a:solidFill>
              </a:defRPr>
            </a:lvl2pPr>
            <a:lvl3pPr algn="ctr">
              <a:defRPr sz="1725" b="1">
                <a:solidFill>
                  <a:srgbClr val="12354E"/>
                </a:solidFill>
              </a:defRPr>
            </a:lvl3pPr>
            <a:lvl4pPr algn="ctr">
              <a:defRPr sz="1725" b="1">
                <a:solidFill>
                  <a:srgbClr val="12354E"/>
                </a:solidFill>
              </a:defRPr>
            </a:lvl4pPr>
            <a:lvl5pPr algn="ctr">
              <a:defRPr sz="1725" b="1">
                <a:solidFill>
                  <a:srgbClr val="12354E"/>
                </a:solidFill>
              </a:defRPr>
            </a:lvl5pPr>
            <a:lvl6pPr algn="ctr">
              <a:defRPr sz="1725" b="1">
                <a:solidFill>
                  <a:srgbClr val="12354E"/>
                </a:solidFill>
              </a:defRPr>
            </a:lvl6pPr>
            <a:lvl7pPr algn="ctr">
              <a:defRPr sz="1725" b="1">
                <a:solidFill>
                  <a:srgbClr val="12354E"/>
                </a:solidFill>
              </a:defRPr>
            </a:lvl7pPr>
            <a:lvl8pPr algn="ctr">
              <a:defRPr sz="1725" b="1">
                <a:solidFill>
                  <a:srgbClr val="12354E"/>
                </a:solidFill>
              </a:defRPr>
            </a:lvl8pPr>
            <a:lvl9pPr algn="ctr">
              <a:defRPr sz="1725" b="1">
                <a:solidFill>
                  <a:srgbClr val="12354E"/>
                </a:solidFill>
              </a:defRPr>
            </a:lvl9pPr>
          </a:lstStyle>
          <a:p xmlns:a="http://schemas.openxmlformats.org/drawingml/2006/main">
            <a:pPr algn="ctr">
              <a:buNone/>
              <a:defRPr sz="1725" b="1">
                <a:solidFill>
                  <a:srgbClr val="12354E"/>
                </a:solidFill>
              </a:defRPr>
            </a:pPr>
            <a:r>
              <a:rPr sz="1725" b="1">
                <a:solidFill>
                  <a:srgbClr val="12354E"/>
                </a:solidFill>
              </a:rPr>
              <a:t>Q&amp;A</a:t>
            </a:r>
          </a:p>
        </p:txBody>
      </p:sp>
      <p:sp>
        <p:nvSpPr>
          <p:cNvPr id="63" name="text-200">
            <a:extLst xmlns:a="http://schemas.openxmlformats.org/drawingml/2006/main">
              <a:ext uri="{FF2B5EF4-FFF2-40B4-BE49-F238E27FC236}">
                <a16:creationId xmlns:a16="http://schemas.microsoft.com/office/drawing/2014/main" id="{F535C6CC-9F58-4FA8-9C9D-CB22EA8A6693}"/>
              </a:ext>
            </a:extLst>
          </p:cNvPr>
          <p:cNvSpPr>
            <a:spLocks xmlns:a="http://schemas.openxmlformats.org/drawingml/2006/main" noGrp="1"/>
          </p:cNvSpPr>
          <p:nvPr/>
        </p:nvSpPr>
        <p:spPr>
          <a:xfrm xmlns:a="http://schemas.openxmlformats.org/drawingml/2006/main">
            <a:off x="11668125" y="8753475"/>
            <a:ext cx="2762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875" b="0">
                <a:solidFill>
                  <a:srgbClr val="007F83"/>
                </a:solidFill>
              </a:defRPr>
            </a:defPPr>
            <a:lvl1pPr algn="l">
              <a:defRPr sz="1875" b="0">
                <a:solidFill>
                  <a:srgbClr val="007F83"/>
                </a:solidFill>
              </a:defRPr>
            </a:lvl1pPr>
            <a:lvl2pPr algn="l">
              <a:defRPr sz="1875" b="0">
                <a:solidFill>
                  <a:srgbClr val="007F83"/>
                </a:solidFill>
              </a:defRPr>
            </a:lvl2pPr>
            <a:lvl3pPr algn="l">
              <a:defRPr sz="1875" b="0">
                <a:solidFill>
                  <a:srgbClr val="007F83"/>
                </a:solidFill>
              </a:defRPr>
            </a:lvl3pPr>
            <a:lvl4pPr algn="l">
              <a:defRPr sz="1875" b="0">
                <a:solidFill>
                  <a:srgbClr val="007F83"/>
                </a:solidFill>
              </a:defRPr>
            </a:lvl4pPr>
            <a:lvl5pPr algn="l">
              <a:defRPr sz="1875" b="0">
                <a:solidFill>
                  <a:srgbClr val="007F83"/>
                </a:solidFill>
              </a:defRPr>
            </a:lvl5pPr>
            <a:lvl6pPr algn="l">
              <a:defRPr sz="1875" b="0">
                <a:solidFill>
                  <a:srgbClr val="007F83"/>
                </a:solidFill>
              </a:defRPr>
            </a:lvl6pPr>
            <a:lvl7pPr algn="l">
              <a:defRPr sz="1875" b="0">
                <a:solidFill>
                  <a:srgbClr val="007F83"/>
                </a:solidFill>
              </a:defRPr>
            </a:lvl7pPr>
            <a:lvl8pPr algn="l">
              <a:defRPr sz="1875" b="0">
                <a:solidFill>
                  <a:srgbClr val="007F83"/>
                </a:solidFill>
              </a:defRPr>
            </a:lvl8pPr>
            <a:lvl9pPr algn="l">
              <a:defRPr sz="1875" b="0">
                <a:solidFill>
                  <a:srgbClr val="007F83"/>
                </a:solidFill>
              </a:defRPr>
            </a:lvl9pPr>
          </a:lstStyle>
          <a:p xmlns:a="http://schemas.openxmlformats.org/drawingml/2006/main">
            <a:pPr algn="l">
              <a:buNone/>
              <a:defRPr sz="1875" b="0">
                <a:solidFill>
                  <a:srgbClr val="007F83"/>
                </a:solidFill>
              </a:defRPr>
            </a:pPr>
            <a:r>
              <a:rPr sz="1875" b="0">
                <a:solidFill>
                  <a:srgbClr val="007F83"/>
                </a:solidFill>
              </a:rPr>
              <a:t>→</a:t>
            </a:r>
          </a:p>
        </p:txBody>
      </p:sp>
      <p:sp>
        <p:nvSpPr>
          <p:cNvPr id="64" name="text-201">
            <a:extLst xmlns:a="http://schemas.openxmlformats.org/drawingml/2006/main">
              <a:ext uri="{FF2B5EF4-FFF2-40B4-BE49-F238E27FC236}">
                <a16:creationId xmlns:a16="http://schemas.microsoft.com/office/drawing/2014/main" id="{674F9D4A-9227-4E66-A2C1-C3126B97DA3A}"/>
              </a:ext>
            </a:extLst>
          </p:cNvPr>
          <p:cNvSpPr>
            <a:spLocks xmlns:a="http://schemas.openxmlformats.org/drawingml/2006/main" noGrp="1"/>
          </p:cNvSpPr>
          <p:nvPr/>
        </p:nvSpPr>
        <p:spPr>
          <a:xfrm xmlns:a="http://schemas.openxmlformats.org/drawingml/2006/main">
            <a:off x="11982450" y="8382000"/>
            <a:ext cx="23431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575" b="1">
                <a:solidFill>
                  <a:srgbClr val="007F83"/>
                </a:solidFill>
              </a:defRPr>
            </a:defPPr>
            <a:lvl1pPr algn="ctr">
              <a:defRPr sz="1575" b="1">
                <a:solidFill>
                  <a:srgbClr val="007F83"/>
                </a:solidFill>
              </a:defRPr>
            </a:lvl1pPr>
            <a:lvl2pPr algn="ctr">
              <a:defRPr sz="1575" b="1">
                <a:solidFill>
                  <a:srgbClr val="007F83"/>
                </a:solidFill>
              </a:defRPr>
            </a:lvl2pPr>
            <a:lvl3pPr algn="ctr">
              <a:defRPr sz="1575" b="1">
                <a:solidFill>
                  <a:srgbClr val="007F83"/>
                </a:solidFill>
              </a:defRPr>
            </a:lvl3pPr>
            <a:lvl4pPr algn="ctr">
              <a:defRPr sz="1575" b="1">
                <a:solidFill>
                  <a:srgbClr val="007F83"/>
                </a:solidFill>
              </a:defRPr>
            </a:lvl4pPr>
            <a:lvl5pPr algn="ctr">
              <a:defRPr sz="1575" b="1">
                <a:solidFill>
                  <a:srgbClr val="007F83"/>
                </a:solidFill>
              </a:defRPr>
            </a:lvl5pPr>
            <a:lvl6pPr algn="ctr">
              <a:defRPr sz="1575" b="1">
                <a:solidFill>
                  <a:srgbClr val="007F83"/>
                </a:solidFill>
              </a:defRPr>
            </a:lvl6pPr>
            <a:lvl7pPr algn="ctr">
              <a:defRPr sz="1575" b="1">
                <a:solidFill>
                  <a:srgbClr val="007F83"/>
                </a:solidFill>
              </a:defRPr>
            </a:lvl7pPr>
            <a:lvl8pPr algn="ctr">
              <a:defRPr sz="1575" b="1">
                <a:solidFill>
                  <a:srgbClr val="007F83"/>
                </a:solidFill>
              </a:defRPr>
            </a:lvl8pPr>
            <a:lvl9pPr algn="ctr">
              <a:defRPr sz="1575" b="1">
                <a:solidFill>
                  <a:srgbClr val="007F83"/>
                </a:solidFill>
              </a:defRPr>
            </a:lvl9pPr>
          </a:lstStyle>
          <a:p xmlns:a="http://schemas.openxmlformats.org/drawingml/2006/main">
            <a:pPr algn="ctr">
              <a:buNone/>
              <a:defRPr sz="1575" b="1">
                <a:solidFill>
                  <a:srgbClr val="007F83"/>
                </a:solidFill>
              </a:defRPr>
            </a:pPr>
            <a:r>
              <a:rPr sz="1575" b="1">
                <a:solidFill>
                  <a:srgbClr val="007F83"/>
                </a:solidFill>
              </a:rPr>
              <a:t>05</a:t>
            </a:r>
          </a:p>
        </p:txBody>
      </p:sp>
      <p:sp>
        <p:nvSpPr>
          <p:cNvPr id="65" name="text-202">
            <a:extLst xmlns:a="http://schemas.openxmlformats.org/drawingml/2006/main">
              <a:ext uri="{FF2B5EF4-FFF2-40B4-BE49-F238E27FC236}">
                <a16:creationId xmlns:a16="http://schemas.microsoft.com/office/drawing/2014/main" id="{8D453381-F962-4A84-9C45-2D110BB23A6A}"/>
              </a:ext>
            </a:extLst>
          </p:cNvPr>
          <p:cNvSpPr>
            <a:spLocks xmlns:a="http://schemas.openxmlformats.org/drawingml/2006/main" noGrp="1"/>
          </p:cNvSpPr>
          <p:nvPr/>
        </p:nvSpPr>
        <p:spPr>
          <a:xfrm xmlns:a="http://schemas.openxmlformats.org/drawingml/2006/main">
            <a:off x="11982450" y="8763000"/>
            <a:ext cx="23431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725" b="1">
                <a:solidFill>
                  <a:srgbClr val="12354E"/>
                </a:solidFill>
              </a:defRPr>
            </a:defPPr>
            <a:lvl1pPr algn="ctr">
              <a:defRPr sz="1725" b="1">
                <a:solidFill>
                  <a:srgbClr val="12354E"/>
                </a:solidFill>
              </a:defRPr>
            </a:lvl1pPr>
            <a:lvl2pPr algn="ctr">
              <a:defRPr sz="1725" b="1">
                <a:solidFill>
                  <a:srgbClr val="12354E"/>
                </a:solidFill>
              </a:defRPr>
            </a:lvl2pPr>
            <a:lvl3pPr algn="ctr">
              <a:defRPr sz="1725" b="1">
                <a:solidFill>
                  <a:srgbClr val="12354E"/>
                </a:solidFill>
              </a:defRPr>
            </a:lvl3pPr>
            <a:lvl4pPr algn="ctr">
              <a:defRPr sz="1725" b="1">
                <a:solidFill>
                  <a:srgbClr val="12354E"/>
                </a:solidFill>
              </a:defRPr>
            </a:lvl4pPr>
            <a:lvl5pPr algn="ctr">
              <a:defRPr sz="1725" b="1">
                <a:solidFill>
                  <a:srgbClr val="12354E"/>
                </a:solidFill>
              </a:defRPr>
            </a:lvl5pPr>
            <a:lvl6pPr algn="ctr">
              <a:defRPr sz="1725" b="1">
                <a:solidFill>
                  <a:srgbClr val="12354E"/>
                </a:solidFill>
              </a:defRPr>
            </a:lvl6pPr>
            <a:lvl7pPr algn="ctr">
              <a:defRPr sz="1725" b="1">
                <a:solidFill>
                  <a:srgbClr val="12354E"/>
                </a:solidFill>
              </a:defRPr>
            </a:lvl7pPr>
            <a:lvl8pPr algn="ctr">
              <a:defRPr sz="1725" b="1">
                <a:solidFill>
                  <a:srgbClr val="12354E"/>
                </a:solidFill>
              </a:defRPr>
            </a:lvl8pPr>
            <a:lvl9pPr algn="ctr">
              <a:defRPr sz="1725" b="1">
                <a:solidFill>
                  <a:srgbClr val="12354E"/>
                </a:solidFill>
              </a:defRPr>
            </a:lvl9pPr>
          </a:lstStyle>
          <a:p xmlns:a="http://schemas.openxmlformats.org/drawingml/2006/main">
            <a:pPr algn="ctr">
              <a:buNone/>
              <a:defRPr sz="1725" b="1">
                <a:solidFill>
                  <a:srgbClr val="12354E"/>
                </a:solidFill>
              </a:defRPr>
            </a:pPr>
            <a:r>
              <a:rPr sz="1725" b="1">
                <a:solidFill>
                  <a:srgbClr val="12354E"/>
                </a:solidFill>
              </a:rPr>
              <a:t>Quiz Generation</a:t>
            </a:r>
          </a:p>
        </p:txBody>
      </p:sp>
      <p:sp>
        <p:nvSpPr>
          <p:cNvPr id="66" name="text-203">
            <a:extLst xmlns:a="http://schemas.openxmlformats.org/drawingml/2006/main">
              <a:ext uri="{FF2B5EF4-FFF2-40B4-BE49-F238E27FC236}">
                <a16:creationId xmlns:a16="http://schemas.microsoft.com/office/drawing/2014/main" id="{34017997-E09B-4C0C-9B0C-2336E13A8D2C}"/>
              </a:ext>
            </a:extLst>
          </p:cNvPr>
          <p:cNvSpPr>
            <a:spLocks xmlns:a="http://schemas.openxmlformats.org/drawingml/2006/main" noGrp="1"/>
          </p:cNvSpPr>
          <p:nvPr/>
        </p:nvSpPr>
        <p:spPr>
          <a:xfrm xmlns:a="http://schemas.openxmlformats.org/drawingml/2006/main">
            <a:off x="14382750" y="8753475"/>
            <a:ext cx="2762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875" b="0">
                <a:solidFill>
                  <a:srgbClr val="007F83"/>
                </a:solidFill>
              </a:defRPr>
            </a:defPPr>
            <a:lvl1pPr algn="l">
              <a:defRPr sz="1875" b="0">
                <a:solidFill>
                  <a:srgbClr val="007F83"/>
                </a:solidFill>
              </a:defRPr>
            </a:lvl1pPr>
            <a:lvl2pPr algn="l">
              <a:defRPr sz="1875" b="0">
                <a:solidFill>
                  <a:srgbClr val="007F83"/>
                </a:solidFill>
              </a:defRPr>
            </a:lvl2pPr>
            <a:lvl3pPr algn="l">
              <a:defRPr sz="1875" b="0">
                <a:solidFill>
                  <a:srgbClr val="007F83"/>
                </a:solidFill>
              </a:defRPr>
            </a:lvl3pPr>
            <a:lvl4pPr algn="l">
              <a:defRPr sz="1875" b="0">
                <a:solidFill>
                  <a:srgbClr val="007F83"/>
                </a:solidFill>
              </a:defRPr>
            </a:lvl4pPr>
            <a:lvl5pPr algn="l">
              <a:defRPr sz="1875" b="0">
                <a:solidFill>
                  <a:srgbClr val="007F83"/>
                </a:solidFill>
              </a:defRPr>
            </a:lvl5pPr>
            <a:lvl6pPr algn="l">
              <a:defRPr sz="1875" b="0">
                <a:solidFill>
                  <a:srgbClr val="007F83"/>
                </a:solidFill>
              </a:defRPr>
            </a:lvl6pPr>
            <a:lvl7pPr algn="l">
              <a:defRPr sz="1875" b="0">
                <a:solidFill>
                  <a:srgbClr val="007F83"/>
                </a:solidFill>
              </a:defRPr>
            </a:lvl7pPr>
            <a:lvl8pPr algn="l">
              <a:defRPr sz="1875" b="0">
                <a:solidFill>
                  <a:srgbClr val="007F83"/>
                </a:solidFill>
              </a:defRPr>
            </a:lvl8pPr>
            <a:lvl9pPr algn="l">
              <a:defRPr sz="1875" b="0">
                <a:solidFill>
                  <a:srgbClr val="007F83"/>
                </a:solidFill>
              </a:defRPr>
            </a:lvl9pPr>
          </a:lstStyle>
          <a:p xmlns:a="http://schemas.openxmlformats.org/drawingml/2006/main">
            <a:pPr algn="l">
              <a:buNone/>
              <a:defRPr sz="1875" b="0">
                <a:solidFill>
                  <a:srgbClr val="007F83"/>
                </a:solidFill>
              </a:defRPr>
            </a:pPr>
            <a:r>
              <a:rPr sz="1875" b="0">
                <a:solidFill>
                  <a:srgbClr val="007F83"/>
                </a:solidFill>
              </a:rPr>
              <a:t>→</a:t>
            </a:r>
          </a:p>
        </p:txBody>
      </p:sp>
      <p:sp>
        <p:nvSpPr>
          <p:cNvPr id="67" name="text-204">
            <a:extLst xmlns:a="http://schemas.openxmlformats.org/drawingml/2006/main">
              <a:ext uri="{FF2B5EF4-FFF2-40B4-BE49-F238E27FC236}">
                <a16:creationId xmlns:a16="http://schemas.microsoft.com/office/drawing/2014/main" id="{9E477ED3-D77A-4489-8E0C-0EF368EE1ED7}"/>
              </a:ext>
            </a:extLst>
          </p:cNvPr>
          <p:cNvSpPr>
            <a:spLocks xmlns:a="http://schemas.openxmlformats.org/drawingml/2006/main" noGrp="1"/>
          </p:cNvSpPr>
          <p:nvPr/>
        </p:nvSpPr>
        <p:spPr>
          <a:xfrm xmlns:a="http://schemas.openxmlformats.org/drawingml/2006/main">
            <a:off x="14697075" y="8382000"/>
            <a:ext cx="23431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575" b="1">
                <a:solidFill>
                  <a:srgbClr val="007F83"/>
                </a:solidFill>
              </a:defRPr>
            </a:defPPr>
            <a:lvl1pPr algn="ctr">
              <a:defRPr sz="1575" b="1">
                <a:solidFill>
                  <a:srgbClr val="007F83"/>
                </a:solidFill>
              </a:defRPr>
            </a:lvl1pPr>
            <a:lvl2pPr algn="ctr">
              <a:defRPr sz="1575" b="1">
                <a:solidFill>
                  <a:srgbClr val="007F83"/>
                </a:solidFill>
              </a:defRPr>
            </a:lvl2pPr>
            <a:lvl3pPr algn="ctr">
              <a:defRPr sz="1575" b="1">
                <a:solidFill>
                  <a:srgbClr val="007F83"/>
                </a:solidFill>
              </a:defRPr>
            </a:lvl3pPr>
            <a:lvl4pPr algn="ctr">
              <a:defRPr sz="1575" b="1">
                <a:solidFill>
                  <a:srgbClr val="007F83"/>
                </a:solidFill>
              </a:defRPr>
            </a:lvl4pPr>
            <a:lvl5pPr algn="ctr">
              <a:defRPr sz="1575" b="1">
                <a:solidFill>
                  <a:srgbClr val="007F83"/>
                </a:solidFill>
              </a:defRPr>
            </a:lvl5pPr>
            <a:lvl6pPr algn="ctr">
              <a:defRPr sz="1575" b="1">
                <a:solidFill>
                  <a:srgbClr val="007F83"/>
                </a:solidFill>
              </a:defRPr>
            </a:lvl6pPr>
            <a:lvl7pPr algn="ctr">
              <a:defRPr sz="1575" b="1">
                <a:solidFill>
                  <a:srgbClr val="007F83"/>
                </a:solidFill>
              </a:defRPr>
            </a:lvl7pPr>
            <a:lvl8pPr algn="ctr">
              <a:defRPr sz="1575" b="1">
                <a:solidFill>
                  <a:srgbClr val="007F83"/>
                </a:solidFill>
              </a:defRPr>
            </a:lvl8pPr>
            <a:lvl9pPr algn="ctr">
              <a:defRPr sz="1575" b="1">
                <a:solidFill>
                  <a:srgbClr val="007F83"/>
                </a:solidFill>
              </a:defRPr>
            </a:lvl9pPr>
          </a:lstStyle>
          <a:p xmlns:a="http://schemas.openxmlformats.org/drawingml/2006/main">
            <a:pPr algn="ctr">
              <a:buNone/>
              <a:defRPr sz="1575" b="1">
                <a:solidFill>
                  <a:srgbClr val="007F83"/>
                </a:solidFill>
              </a:defRPr>
            </a:pPr>
            <a:r>
              <a:rPr sz="1575" b="1">
                <a:solidFill>
                  <a:srgbClr val="007F83"/>
                </a:solidFill>
              </a:rPr>
              <a:t>06</a:t>
            </a:r>
          </a:p>
        </p:txBody>
      </p:sp>
      <p:sp>
        <p:nvSpPr>
          <p:cNvPr id="68" name="text-205">
            <a:extLst xmlns:a="http://schemas.openxmlformats.org/drawingml/2006/main">
              <a:ext uri="{FF2B5EF4-FFF2-40B4-BE49-F238E27FC236}">
                <a16:creationId xmlns:a16="http://schemas.microsoft.com/office/drawing/2014/main" id="{355B62E8-3148-400F-B4FB-82B13EF564FC}"/>
              </a:ext>
            </a:extLst>
          </p:cNvPr>
          <p:cNvSpPr>
            <a:spLocks xmlns:a="http://schemas.openxmlformats.org/drawingml/2006/main" noGrp="1"/>
          </p:cNvSpPr>
          <p:nvPr/>
        </p:nvSpPr>
        <p:spPr>
          <a:xfrm xmlns:a="http://schemas.openxmlformats.org/drawingml/2006/main">
            <a:off x="14697075" y="8763000"/>
            <a:ext cx="23431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725" b="1">
                <a:solidFill>
                  <a:srgbClr val="12354E"/>
                </a:solidFill>
              </a:defRPr>
            </a:defPPr>
            <a:lvl1pPr algn="ctr">
              <a:defRPr sz="1725" b="1">
                <a:solidFill>
                  <a:srgbClr val="12354E"/>
                </a:solidFill>
              </a:defRPr>
            </a:lvl1pPr>
            <a:lvl2pPr algn="ctr">
              <a:defRPr sz="1725" b="1">
                <a:solidFill>
                  <a:srgbClr val="12354E"/>
                </a:solidFill>
              </a:defRPr>
            </a:lvl2pPr>
            <a:lvl3pPr algn="ctr">
              <a:defRPr sz="1725" b="1">
                <a:solidFill>
                  <a:srgbClr val="12354E"/>
                </a:solidFill>
              </a:defRPr>
            </a:lvl3pPr>
            <a:lvl4pPr algn="ctr">
              <a:defRPr sz="1725" b="1">
                <a:solidFill>
                  <a:srgbClr val="12354E"/>
                </a:solidFill>
              </a:defRPr>
            </a:lvl4pPr>
            <a:lvl5pPr algn="ctr">
              <a:defRPr sz="1725" b="1">
                <a:solidFill>
                  <a:srgbClr val="12354E"/>
                </a:solidFill>
              </a:defRPr>
            </a:lvl5pPr>
            <a:lvl6pPr algn="ctr">
              <a:defRPr sz="1725" b="1">
                <a:solidFill>
                  <a:srgbClr val="12354E"/>
                </a:solidFill>
              </a:defRPr>
            </a:lvl6pPr>
            <a:lvl7pPr algn="ctr">
              <a:defRPr sz="1725" b="1">
                <a:solidFill>
                  <a:srgbClr val="12354E"/>
                </a:solidFill>
              </a:defRPr>
            </a:lvl7pPr>
            <a:lvl8pPr algn="ctr">
              <a:defRPr sz="1725" b="1">
                <a:solidFill>
                  <a:srgbClr val="12354E"/>
                </a:solidFill>
              </a:defRPr>
            </a:lvl8pPr>
            <a:lvl9pPr algn="ctr">
              <a:defRPr sz="1725" b="1">
                <a:solidFill>
                  <a:srgbClr val="12354E"/>
                </a:solidFill>
              </a:defRPr>
            </a:lvl9pPr>
          </a:lstStyle>
          <a:p xmlns:a="http://schemas.openxmlformats.org/drawingml/2006/main">
            <a:pPr algn="ctr">
              <a:buNone/>
              <a:defRPr sz="1725" b="1">
                <a:solidFill>
                  <a:srgbClr val="12354E"/>
                </a:solidFill>
              </a:defRPr>
            </a:pPr>
            <a:r>
              <a:rPr sz="1725" b="1">
                <a:solidFill>
                  <a:srgbClr val="12354E"/>
                </a:solidFill>
              </a:rPr>
              <a:t>Result</a:t>
            </a:r>
          </a:p>
        </p:txBody>
      </p:sp>
    </p:spTree>
    <p:extLst>
      <p:ext uri="{BB962C8B-B14F-4D97-AF65-F5344CB8AC3E}">
        <p14:creationId xmlns:p14="http://schemas.microsoft.com/office/powerpoint/2010/main" val="1892323907"/>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 name="Freeform 2">
            <a:extLst xmlns:a="http://schemas.openxmlformats.org/drawingml/2006/main">
              <a:ext uri="{FF2B5EF4-FFF2-40B4-BE49-F238E27FC236}">
                <a16:creationId xmlns:a16="http://schemas.microsoft.com/office/drawing/2014/main" id="{AC967029-974E-4AF6-A6C2-121050962096}"/>
              </a:ext>
            </a:extLst>
          </p:cNvPr>
          <p:cNvSpPr>
            <a:spLocks xmlns:a="http://schemas.openxmlformats.org/drawingml/2006/main" noGrp="1"/>
          </p:cNvSpPr>
          <p:nvPr/>
        </p:nvSpPr>
        <p:spPr>
          <a:xfrm xmlns:a="http://schemas.openxmlformats.org/drawingml/2006/main">
            <a:off x="0" y="0"/>
            <a:ext cx="18288000" cy="10450286"/>
          </a:xfrm>
          <a:custGeom xmlns:a="http://schemas.openxmlformats.org/drawingml/2006/main">
            <a:rect l="l" t="t" r="r" b="b"/>
            <a:pathLst>
              <a:path w="18288000" h="10450286">
                <a:moveTo>
                  <a:pt x="0" y="0"/>
                </a:moveTo>
                <a:lnTo>
                  <a:pt x="18288000" y="0"/>
                </a:lnTo>
                <a:lnTo>
                  <a:pt x="18288000" y="10450286"/>
                </a:lnTo>
                <a:lnTo>
                  <a:pt x="0" y="10450286"/>
                </a:lnTo>
                <a:lnTo>
                  <a:pt x="0" y="0"/>
                </a:lnTo>
                <a:close/>
              </a:path>
            </a:pathLst>
          </a:custGeom>
          <a:blipFill xmlns:a="http://schemas.openxmlformats.org/drawingml/2006/main">
            <a:blip xmlns:r="http://schemas.openxmlformats.org/officeDocument/2006/relationships" r:embed="R0b6c5c3b007c47b7">
              <a:alphaModFix amt="21999"/>
            </a:blip>
            <a:stretch>
              <a:fillRect l="0" t="0" r="0" b="0"/>
            </a:stretch>
          </a:blipFill>
        </p:spPr>
        <p:txBody>
          <a:bodyPr xmlns:a="http://schemas.openxmlformats.org/drawingml/2006/main"/>
          <a:lstStyle xmlns:a="http://schemas.openxmlformats.org/drawingml/2006/main"/>
          <a:p xmlns:a="http://schemas.openxmlformats.org/drawingml/2006/main"/>
        </p:txBody>
      </p:sp>
      <p:sp>
        <p:nvSpPr>
          <p:cNvPr id="4" name="AutoShape 4">
            <a:extLst xmlns:a="http://schemas.openxmlformats.org/drawingml/2006/main">
              <a:ext uri="{FF2B5EF4-FFF2-40B4-BE49-F238E27FC236}">
                <a16:creationId xmlns:a16="http://schemas.microsoft.com/office/drawing/2014/main" id="{B75F8447-B0A6-4E3E-9847-A38FB7D414F5}"/>
              </a:ext>
            </a:extLst>
          </p:cNvPr>
          <p:cNvSpPr>
            <a:spLocks xmlns:a="http://schemas.openxmlformats.org/drawingml/2006/main" noGrp="1"/>
          </p:cNvSpPr>
          <p:nvPr/>
        </p:nvSpPr>
        <p:spPr>
          <a:xfrm xmlns:a="http://schemas.openxmlformats.org/drawingml/2006/main" rot="0" flipH="0" flipV="0">
            <a:off x="19049" y="9430869"/>
            <a:ext cx="18491267" cy="0"/>
          </a:xfrm>
          <a:prstGeom xmlns:a="http://schemas.openxmlformats.org/drawingml/2006/main" prst="line">
            <a:avLst/>
          </a:prstGeom>
          <a:ln xmlns:a="http://schemas.openxmlformats.org/drawingml/2006/main" w="50800" cap="flat">
            <a:solidFill>
              <a:srgbClr val="000000"/>
            </a:solidFill>
            <a:prstDash val="solid"/>
            <a:headEnd type="none" w="sm" len="sm"/>
            <a:tailEnd type="none" w="sm" len="sm"/>
          </a:ln>
        </p:spPr>
      </p:sp>
      <p:sp>
        <p:nvSpPr>
          <p:cNvPr id="5" name="Freeform 5">
            <a:extLst xmlns:a="http://schemas.openxmlformats.org/drawingml/2006/main">
              <a:ext uri="{FF2B5EF4-FFF2-40B4-BE49-F238E27FC236}">
                <a16:creationId xmlns:a16="http://schemas.microsoft.com/office/drawing/2014/main" id="{E7B527D9-50C4-4346-A094-A6A3D7537D68}"/>
              </a:ext>
            </a:extLst>
          </p:cNvPr>
          <p:cNvSpPr>
            <a:spLocks xmlns:a="http://schemas.openxmlformats.org/drawingml/2006/main" noGrp="1"/>
          </p:cNvSpPr>
          <p:nvPr/>
        </p:nvSpPr>
        <p:spPr>
          <a:xfrm xmlns:a="http://schemas.openxmlformats.org/drawingml/2006/main" rot="0" flipH="0" flipV="0">
            <a:off x="0" y="0"/>
            <a:ext cx="2367196" cy="2367196"/>
          </a:xfrm>
          <a:custGeom xmlns:a="http://schemas.openxmlformats.org/drawingml/2006/main">
            <a:rect l="l" t="t" r="r" b="b"/>
            <a:pathLst>
              <a:path w="3156262" h="3156262">
                <a:moveTo>
                  <a:pt x="0" y="0"/>
                </a:moveTo>
                <a:lnTo>
                  <a:pt x="3156262" y="0"/>
                </a:lnTo>
                <a:lnTo>
                  <a:pt x="3156262" y="3156262"/>
                </a:lnTo>
                <a:lnTo>
                  <a:pt x="0" y="3156262"/>
                </a:lnTo>
                <a:lnTo>
                  <a:pt x="0" y="0"/>
                </a:lnTo>
                <a:close/>
              </a:path>
            </a:pathLst>
          </a:custGeom>
          <a:blipFill xmlns:a="http://schemas.openxmlformats.org/drawingml/2006/main">
            <a:blip xmlns:r="http://schemas.openxmlformats.org/officeDocument/2006/relationships" r:embed="R274007ba236c4b92"/>
            <a:stretch>
              <a:fillRect l="0" t="0" r="0" b="0"/>
            </a:stretch>
          </a:blipFill>
        </p:spPr>
      </p:sp>
      <p:sp>
        <p:nvSpPr>
          <p:cNvPr id="6" name="TextBox 6">
            <a:extLst xmlns:a="http://schemas.openxmlformats.org/drawingml/2006/main">
              <a:ext uri="{FF2B5EF4-FFF2-40B4-BE49-F238E27FC236}">
                <a16:creationId xmlns:a16="http://schemas.microsoft.com/office/drawing/2014/main" id="{2902F9BA-60A3-4482-A2E4-7AC4C8C5898B}"/>
              </a:ext>
            </a:extLst>
          </p:cNvPr>
          <p:cNvSpPr>
            <a:spLocks xmlns:a="http://schemas.openxmlformats.org/drawingml/2006/main" noGrp="1"/>
          </p:cNvSpPr>
          <p:nvPr/>
        </p:nvSpPr>
        <p:spPr>
          <a:xfrm xmlns:a="http://schemas.openxmlformats.org/drawingml/2006/main" rot="0" flipH="0" flipV="0">
            <a:off x="7238999" y="9617547"/>
            <a:ext cx="3625586" cy="438572"/>
          </a:xfrm>
          <a:prstGeom xmlns:a="http://schemas.openxmlformats.org/drawingml/2006/main" prst="rect">
            <a:avLst/>
          </a:prstGeom>
        </p:spPr>
        <p:txBody>
          <a:bodyPr xmlns:a="http://schemas.openxmlformats.org/drawingml/2006/main" wrap="square" lIns="0" tIns="0" rIns="0" bIns="0" anchor="t">
            <a:spAutoFit/>
          </a:bodyPr>
          <a:lstStyle xmlns:a="http://schemas.openxmlformats.org/drawingml/2006/main"/>
          <a:p xmlns:a="http://schemas.openxmlformats.org/drawingml/2006/main">
            <a:pPr algn="ctr">
              <a:lnSpc>
                <a:spcPts val="3649"/>
              </a:lnSpc>
              <a:spcBef>
                <a:spcPct val="0"/>
              </a:spcBef>
              <a:buNone/>
            </a:pPr>
            <a:r>
              <a:rPr sz="2606" b="1">
                <a:solidFill>
                  <a:srgbClr val="000000"/>
                </a:solidFill>
                <a:latin typeface="Canva Sans Bold"/>
                <a:ea typeface="Canva Sans Bold"/>
                <a:cs typeface="Canva Sans Bold"/>
              </a:rPr>
              <a:t>www.indiraicem.ac.in</a:t>
            </a:r>
            <a:endParaRPr sz="2606" b="1">
              <a:solidFill>
                <a:srgbClr val="000000"/>
              </a:solidFill>
              <a:latin typeface="Canva Sans Bold"/>
              <a:ea typeface="Canva Sans Bold"/>
              <a:cs typeface="Canva Sans Bold"/>
            </a:endParaRPr>
          </a:p>
        </p:txBody>
      </p:sp>
      <p:sp>
        <p:nvSpPr>
          <p:cNvPr id="7" name="text-206">
            <a:extLst xmlns:a="http://schemas.openxmlformats.org/drawingml/2006/main">
              <a:ext uri="{FF2B5EF4-FFF2-40B4-BE49-F238E27FC236}">
                <a16:creationId xmlns:a16="http://schemas.microsoft.com/office/drawing/2014/main" id="{3ADB672E-6302-4D8D-A554-A42078FC5463}"/>
              </a:ext>
            </a:extLst>
          </p:cNvPr>
          <p:cNvSpPr>
            <a:spLocks xmlns:a="http://schemas.openxmlformats.org/drawingml/2006/main" noGrp="1"/>
          </p:cNvSpPr>
          <p:nvPr/>
        </p:nvSpPr>
        <p:spPr>
          <a:xfrm xmlns:a="http://schemas.openxmlformats.org/drawingml/2006/main">
            <a:off x="2238375" y="628650"/>
            <a:ext cx="14859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3750" b="1">
                <a:solidFill>
                  <a:srgbClr val="12354E"/>
                </a:solidFill>
              </a:defRPr>
            </a:defPPr>
            <a:lvl1pPr algn="l">
              <a:defRPr sz="3750" b="1">
                <a:solidFill>
                  <a:srgbClr val="12354E"/>
                </a:solidFill>
              </a:defRPr>
            </a:lvl1pPr>
            <a:lvl2pPr algn="l">
              <a:defRPr sz="3750" b="1">
                <a:solidFill>
                  <a:srgbClr val="12354E"/>
                </a:solidFill>
              </a:defRPr>
            </a:lvl2pPr>
            <a:lvl3pPr algn="l">
              <a:defRPr sz="3750" b="1">
                <a:solidFill>
                  <a:srgbClr val="12354E"/>
                </a:solidFill>
              </a:defRPr>
            </a:lvl3pPr>
            <a:lvl4pPr algn="l">
              <a:defRPr sz="3750" b="1">
                <a:solidFill>
                  <a:srgbClr val="12354E"/>
                </a:solidFill>
              </a:defRPr>
            </a:lvl4pPr>
            <a:lvl5pPr algn="l">
              <a:defRPr sz="3750" b="1">
                <a:solidFill>
                  <a:srgbClr val="12354E"/>
                </a:solidFill>
              </a:defRPr>
            </a:lvl5pPr>
            <a:lvl6pPr algn="l">
              <a:defRPr sz="3750" b="1">
                <a:solidFill>
                  <a:srgbClr val="12354E"/>
                </a:solidFill>
              </a:defRPr>
            </a:lvl6pPr>
            <a:lvl7pPr algn="l">
              <a:defRPr sz="3750" b="1">
                <a:solidFill>
                  <a:srgbClr val="12354E"/>
                </a:solidFill>
              </a:defRPr>
            </a:lvl7pPr>
            <a:lvl8pPr algn="l">
              <a:defRPr sz="3750" b="1">
                <a:solidFill>
                  <a:srgbClr val="12354E"/>
                </a:solidFill>
              </a:defRPr>
            </a:lvl8pPr>
            <a:lvl9pPr algn="l">
              <a:defRPr sz="3750" b="1">
                <a:solidFill>
                  <a:srgbClr val="12354E"/>
                </a:solidFill>
              </a:defRPr>
            </a:lvl9pPr>
          </a:lstStyle>
          <a:p xmlns:a="http://schemas.openxmlformats.org/drawingml/2006/main">
            <a:pPr algn="l">
              <a:buNone/>
              <a:defRPr sz="3750" b="1">
                <a:solidFill>
                  <a:srgbClr val="12354E"/>
                </a:solidFill>
              </a:defRPr>
            </a:pPr>
            <a:r>
              <a:rPr sz="3750" b="1">
                <a:solidFill>
                  <a:srgbClr val="12354E"/>
                </a:solidFill>
              </a:rPr>
              <a:t>Applications &amp; Future Scope</a:t>
            </a:r>
          </a:p>
        </p:txBody>
      </p:sp>
      <p:sp>
        <p:nvSpPr>
          <p:cNvPr id="8" name="text-207">
            <a:extLst xmlns:a="http://schemas.openxmlformats.org/drawingml/2006/main">
              <a:ext uri="{FF2B5EF4-FFF2-40B4-BE49-F238E27FC236}">
                <a16:creationId xmlns:a16="http://schemas.microsoft.com/office/drawing/2014/main" id="{69DBFD0A-521B-43C1-9184-CDEF220984D4}"/>
              </a:ext>
            </a:extLst>
          </p:cNvPr>
          <p:cNvSpPr>
            <a:spLocks xmlns:a="http://schemas.openxmlformats.org/drawingml/2006/main" noGrp="1"/>
          </p:cNvSpPr>
          <p:nvPr/>
        </p:nvSpPr>
        <p:spPr>
          <a:xfrm xmlns:a="http://schemas.openxmlformats.org/drawingml/2006/main">
            <a:off x="2266950" y="1428750"/>
            <a:ext cx="1466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875" b="0">
                <a:solidFill>
                  <a:srgbClr val="557080"/>
                </a:solidFill>
              </a:defRPr>
            </a:defPPr>
            <a:lvl1pPr algn="l">
              <a:defRPr sz="1875" b="0">
                <a:solidFill>
                  <a:srgbClr val="557080"/>
                </a:solidFill>
              </a:defRPr>
            </a:lvl1pPr>
            <a:lvl2pPr algn="l">
              <a:defRPr sz="1875" b="0">
                <a:solidFill>
                  <a:srgbClr val="557080"/>
                </a:solidFill>
              </a:defRPr>
            </a:lvl2pPr>
            <a:lvl3pPr algn="l">
              <a:defRPr sz="1875" b="0">
                <a:solidFill>
                  <a:srgbClr val="557080"/>
                </a:solidFill>
              </a:defRPr>
            </a:lvl3pPr>
            <a:lvl4pPr algn="l">
              <a:defRPr sz="1875" b="0">
                <a:solidFill>
                  <a:srgbClr val="557080"/>
                </a:solidFill>
              </a:defRPr>
            </a:lvl4pPr>
            <a:lvl5pPr algn="l">
              <a:defRPr sz="1875" b="0">
                <a:solidFill>
                  <a:srgbClr val="557080"/>
                </a:solidFill>
              </a:defRPr>
            </a:lvl5pPr>
            <a:lvl6pPr algn="l">
              <a:defRPr sz="1875" b="0">
                <a:solidFill>
                  <a:srgbClr val="557080"/>
                </a:solidFill>
              </a:defRPr>
            </a:lvl6pPr>
            <a:lvl7pPr algn="l">
              <a:defRPr sz="1875" b="0">
                <a:solidFill>
                  <a:srgbClr val="557080"/>
                </a:solidFill>
              </a:defRPr>
            </a:lvl7pPr>
            <a:lvl8pPr algn="l">
              <a:defRPr sz="1875" b="0">
                <a:solidFill>
                  <a:srgbClr val="557080"/>
                </a:solidFill>
              </a:defRPr>
            </a:lvl8pPr>
            <a:lvl9pPr algn="l">
              <a:defRPr sz="1875" b="0">
                <a:solidFill>
                  <a:srgbClr val="557080"/>
                </a:solidFill>
              </a:defRPr>
            </a:lvl9pPr>
          </a:lstStyle>
          <a:p xmlns:a="http://schemas.openxmlformats.org/drawingml/2006/main">
            <a:pPr algn="l">
              <a:buNone/>
              <a:defRPr sz="1875" b="0">
                <a:solidFill>
                  <a:srgbClr val="557080"/>
                </a:solidFill>
              </a:defRPr>
            </a:pPr>
            <a:r>
              <a:rPr sz="1875" b="0">
                <a:solidFill>
                  <a:srgbClr val="557080"/>
                </a:solidFill>
              </a:rPr>
              <a:t>Practical learning scenarios and a phased development roadmap</a:t>
            </a:r>
          </a:p>
        </p:txBody>
      </p:sp>
      <p:sp>
        <p:nvSpPr>
          <p:cNvPr id="9" name="text-208">
            <a:extLst xmlns:a="http://schemas.openxmlformats.org/drawingml/2006/main">
              <a:ext uri="{FF2B5EF4-FFF2-40B4-BE49-F238E27FC236}">
                <a16:creationId xmlns:a16="http://schemas.microsoft.com/office/drawing/2014/main" id="{8F3C4C1F-4D2F-4B40-9A90-649F4423CCA6}"/>
              </a:ext>
            </a:extLst>
          </p:cNvPr>
          <p:cNvSpPr>
            <a:spLocks xmlns:a="http://schemas.openxmlformats.org/drawingml/2006/main" noGrp="1"/>
          </p:cNvSpPr>
          <p:nvPr/>
        </p:nvSpPr>
        <p:spPr>
          <a:xfrm xmlns:a="http://schemas.openxmlformats.org/drawingml/2006/main">
            <a:off x="904875" y="9715500"/>
            <a:ext cx="190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500" b="1">
                <a:solidFill>
                  <a:srgbClr val="075C64"/>
                </a:solidFill>
              </a:defRPr>
            </a:defPPr>
            <a:lvl1pPr algn="l">
              <a:defRPr sz="1500" b="1">
                <a:solidFill>
                  <a:srgbClr val="075C64"/>
                </a:solidFill>
              </a:defRPr>
            </a:lvl1pPr>
            <a:lvl2pPr algn="l">
              <a:defRPr sz="1500" b="1">
                <a:solidFill>
                  <a:srgbClr val="075C64"/>
                </a:solidFill>
              </a:defRPr>
            </a:lvl2pPr>
            <a:lvl3pPr algn="l">
              <a:defRPr sz="1500" b="1">
                <a:solidFill>
                  <a:srgbClr val="075C64"/>
                </a:solidFill>
              </a:defRPr>
            </a:lvl3pPr>
            <a:lvl4pPr algn="l">
              <a:defRPr sz="1500" b="1">
                <a:solidFill>
                  <a:srgbClr val="075C64"/>
                </a:solidFill>
              </a:defRPr>
            </a:lvl4pPr>
            <a:lvl5pPr algn="l">
              <a:defRPr sz="1500" b="1">
                <a:solidFill>
                  <a:srgbClr val="075C64"/>
                </a:solidFill>
              </a:defRPr>
            </a:lvl5pPr>
            <a:lvl6pPr algn="l">
              <a:defRPr sz="1500" b="1">
                <a:solidFill>
                  <a:srgbClr val="075C64"/>
                </a:solidFill>
              </a:defRPr>
            </a:lvl6pPr>
            <a:lvl7pPr algn="l">
              <a:defRPr sz="1500" b="1">
                <a:solidFill>
                  <a:srgbClr val="075C64"/>
                </a:solidFill>
              </a:defRPr>
            </a:lvl7pPr>
            <a:lvl8pPr algn="l">
              <a:defRPr sz="1500" b="1">
                <a:solidFill>
                  <a:srgbClr val="075C64"/>
                </a:solidFill>
              </a:defRPr>
            </a:lvl8pPr>
            <a:lvl9pPr algn="l">
              <a:defRPr sz="1500" b="1">
                <a:solidFill>
                  <a:srgbClr val="075C64"/>
                </a:solidFill>
              </a:defRPr>
            </a:lvl9pPr>
          </a:lstStyle>
          <a:p xmlns:a="http://schemas.openxmlformats.org/drawingml/2006/main">
            <a:pPr algn="l">
              <a:buNone/>
              <a:defRPr sz="1500" b="1">
                <a:solidFill>
                  <a:srgbClr val="075C64"/>
                </a:solidFill>
              </a:defRPr>
            </a:pPr>
            <a:r>
              <a:rPr sz="1500" b="1">
                <a:solidFill>
                  <a:srgbClr val="075C64"/>
                </a:solidFill>
              </a:rPr>
              <a:t>07 / 08</a:t>
            </a:r>
          </a:p>
        </p:txBody>
      </p:sp>
      <p:sp>
        <p:nvSpPr>
          <p:cNvPr id="10" name="text-209">
            <a:extLst xmlns:a="http://schemas.openxmlformats.org/drawingml/2006/main">
              <a:ext uri="{FF2B5EF4-FFF2-40B4-BE49-F238E27FC236}">
                <a16:creationId xmlns:a16="http://schemas.microsoft.com/office/drawing/2014/main" id="{9CCA3304-B7BB-4DEE-B39F-87B82B5275BC}"/>
              </a:ext>
            </a:extLst>
          </p:cNvPr>
          <p:cNvSpPr>
            <a:spLocks xmlns:a="http://schemas.openxmlformats.org/drawingml/2006/main" noGrp="1"/>
          </p:cNvSpPr>
          <p:nvPr/>
        </p:nvSpPr>
        <p:spPr>
          <a:xfrm xmlns:a="http://schemas.openxmlformats.org/drawingml/2006/main">
            <a:off x="13239750" y="9734550"/>
            <a:ext cx="4191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125" b="0">
                <a:solidFill>
                  <a:srgbClr val="557080"/>
                </a:solidFill>
              </a:defRPr>
            </a:defPPr>
            <a:lvl1pPr algn="l">
              <a:defRPr sz="1125" b="0">
                <a:solidFill>
                  <a:srgbClr val="557080"/>
                </a:solidFill>
              </a:defRPr>
            </a:lvl1pPr>
            <a:lvl2pPr algn="l">
              <a:defRPr sz="1125" b="0">
                <a:solidFill>
                  <a:srgbClr val="557080"/>
                </a:solidFill>
              </a:defRPr>
            </a:lvl2pPr>
            <a:lvl3pPr algn="l">
              <a:defRPr sz="1125" b="0">
                <a:solidFill>
                  <a:srgbClr val="557080"/>
                </a:solidFill>
              </a:defRPr>
            </a:lvl3pPr>
            <a:lvl4pPr algn="l">
              <a:defRPr sz="1125" b="0">
                <a:solidFill>
                  <a:srgbClr val="557080"/>
                </a:solidFill>
              </a:defRPr>
            </a:lvl4pPr>
            <a:lvl5pPr algn="l">
              <a:defRPr sz="1125" b="0">
                <a:solidFill>
                  <a:srgbClr val="557080"/>
                </a:solidFill>
              </a:defRPr>
            </a:lvl5pPr>
            <a:lvl6pPr algn="l">
              <a:defRPr sz="1125" b="0">
                <a:solidFill>
                  <a:srgbClr val="557080"/>
                </a:solidFill>
              </a:defRPr>
            </a:lvl6pPr>
            <a:lvl7pPr algn="l">
              <a:defRPr sz="1125" b="0">
                <a:solidFill>
                  <a:srgbClr val="557080"/>
                </a:solidFill>
              </a:defRPr>
            </a:lvl7pPr>
            <a:lvl8pPr algn="l">
              <a:defRPr sz="1125" b="0">
                <a:solidFill>
                  <a:srgbClr val="557080"/>
                </a:solidFill>
              </a:defRPr>
            </a:lvl8pPr>
            <a:lvl9pPr algn="l">
              <a:defRPr sz="1125" b="0">
                <a:solidFill>
                  <a:srgbClr val="557080"/>
                </a:solidFill>
              </a:defRPr>
            </a:lvl9pPr>
          </a:lstStyle>
          <a:p xmlns:a="http://schemas.openxmlformats.org/drawingml/2006/main">
            <a:pPr algn="l">
              <a:buNone/>
              <a:defRPr sz="1125" b="0">
                <a:solidFill>
                  <a:srgbClr val="557080"/>
                </a:solidFill>
              </a:defRPr>
            </a:pPr>
            <a:r>
              <a:rPr sz="1125" b="0">
                <a:solidFill>
                  <a:srgbClr val="557080"/>
                </a:solidFill>
              </a:rPr>
              <a:t>EduVerse AI  ·  Mini Project Review–2</a:t>
            </a:r>
          </a:p>
        </p:txBody>
      </p:sp>
      <p:sp>
        <p:nvSpPr>
          <p:cNvPr id="11" name="text-210">
            <a:extLst xmlns:a="http://schemas.openxmlformats.org/drawingml/2006/main">
              <a:ext uri="{FF2B5EF4-FFF2-40B4-BE49-F238E27FC236}">
                <a16:creationId xmlns:a16="http://schemas.microsoft.com/office/drawing/2014/main" id="{CF047D75-FA00-407D-8590-4E90624CFACE}"/>
              </a:ext>
            </a:extLst>
          </p:cNvPr>
          <p:cNvSpPr>
            <a:spLocks xmlns:a="http://schemas.openxmlformats.org/drawingml/2006/main" noGrp="1"/>
          </p:cNvSpPr>
          <p:nvPr/>
        </p:nvSpPr>
        <p:spPr>
          <a:xfrm xmlns:a="http://schemas.openxmlformats.org/drawingml/2006/main">
            <a:off x="1200150" y="2228850"/>
            <a:ext cx="738187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100" b="1">
                <a:solidFill>
                  <a:srgbClr val="007F83"/>
                </a:solidFill>
              </a:defRPr>
            </a:defPPr>
            <a:lvl1pPr algn="l">
              <a:defRPr sz="2100" b="1">
                <a:solidFill>
                  <a:srgbClr val="007F83"/>
                </a:solidFill>
              </a:defRPr>
            </a:lvl1pPr>
            <a:lvl2pPr algn="l">
              <a:defRPr sz="2100" b="1">
                <a:solidFill>
                  <a:srgbClr val="007F83"/>
                </a:solidFill>
              </a:defRPr>
            </a:lvl2pPr>
            <a:lvl3pPr algn="l">
              <a:defRPr sz="2100" b="1">
                <a:solidFill>
                  <a:srgbClr val="007F83"/>
                </a:solidFill>
              </a:defRPr>
            </a:lvl3pPr>
            <a:lvl4pPr algn="l">
              <a:defRPr sz="2100" b="1">
                <a:solidFill>
                  <a:srgbClr val="007F83"/>
                </a:solidFill>
              </a:defRPr>
            </a:lvl4pPr>
            <a:lvl5pPr algn="l">
              <a:defRPr sz="2100" b="1">
                <a:solidFill>
                  <a:srgbClr val="007F83"/>
                </a:solidFill>
              </a:defRPr>
            </a:lvl5pPr>
            <a:lvl6pPr algn="l">
              <a:defRPr sz="2100" b="1">
                <a:solidFill>
                  <a:srgbClr val="007F83"/>
                </a:solidFill>
              </a:defRPr>
            </a:lvl6pPr>
            <a:lvl7pPr algn="l">
              <a:defRPr sz="2100" b="1">
                <a:solidFill>
                  <a:srgbClr val="007F83"/>
                </a:solidFill>
              </a:defRPr>
            </a:lvl7pPr>
            <a:lvl8pPr algn="l">
              <a:defRPr sz="2100" b="1">
                <a:solidFill>
                  <a:srgbClr val="007F83"/>
                </a:solidFill>
              </a:defRPr>
            </a:lvl8pPr>
            <a:lvl9pPr algn="l">
              <a:defRPr sz="2100" b="1">
                <a:solidFill>
                  <a:srgbClr val="007F83"/>
                </a:solidFill>
              </a:defRPr>
            </a:lvl9pPr>
          </a:lstStyle>
          <a:p xmlns:a="http://schemas.openxmlformats.org/drawingml/2006/main">
            <a:pPr algn="l">
              <a:buNone/>
              <a:defRPr sz="2100" b="1">
                <a:solidFill>
                  <a:srgbClr val="007F83"/>
                </a:solidFill>
              </a:defRPr>
            </a:pPr>
            <a:r>
              <a:rPr sz="2100" b="1">
                <a:solidFill>
                  <a:srgbClr val="007F83"/>
                </a:solidFill>
              </a:rPr>
              <a:t>APPLICATIONS</a:t>
            </a:r>
          </a:p>
        </p:txBody>
      </p:sp>
      <p:sp>
        <p:nvSpPr>
          <p:cNvPr id="12" name="text-211">
            <a:extLst xmlns:a="http://schemas.openxmlformats.org/drawingml/2006/main">
              <a:ext uri="{FF2B5EF4-FFF2-40B4-BE49-F238E27FC236}">
                <a16:creationId xmlns:a16="http://schemas.microsoft.com/office/drawing/2014/main" id="{613E0A28-3A2C-4570-9128-7521CF0B79FC}"/>
              </a:ext>
            </a:extLst>
          </p:cNvPr>
          <p:cNvSpPr>
            <a:spLocks xmlns:a="http://schemas.openxmlformats.org/drawingml/2006/main" noGrp="1"/>
          </p:cNvSpPr>
          <p:nvPr/>
        </p:nvSpPr>
        <p:spPr>
          <a:xfrm xmlns:a="http://schemas.openxmlformats.org/drawingml/2006/main">
            <a:off x="9658350" y="2228850"/>
            <a:ext cx="7524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100" b="1">
                <a:solidFill>
                  <a:srgbClr val="007F83"/>
                </a:solidFill>
              </a:defRPr>
            </a:defPPr>
            <a:lvl1pPr algn="l">
              <a:defRPr sz="2100" b="1">
                <a:solidFill>
                  <a:srgbClr val="007F83"/>
                </a:solidFill>
              </a:defRPr>
            </a:lvl1pPr>
            <a:lvl2pPr algn="l">
              <a:defRPr sz="2100" b="1">
                <a:solidFill>
                  <a:srgbClr val="007F83"/>
                </a:solidFill>
              </a:defRPr>
            </a:lvl2pPr>
            <a:lvl3pPr algn="l">
              <a:defRPr sz="2100" b="1">
                <a:solidFill>
                  <a:srgbClr val="007F83"/>
                </a:solidFill>
              </a:defRPr>
            </a:lvl3pPr>
            <a:lvl4pPr algn="l">
              <a:defRPr sz="2100" b="1">
                <a:solidFill>
                  <a:srgbClr val="007F83"/>
                </a:solidFill>
              </a:defRPr>
            </a:lvl4pPr>
            <a:lvl5pPr algn="l">
              <a:defRPr sz="2100" b="1">
                <a:solidFill>
                  <a:srgbClr val="007F83"/>
                </a:solidFill>
              </a:defRPr>
            </a:lvl5pPr>
            <a:lvl6pPr algn="l">
              <a:defRPr sz="2100" b="1">
                <a:solidFill>
                  <a:srgbClr val="007F83"/>
                </a:solidFill>
              </a:defRPr>
            </a:lvl6pPr>
            <a:lvl7pPr algn="l">
              <a:defRPr sz="2100" b="1">
                <a:solidFill>
                  <a:srgbClr val="007F83"/>
                </a:solidFill>
              </a:defRPr>
            </a:lvl7pPr>
            <a:lvl8pPr algn="l">
              <a:defRPr sz="2100" b="1">
                <a:solidFill>
                  <a:srgbClr val="007F83"/>
                </a:solidFill>
              </a:defRPr>
            </a:lvl8pPr>
            <a:lvl9pPr algn="l">
              <a:defRPr sz="2100" b="1">
                <a:solidFill>
                  <a:srgbClr val="007F83"/>
                </a:solidFill>
              </a:defRPr>
            </a:lvl9pPr>
          </a:lstStyle>
          <a:p xmlns:a="http://schemas.openxmlformats.org/drawingml/2006/main">
            <a:pPr algn="l">
              <a:buNone/>
              <a:defRPr sz="2100" b="1">
                <a:solidFill>
                  <a:srgbClr val="007F83"/>
                </a:solidFill>
              </a:defRPr>
            </a:pPr>
            <a:r>
              <a:rPr sz="2100" b="1">
                <a:solidFill>
                  <a:srgbClr val="007F83"/>
                </a:solidFill>
              </a:rPr>
              <a:t>FUTURE ENHANCEMENTS</a:t>
            </a:r>
          </a:p>
        </p:txBody>
      </p:sp>
      <p:sp>
        <p:nvSpPr>
          <p:cNvPr id="13" name="panel-212">
            <a:extLst xmlns:a="http://schemas.openxmlformats.org/drawingml/2006/main">
              <a:ext uri="{FF2B5EF4-FFF2-40B4-BE49-F238E27FC236}">
                <a16:creationId xmlns:a16="http://schemas.microsoft.com/office/drawing/2014/main" id="{29AF3E89-33BF-4802-8741-70ABE4026DE0}"/>
              </a:ext>
            </a:extLst>
          </p:cNvPr>
          <p:cNvSpPr>
            <a:spLocks xmlns:a="http://schemas.openxmlformats.org/drawingml/2006/main" noGrp="1"/>
          </p:cNvSpPr>
          <p:nvPr/>
        </p:nvSpPr>
        <p:spPr>
          <a:xfrm xmlns:a="http://schemas.openxmlformats.org/drawingml/2006/main">
            <a:off x="1123950" y="2952750"/>
            <a:ext cx="7553325" cy="1000125"/>
          </a:xfrm>
          <a:prstGeom xmlns:a="http://schemas.openxmlformats.org/drawingml/2006/main" prst="roundRect">
            <a:avLst>
              <a:gd name="adj" fmla="val 9524"/>
            </a:avLst>
          </a:prstGeom>
          <a:solidFill xmlns:a="http://schemas.openxmlformats.org/drawingml/2006/main">
            <a:srgbClr val="FFFFFF"/>
          </a:solidFill>
          <a:ln xmlns:a="http://schemas.openxmlformats.org/drawingml/2006/main" w="12383">
            <a:solidFill>
              <a:srgbClr val="C7E0E2"/>
            </a:solidFill>
          </a:ln>
        </p:spPr>
      </p:sp>
      <p:pic>
        <p:nvPicPr>
          <p:cNvPr id="14" name="">
            <a:extLst xmlns:a="http://schemas.openxmlformats.org/drawingml/2006/main">
              <a:ext uri="{FF2B5EF4-FFF2-40B4-BE49-F238E27FC236}">
                <a16:creationId xmlns:a16="http://schemas.microsoft.com/office/drawing/2014/main" id="{A6D12F09-9622-4FE9-B6D0-371914DBF9E9}"/>
              </a:ext>
            </a:extLst>
          </p:cNvPr>
          <p:cNvPicPr>
            <a:picLocks xmlns:a="http://schemas.openxmlformats.org/drawingml/2006/main" noChangeAspect="1"/>
          </p:cNvPicPr>
          <p:nvPr/>
        </p:nvPicPr>
        <p:blipFill>
          <a:blip xmlns:r="http://schemas.openxmlformats.org/officeDocument/2006/relationships" xmlns:a="http://schemas.openxmlformats.org/drawingml/2006/main" r:embed="R05074d5418594be9"/>
          <a:stretch xmlns:a="http://schemas.openxmlformats.org/drawingml/2006/main"/>
        </p:blipFill>
        <p:spPr>
          <a:xfrm xmlns:a="http://schemas.openxmlformats.org/drawingml/2006/main">
            <a:off x="1371600" y="3219450"/>
            <a:ext cx="409575" cy="409575"/>
          </a:xfrm>
          <a:prstGeom xmlns:a="http://schemas.openxmlformats.org/drawingml/2006/main" prst="rect">
            <a:avLst/>
          </a:prstGeom>
        </p:spPr>
      </p:pic>
      <p:sp>
        <p:nvSpPr>
          <p:cNvPr id="15" name="text-213">
            <a:extLst xmlns:a="http://schemas.openxmlformats.org/drawingml/2006/main">
              <a:ext uri="{FF2B5EF4-FFF2-40B4-BE49-F238E27FC236}">
                <a16:creationId xmlns:a16="http://schemas.microsoft.com/office/drawing/2014/main" id="{E640A467-EB11-4B73-A458-9281129312E1}"/>
              </a:ext>
            </a:extLst>
          </p:cNvPr>
          <p:cNvSpPr>
            <a:spLocks xmlns:a="http://schemas.openxmlformats.org/drawingml/2006/main" noGrp="1"/>
          </p:cNvSpPr>
          <p:nvPr/>
        </p:nvSpPr>
        <p:spPr>
          <a:xfrm xmlns:a="http://schemas.openxmlformats.org/drawingml/2006/main">
            <a:off x="2038350" y="3076575"/>
            <a:ext cx="63531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100" b="1">
                <a:solidFill>
                  <a:srgbClr val="075C64"/>
                </a:solidFill>
              </a:defRPr>
            </a:defPPr>
            <a:lvl1pPr algn="l">
              <a:defRPr sz="2100" b="1">
                <a:solidFill>
                  <a:srgbClr val="075C64"/>
                </a:solidFill>
              </a:defRPr>
            </a:lvl1pPr>
            <a:lvl2pPr algn="l">
              <a:defRPr sz="2100" b="1">
                <a:solidFill>
                  <a:srgbClr val="075C64"/>
                </a:solidFill>
              </a:defRPr>
            </a:lvl2pPr>
            <a:lvl3pPr algn="l">
              <a:defRPr sz="2100" b="1">
                <a:solidFill>
                  <a:srgbClr val="075C64"/>
                </a:solidFill>
              </a:defRPr>
            </a:lvl3pPr>
            <a:lvl4pPr algn="l">
              <a:defRPr sz="2100" b="1">
                <a:solidFill>
                  <a:srgbClr val="075C64"/>
                </a:solidFill>
              </a:defRPr>
            </a:lvl4pPr>
            <a:lvl5pPr algn="l">
              <a:defRPr sz="2100" b="1">
                <a:solidFill>
                  <a:srgbClr val="075C64"/>
                </a:solidFill>
              </a:defRPr>
            </a:lvl5pPr>
            <a:lvl6pPr algn="l">
              <a:defRPr sz="2100" b="1">
                <a:solidFill>
                  <a:srgbClr val="075C64"/>
                </a:solidFill>
              </a:defRPr>
            </a:lvl6pPr>
            <a:lvl7pPr algn="l">
              <a:defRPr sz="2100" b="1">
                <a:solidFill>
                  <a:srgbClr val="075C64"/>
                </a:solidFill>
              </a:defRPr>
            </a:lvl7pPr>
            <a:lvl8pPr algn="l">
              <a:defRPr sz="2100" b="1">
                <a:solidFill>
                  <a:srgbClr val="075C64"/>
                </a:solidFill>
              </a:defRPr>
            </a:lvl8pPr>
            <a:lvl9pPr algn="l">
              <a:defRPr sz="2100" b="1">
                <a:solidFill>
                  <a:srgbClr val="075C64"/>
                </a:solidFill>
              </a:defRPr>
            </a:lvl9pPr>
          </a:lstStyle>
          <a:p xmlns:a="http://schemas.openxmlformats.org/drawingml/2006/main">
            <a:pPr algn="l">
              <a:buNone/>
              <a:defRPr sz="2100" b="1">
                <a:solidFill>
                  <a:srgbClr val="075C64"/>
                </a:solidFill>
              </a:defRPr>
            </a:pPr>
            <a:r>
              <a:rPr sz="2100" b="1">
                <a:solidFill>
                  <a:srgbClr val="075C64"/>
                </a:solidFill>
              </a:rPr>
              <a:t>Student Self-Learning</a:t>
            </a:r>
          </a:p>
        </p:txBody>
      </p:sp>
      <p:sp>
        <p:nvSpPr>
          <p:cNvPr id="16" name="text-214">
            <a:extLst xmlns:a="http://schemas.openxmlformats.org/drawingml/2006/main">
              <a:ext uri="{FF2B5EF4-FFF2-40B4-BE49-F238E27FC236}">
                <a16:creationId xmlns:a16="http://schemas.microsoft.com/office/drawing/2014/main" id="{DB14A32D-2E06-4E21-852F-326135C0E47B}"/>
              </a:ext>
            </a:extLst>
          </p:cNvPr>
          <p:cNvSpPr>
            <a:spLocks xmlns:a="http://schemas.openxmlformats.org/drawingml/2006/main" noGrp="1"/>
          </p:cNvSpPr>
          <p:nvPr/>
        </p:nvSpPr>
        <p:spPr>
          <a:xfrm xmlns:a="http://schemas.openxmlformats.org/drawingml/2006/main">
            <a:off x="2038350" y="3524250"/>
            <a:ext cx="63531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725" b="0">
                <a:solidFill>
                  <a:srgbClr val="557080"/>
                </a:solidFill>
              </a:defRPr>
            </a:defPPr>
            <a:lvl1pPr algn="l">
              <a:defRPr sz="1725" b="0">
                <a:solidFill>
                  <a:srgbClr val="557080"/>
                </a:solidFill>
              </a:defRPr>
            </a:lvl1pPr>
            <a:lvl2pPr algn="l">
              <a:defRPr sz="1725" b="0">
                <a:solidFill>
                  <a:srgbClr val="557080"/>
                </a:solidFill>
              </a:defRPr>
            </a:lvl2pPr>
            <a:lvl3pPr algn="l">
              <a:defRPr sz="1725" b="0">
                <a:solidFill>
                  <a:srgbClr val="557080"/>
                </a:solidFill>
              </a:defRPr>
            </a:lvl3pPr>
            <a:lvl4pPr algn="l">
              <a:defRPr sz="1725" b="0">
                <a:solidFill>
                  <a:srgbClr val="557080"/>
                </a:solidFill>
              </a:defRPr>
            </a:lvl4pPr>
            <a:lvl5pPr algn="l">
              <a:defRPr sz="1725" b="0">
                <a:solidFill>
                  <a:srgbClr val="557080"/>
                </a:solidFill>
              </a:defRPr>
            </a:lvl5pPr>
            <a:lvl6pPr algn="l">
              <a:defRPr sz="1725" b="0">
                <a:solidFill>
                  <a:srgbClr val="557080"/>
                </a:solidFill>
              </a:defRPr>
            </a:lvl6pPr>
            <a:lvl7pPr algn="l">
              <a:defRPr sz="1725" b="0">
                <a:solidFill>
                  <a:srgbClr val="557080"/>
                </a:solidFill>
              </a:defRPr>
            </a:lvl7pPr>
            <a:lvl8pPr algn="l">
              <a:defRPr sz="1725" b="0">
                <a:solidFill>
                  <a:srgbClr val="557080"/>
                </a:solidFill>
              </a:defRPr>
            </a:lvl8pPr>
            <a:lvl9pPr algn="l">
              <a:defRPr sz="1725" b="0">
                <a:solidFill>
                  <a:srgbClr val="557080"/>
                </a:solidFill>
              </a:defRPr>
            </a:lvl9pPr>
          </a:lstStyle>
          <a:p xmlns:a="http://schemas.openxmlformats.org/drawingml/2006/main">
            <a:pPr algn="l">
              <a:buNone/>
              <a:defRPr sz="1725" b="0">
                <a:solidFill>
                  <a:srgbClr val="557080"/>
                </a:solidFill>
              </a:defRPr>
            </a:pPr>
            <a:r>
              <a:rPr sz="1725" b="0">
                <a:solidFill>
                  <a:srgbClr val="557080"/>
                </a:solidFill>
              </a:rPr>
              <a:t>Independent study and revision.</a:t>
            </a:r>
          </a:p>
        </p:txBody>
      </p:sp>
      <p:sp>
        <p:nvSpPr>
          <p:cNvPr id="17" name="panel-215">
            <a:extLst xmlns:a="http://schemas.openxmlformats.org/drawingml/2006/main">
              <a:ext uri="{FF2B5EF4-FFF2-40B4-BE49-F238E27FC236}">
                <a16:creationId xmlns:a16="http://schemas.microsoft.com/office/drawing/2014/main" id="{5BA49BBC-AC44-459F-88BB-37BAFAE05776}"/>
              </a:ext>
            </a:extLst>
          </p:cNvPr>
          <p:cNvSpPr>
            <a:spLocks xmlns:a="http://schemas.openxmlformats.org/drawingml/2006/main" noGrp="1"/>
          </p:cNvSpPr>
          <p:nvPr/>
        </p:nvSpPr>
        <p:spPr>
          <a:xfrm xmlns:a="http://schemas.openxmlformats.org/drawingml/2006/main">
            <a:off x="1123950" y="4133850"/>
            <a:ext cx="7553325" cy="1000125"/>
          </a:xfrm>
          <a:prstGeom xmlns:a="http://schemas.openxmlformats.org/drawingml/2006/main" prst="roundRect">
            <a:avLst>
              <a:gd name="adj" fmla="val 9524"/>
            </a:avLst>
          </a:prstGeom>
          <a:solidFill xmlns:a="http://schemas.openxmlformats.org/drawingml/2006/main">
            <a:srgbClr val="FFFFFF"/>
          </a:solidFill>
          <a:ln xmlns:a="http://schemas.openxmlformats.org/drawingml/2006/main" w="12383">
            <a:solidFill>
              <a:srgbClr val="C7E0E2"/>
            </a:solidFill>
          </a:ln>
        </p:spPr>
      </p:sp>
      <p:pic>
        <p:nvPicPr>
          <p:cNvPr id="18" name="">
            <a:extLst xmlns:a="http://schemas.openxmlformats.org/drawingml/2006/main">
              <a:ext uri="{FF2B5EF4-FFF2-40B4-BE49-F238E27FC236}">
                <a16:creationId xmlns:a16="http://schemas.microsoft.com/office/drawing/2014/main" id="{52877152-6E75-46D6-9132-2B91A194F399}"/>
              </a:ext>
            </a:extLst>
          </p:cNvPr>
          <p:cNvPicPr>
            <a:picLocks xmlns:a="http://schemas.openxmlformats.org/drawingml/2006/main" noChangeAspect="1"/>
          </p:cNvPicPr>
          <p:nvPr/>
        </p:nvPicPr>
        <p:blipFill>
          <a:blip xmlns:r="http://schemas.openxmlformats.org/officeDocument/2006/relationships" xmlns:a="http://schemas.openxmlformats.org/drawingml/2006/main" r:embed="R8cb1b5856b344a8e"/>
          <a:stretch xmlns:a="http://schemas.openxmlformats.org/drawingml/2006/main"/>
        </p:blipFill>
        <p:spPr>
          <a:xfrm xmlns:a="http://schemas.openxmlformats.org/drawingml/2006/main">
            <a:off x="1371600" y="4400550"/>
            <a:ext cx="409575" cy="409575"/>
          </a:xfrm>
          <a:prstGeom xmlns:a="http://schemas.openxmlformats.org/drawingml/2006/main" prst="rect">
            <a:avLst/>
          </a:prstGeom>
        </p:spPr>
      </p:pic>
      <p:sp>
        <p:nvSpPr>
          <p:cNvPr id="19" name="text-216">
            <a:extLst xmlns:a="http://schemas.openxmlformats.org/drawingml/2006/main">
              <a:ext uri="{FF2B5EF4-FFF2-40B4-BE49-F238E27FC236}">
                <a16:creationId xmlns:a16="http://schemas.microsoft.com/office/drawing/2014/main" id="{50859BEC-ABCD-444A-8B86-2E27B43EB67E}"/>
              </a:ext>
            </a:extLst>
          </p:cNvPr>
          <p:cNvSpPr>
            <a:spLocks xmlns:a="http://schemas.openxmlformats.org/drawingml/2006/main" noGrp="1"/>
          </p:cNvSpPr>
          <p:nvPr/>
        </p:nvSpPr>
        <p:spPr>
          <a:xfrm xmlns:a="http://schemas.openxmlformats.org/drawingml/2006/main">
            <a:off x="2038350" y="4257675"/>
            <a:ext cx="63531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100" b="1">
                <a:solidFill>
                  <a:srgbClr val="075C64"/>
                </a:solidFill>
              </a:defRPr>
            </a:defPPr>
            <a:lvl1pPr algn="l">
              <a:defRPr sz="2100" b="1">
                <a:solidFill>
                  <a:srgbClr val="075C64"/>
                </a:solidFill>
              </a:defRPr>
            </a:lvl1pPr>
            <a:lvl2pPr algn="l">
              <a:defRPr sz="2100" b="1">
                <a:solidFill>
                  <a:srgbClr val="075C64"/>
                </a:solidFill>
              </a:defRPr>
            </a:lvl2pPr>
            <a:lvl3pPr algn="l">
              <a:defRPr sz="2100" b="1">
                <a:solidFill>
                  <a:srgbClr val="075C64"/>
                </a:solidFill>
              </a:defRPr>
            </a:lvl3pPr>
            <a:lvl4pPr algn="l">
              <a:defRPr sz="2100" b="1">
                <a:solidFill>
                  <a:srgbClr val="075C64"/>
                </a:solidFill>
              </a:defRPr>
            </a:lvl4pPr>
            <a:lvl5pPr algn="l">
              <a:defRPr sz="2100" b="1">
                <a:solidFill>
                  <a:srgbClr val="075C64"/>
                </a:solidFill>
              </a:defRPr>
            </a:lvl5pPr>
            <a:lvl6pPr algn="l">
              <a:defRPr sz="2100" b="1">
                <a:solidFill>
                  <a:srgbClr val="075C64"/>
                </a:solidFill>
              </a:defRPr>
            </a:lvl6pPr>
            <a:lvl7pPr algn="l">
              <a:defRPr sz="2100" b="1">
                <a:solidFill>
                  <a:srgbClr val="075C64"/>
                </a:solidFill>
              </a:defRPr>
            </a:lvl7pPr>
            <a:lvl8pPr algn="l">
              <a:defRPr sz="2100" b="1">
                <a:solidFill>
                  <a:srgbClr val="075C64"/>
                </a:solidFill>
              </a:defRPr>
            </a:lvl8pPr>
            <a:lvl9pPr algn="l">
              <a:defRPr sz="2100" b="1">
                <a:solidFill>
                  <a:srgbClr val="075C64"/>
                </a:solidFill>
              </a:defRPr>
            </a:lvl9pPr>
          </a:lstStyle>
          <a:p xmlns:a="http://schemas.openxmlformats.org/drawingml/2006/main">
            <a:pPr algn="l">
              <a:buNone/>
              <a:defRPr sz="2100" b="1">
                <a:solidFill>
                  <a:srgbClr val="075C64"/>
                </a:solidFill>
              </a:defRPr>
            </a:pPr>
            <a:r>
              <a:rPr sz="2100" b="1">
                <a:solidFill>
                  <a:srgbClr val="075C64"/>
                </a:solidFill>
              </a:rPr>
              <a:t>Exam Preparation</a:t>
            </a:r>
          </a:p>
        </p:txBody>
      </p:sp>
      <p:sp>
        <p:nvSpPr>
          <p:cNvPr id="20" name="text-217">
            <a:extLst xmlns:a="http://schemas.openxmlformats.org/drawingml/2006/main">
              <a:ext uri="{FF2B5EF4-FFF2-40B4-BE49-F238E27FC236}">
                <a16:creationId xmlns:a16="http://schemas.microsoft.com/office/drawing/2014/main" id="{A78820AE-D153-45FE-BF11-9EE5EB96E7F9}"/>
              </a:ext>
            </a:extLst>
          </p:cNvPr>
          <p:cNvSpPr>
            <a:spLocks xmlns:a="http://schemas.openxmlformats.org/drawingml/2006/main" noGrp="1"/>
          </p:cNvSpPr>
          <p:nvPr/>
        </p:nvSpPr>
        <p:spPr>
          <a:xfrm xmlns:a="http://schemas.openxmlformats.org/drawingml/2006/main">
            <a:off x="2038350" y="4705350"/>
            <a:ext cx="63531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725" b="0">
                <a:solidFill>
                  <a:srgbClr val="557080"/>
                </a:solidFill>
              </a:defRPr>
            </a:defPPr>
            <a:lvl1pPr algn="l">
              <a:defRPr sz="1725" b="0">
                <a:solidFill>
                  <a:srgbClr val="557080"/>
                </a:solidFill>
              </a:defRPr>
            </a:lvl1pPr>
            <a:lvl2pPr algn="l">
              <a:defRPr sz="1725" b="0">
                <a:solidFill>
                  <a:srgbClr val="557080"/>
                </a:solidFill>
              </a:defRPr>
            </a:lvl2pPr>
            <a:lvl3pPr algn="l">
              <a:defRPr sz="1725" b="0">
                <a:solidFill>
                  <a:srgbClr val="557080"/>
                </a:solidFill>
              </a:defRPr>
            </a:lvl3pPr>
            <a:lvl4pPr algn="l">
              <a:defRPr sz="1725" b="0">
                <a:solidFill>
                  <a:srgbClr val="557080"/>
                </a:solidFill>
              </a:defRPr>
            </a:lvl4pPr>
            <a:lvl5pPr algn="l">
              <a:defRPr sz="1725" b="0">
                <a:solidFill>
                  <a:srgbClr val="557080"/>
                </a:solidFill>
              </a:defRPr>
            </a:lvl5pPr>
            <a:lvl6pPr algn="l">
              <a:defRPr sz="1725" b="0">
                <a:solidFill>
                  <a:srgbClr val="557080"/>
                </a:solidFill>
              </a:defRPr>
            </a:lvl6pPr>
            <a:lvl7pPr algn="l">
              <a:defRPr sz="1725" b="0">
                <a:solidFill>
                  <a:srgbClr val="557080"/>
                </a:solidFill>
              </a:defRPr>
            </a:lvl7pPr>
            <a:lvl8pPr algn="l">
              <a:defRPr sz="1725" b="0">
                <a:solidFill>
                  <a:srgbClr val="557080"/>
                </a:solidFill>
              </a:defRPr>
            </a:lvl8pPr>
            <a:lvl9pPr algn="l">
              <a:defRPr sz="1725" b="0">
                <a:solidFill>
                  <a:srgbClr val="557080"/>
                </a:solidFill>
              </a:defRPr>
            </a:lvl9pPr>
          </a:lstStyle>
          <a:p xmlns:a="http://schemas.openxmlformats.org/drawingml/2006/main">
            <a:pPr algn="l">
              <a:buNone/>
              <a:defRPr sz="1725" b="0">
                <a:solidFill>
                  <a:srgbClr val="557080"/>
                </a:solidFill>
              </a:defRPr>
            </a:pPr>
            <a:r>
              <a:rPr sz="1725" b="0">
                <a:solidFill>
                  <a:srgbClr val="557080"/>
                </a:solidFill>
              </a:rPr>
              <a:t>Turn material into explanations and practice.</a:t>
            </a:r>
          </a:p>
        </p:txBody>
      </p:sp>
      <p:sp>
        <p:nvSpPr>
          <p:cNvPr id="21" name="panel-218">
            <a:extLst xmlns:a="http://schemas.openxmlformats.org/drawingml/2006/main">
              <a:ext uri="{FF2B5EF4-FFF2-40B4-BE49-F238E27FC236}">
                <a16:creationId xmlns:a16="http://schemas.microsoft.com/office/drawing/2014/main" id="{FCF853DC-9047-4D83-8DEE-4EFF435A5C01}"/>
              </a:ext>
            </a:extLst>
          </p:cNvPr>
          <p:cNvSpPr>
            <a:spLocks xmlns:a="http://schemas.openxmlformats.org/drawingml/2006/main" noGrp="1"/>
          </p:cNvSpPr>
          <p:nvPr/>
        </p:nvSpPr>
        <p:spPr>
          <a:xfrm xmlns:a="http://schemas.openxmlformats.org/drawingml/2006/main">
            <a:off x="1123950" y="5314950"/>
            <a:ext cx="7553325" cy="1000125"/>
          </a:xfrm>
          <a:prstGeom xmlns:a="http://schemas.openxmlformats.org/drawingml/2006/main" prst="roundRect">
            <a:avLst>
              <a:gd name="adj" fmla="val 9524"/>
            </a:avLst>
          </a:prstGeom>
          <a:solidFill xmlns:a="http://schemas.openxmlformats.org/drawingml/2006/main">
            <a:srgbClr val="FFFFFF"/>
          </a:solidFill>
          <a:ln xmlns:a="http://schemas.openxmlformats.org/drawingml/2006/main" w="12383">
            <a:solidFill>
              <a:srgbClr val="C7E0E2"/>
            </a:solidFill>
          </a:ln>
        </p:spPr>
      </p:sp>
      <p:pic>
        <p:nvPicPr>
          <p:cNvPr id="22" name="">
            <a:extLst xmlns:a="http://schemas.openxmlformats.org/drawingml/2006/main">
              <a:ext uri="{FF2B5EF4-FFF2-40B4-BE49-F238E27FC236}">
                <a16:creationId xmlns:a16="http://schemas.microsoft.com/office/drawing/2014/main" id="{27A4E82B-6671-48A9-935C-0A843335C8E6}"/>
              </a:ext>
            </a:extLst>
          </p:cNvPr>
          <p:cNvPicPr>
            <a:picLocks xmlns:a="http://schemas.openxmlformats.org/drawingml/2006/main" noChangeAspect="1"/>
          </p:cNvPicPr>
          <p:nvPr/>
        </p:nvPicPr>
        <p:blipFill>
          <a:blip xmlns:r="http://schemas.openxmlformats.org/officeDocument/2006/relationships" xmlns:a="http://schemas.openxmlformats.org/drawingml/2006/main" r:embed="R543216fed6094d5b"/>
          <a:stretch xmlns:a="http://schemas.openxmlformats.org/drawingml/2006/main"/>
        </p:blipFill>
        <p:spPr>
          <a:xfrm xmlns:a="http://schemas.openxmlformats.org/drawingml/2006/main">
            <a:off x="1371600" y="5581650"/>
            <a:ext cx="409575" cy="409575"/>
          </a:xfrm>
          <a:prstGeom xmlns:a="http://schemas.openxmlformats.org/drawingml/2006/main" prst="rect">
            <a:avLst/>
          </a:prstGeom>
        </p:spPr>
      </p:pic>
      <p:sp>
        <p:nvSpPr>
          <p:cNvPr id="23" name="text-219">
            <a:extLst xmlns:a="http://schemas.openxmlformats.org/drawingml/2006/main">
              <a:ext uri="{FF2B5EF4-FFF2-40B4-BE49-F238E27FC236}">
                <a16:creationId xmlns:a16="http://schemas.microsoft.com/office/drawing/2014/main" id="{F68B22DB-D46E-436C-8AD5-A1F9ADD6672E}"/>
              </a:ext>
            </a:extLst>
          </p:cNvPr>
          <p:cNvSpPr>
            <a:spLocks xmlns:a="http://schemas.openxmlformats.org/drawingml/2006/main" noGrp="1"/>
          </p:cNvSpPr>
          <p:nvPr/>
        </p:nvSpPr>
        <p:spPr>
          <a:xfrm xmlns:a="http://schemas.openxmlformats.org/drawingml/2006/main">
            <a:off x="2038350" y="5438775"/>
            <a:ext cx="63531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100" b="1">
                <a:solidFill>
                  <a:srgbClr val="075C64"/>
                </a:solidFill>
              </a:defRPr>
            </a:defPPr>
            <a:lvl1pPr algn="l">
              <a:defRPr sz="2100" b="1">
                <a:solidFill>
                  <a:srgbClr val="075C64"/>
                </a:solidFill>
              </a:defRPr>
            </a:lvl1pPr>
            <a:lvl2pPr algn="l">
              <a:defRPr sz="2100" b="1">
                <a:solidFill>
                  <a:srgbClr val="075C64"/>
                </a:solidFill>
              </a:defRPr>
            </a:lvl2pPr>
            <a:lvl3pPr algn="l">
              <a:defRPr sz="2100" b="1">
                <a:solidFill>
                  <a:srgbClr val="075C64"/>
                </a:solidFill>
              </a:defRPr>
            </a:lvl3pPr>
            <a:lvl4pPr algn="l">
              <a:defRPr sz="2100" b="1">
                <a:solidFill>
                  <a:srgbClr val="075C64"/>
                </a:solidFill>
              </a:defRPr>
            </a:lvl4pPr>
            <a:lvl5pPr algn="l">
              <a:defRPr sz="2100" b="1">
                <a:solidFill>
                  <a:srgbClr val="075C64"/>
                </a:solidFill>
              </a:defRPr>
            </a:lvl5pPr>
            <a:lvl6pPr algn="l">
              <a:defRPr sz="2100" b="1">
                <a:solidFill>
                  <a:srgbClr val="075C64"/>
                </a:solidFill>
              </a:defRPr>
            </a:lvl6pPr>
            <a:lvl7pPr algn="l">
              <a:defRPr sz="2100" b="1">
                <a:solidFill>
                  <a:srgbClr val="075C64"/>
                </a:solidFill>
              </a:defRPr>
            </a:lvl7pPr>
            <a:lvl8pPr algn="l">
              <a:defRPr sz="2100" b="1">
                <a:solidFill>
                  <a:srgbClr val="075C64"/>
                </a:solidFill>
              </a:defRPr>
            </a:lvl8pPr>
            <a:lvl9pPr algn="l">
              <a:defRPr sz="2100" b="1">
                <a:solidFill>
                  <a:srgbClr val="075C64"/>
                </a:solidFill>
              </a:defRPr>
            </a:lvl9pPr>
          </a:lstStyle>
          <a:p xmlns:a="http://schemas.openxmlformats.org/drawingml/2006/main">
            <a:pPr algn="l">
              <a:buNone/>
              <a:defRPr sz="2100" b="1">
                <a:solidFill>
                  <a:srgbClr val="075C64"/>
                </a:solidFill>
              </a:defRPr>
            </a:pPr>
            <a:r>
              <a:rPr sz="2100" b="1">
                <a:solidFill>
                  <a:srgbClr val="075C64"/>
                </a:solidFill>
              </a:rPr>
              <a:t>Concept Revision</a:t>
            </a:r>
          </a:p>
        </p:txBody>
      </p:sp>
      <p:sp>
        <p:nvSpPr>
          <p:cNvPr id="24" name="text-220">
            <a:extLst xmlns:a="http://schemas.openxmlformats.org/drawingml/2006/main">
              <a:ext uri="{FF2B5EF4-FFF2-40B4-BE49-F238E27FC236}">
                <a16:creationId xmlns:a16="http://schemas.microsoft.com/office/drawing/2014/main" id="{4E524FF5-3A2E-4674-8941-FD6468A850C2}"/>
              </a:ext>
            </a:extLst>
          </p:cNvPr>
          <p:cNvSpPr>
            <a:spLocks xmlns:a="http://schemas.openxmlformats.org/drawingml/2006/main" noGrp="1"/>
          </p:cNvSpPr>
          <p:nvPr/>
        </p:nvSpPr>
        <p:spPr>
          <a:xfrm xmlns:a="http://schemas.openxmlformats.org/drawingml/2006/main">
            <a:off x="2038350" y="5886450"/>
            <a:ext cx="63531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725" b="0">
                <a:solidFill>
                  <a:srgbClr val="557080"/>
                </a:solidFill>
              </a:defRPr>
            </a:defPPr>
            <a:lvl1pPr algn="l">
              <a:defRPr sz="1725" b="0">
                <a:solidFill>
                  <a:srgbClr val="557080"/>
                </a:solidFill>
              </a:defRPr>
            </a:lvl1pPr>
            <a:lvl2pPr algn="l">
              <a:defRPr sz="1725" b="0">
                <a:solidFill>
                  <a:srgbClr val="557080"/>
                </a:solidFill>
              </a:defRPr>
            </a:lvl2pPr>
            <a:lvl3pPr algn="l">
              <a:defRPr sz="1725" b="0">
                <a:solidFill>
                  <a:srgbClr val="557080"/>
                </a:solidFill>
              </a:defRPr>
            </a:lvl3pPr>
            <a:lvl4pPr algn="l">
              <a:defRPr sz="1725" b="0">
                <a:solidFill>
                  <a:srgbClr val="557080"/>
                </a:solidFill>
              </a:defRPr>
            </a:lvl4pPr>
            <a:lvl5pPr algn="l">
              <a:defRPr sz="1725" b="0">
                <a:solidFill>
                  <a:srgbClr val="557080"/>
                </a:solidFill>
              </a:defRPr>
            </a:lvl5pPr>
            <a:lvl6pPr algn="l">
              <a:defRPr sz="1725" b="0">
                <a:solidFill>
                  <a:srgbClr val="557080"/>
                </a:solidFill>
              </a:defRPr>
            </a:lvl6pPr>
            <a:lvl7pPr algn="l">
              <a:defRPr sz="1725" b="0">
                <a:solidFill>
                  <a:srgbClr val="557080"/>
                </a:solidFill>
              </a:defRPr>
            </a:lvl7pPr>
            <a:lvl8pPr algn="l">
              <a:defRPr sz="1725" b="0">
                <a:solidFill>
                  <a:srgbClr val="557080"/>
                </a:solidFill>
              </a:defRPr>
            </a:lvl8pPr>
            <a:lvl9pPr algn="l">
              <a:defRPr sz="1725" b="0">
                <a:solidFill>
                  <a:srgbClr val="557080"/>
                </a:solidFill>
              </a:defRPr>
            </a:lvl9pPr>
          </a:lstStyle>
          <a:p xmlns:a="http://schemas.openxmlformats.org/drawingml/2006/main">
            <a:pPr algn="l">
              <a:buNone/>
              <a:defRPr sz="1725" b="0">
                <a:solidFill>
                  <a:srgbClr val="557080"/>
                </a:solidFill>
              </a:defRPr>
            </a:pPr>
            <a:r>
              <a:rPr sz="1725" b="0">
                <a:solidFill>
                  <a:srgbClr val="557080"/>
                </a:solidFill>
              </a:rPr>
              <a:t>Quickly revisit difficult topics.</a:t>
            </a:r>
          </a:p>
        </p:txBody>
      </p:sp>
      <p:sp>
        <p:nvSpPr>
          <p:cNvPr id="25" name="panel-221">
            <a:extLst xmlns:a="http://schemas.openxmlformats.org/drawingml/2006/main">
              <a:ext uri="{FF2B5EF4-FFF2-40B4-BE49-F238E27FC236}">
                <a16:creationId xmlns:a16="http://schemas.microsoft.com/office/drawing/2014/main" id="{0D4B96C3-E111-4411-B574-074CA62FA103}"/>
              </a:ext>
            </a:extLst>
          </p:cNvPr>
          <p:cNvSpPr>
            <a:spLocks xmlns:a="http://schemas.openxmlformats.org/drawingml/2006/main" noGrp="1"/>
          </p:cNvSpPr>
          <p:nvPr/>
        </p:nvSpPr>
        <p:spPr>
          <a:xfrm xmlns:a="http://schemas.openxmlformats.org/drawingml/2006/main">
            <a:off x="1123950" y="6496050"/>
            <a:ext cx="7553325" cy="1000125"/>
          </a:xfrm>
          <a:prstGeom xmlns:a="http://schemas.openxmlformats.org/drawingml/2006/main" prst="roundRect">
            <a:avLst>
              <a:gd name="adj" fmla="val 9524"/>
            </a:avLst>
          </a:prstGeom>
          <a:solidFill xmlns:a="http://schemas.openxmlformats.org/drawingml/2006/main">
            <a:srgbClr val="FFFFFF"/>
          </a:solidFill>
          <a:ln xmlns:a="http://schemas.openxmlformats.org/drawingml/2006/main" w="12383">
            <a:solidFill>
              <a:srgbClr val="C7E0E2"/>
            </a:solidFill>
          </a:ln>
        </p:spPr>
      </p:sp>
      <p:pic>
        <p:nvPicPr>
          <p:cNvPr id="26" name="">
            <a:extLst xmlns:a="http://schemas.openxmlformats.org/drawingml/2006/main">
              <a:ext uri="{FF2B5EF4-FFF2-40B4-BE49-F238E27FC236}">
                <a16:creationId xmlns:a16="http://schemas.microsoft.com/office/drawing/2014/main" id="{7079DC69-0680-4A6B-AEBC-3CA7C292E6EF}"/>
              </a:ext>
            </a:extLst>
          </p:cNvPr>
          <p:cNvPicPr>
            <a:picLocks xmlns:a="http://schemas.openxmlformats.org/drawingml/2006/main" noChangeAspect="1"/>
          </p:cNvPicPr>
          <p:nvPr/>
        </p:nvPicPr>
        <p:blipFill>
          <a:blip xmlns:r="http://schemas.openxmlformats.org/officeDocument/2006/relationships" xmlns:a="http://schemas.openxmlformats.org/drawingml/2006/main" r:embed="Ree4bfefd415b4f57"/>
          <a:stretch xmlns:a="http://schemas.openxmlformats.org/drawingml/2006/main"/>
        </p:blipFill>
        <p:spPr>
          <a:xfrm xmlns:a="http://schemas.openxmlformats.org/drawingml/2006/main">
            <a:off x="1371600" y="6762750"/>
            <a:ext cx="409575" cy="409575"/>
          </a:xfrm>
          <a:prstGeom xmlns:a="http://schemas.openxmlformats.org/drawingml/2006/main" prst="rect">
            <a:avLst/>
          </a:prstGeom>
        </p:spPr>
      </p:pic>
      <p:sp>
        <p:nvSpPr>
          <p:cNvPr id="27" name="text-222">
            <a:extLst xmlns:a="http://schemas.openxmlformats.org/drawingml/2006/main">
              <a:ext uri="{FF2B5EF4-FFF2-40B4-BE49-F238E27FC236}">
                <a16:creationId xmlns:a16="http://schemas.microsoft.com/office/drawing/2014/main" id="{D3322877-7781-492E-88C0-318374AE5C6D}"/>
              </a:ext>
            </a:extLst>
          </p:cNvPr>
          <p:cNvSpPr>
            <a:spLocks xmlns:a="http://schemas.openxmlformats.org/drawingml/2006/main" noGrp="1"/>
          </p:cNvSpPr>
          <p:nvPr/>
        </p:nvSpPr>
        <p:spPr>
          <a:xfrm xmlns:a="http://schemas.openxmlformats.org/drawingml/2006/main">
            <a:off x="2038350" y="6619875"/>
            <a:ext cx="63531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100" b="1">
                <a:solidFill>
                  <a:srgbClr val="075C64"/>
                </a:solidFill>
              </a:defRPr>
            </a:defPPr>
            <a:lvl1pPr algn="l">
              <a:defRPr sz="2100" b="1">
                <a:solidFill>
                  <a:srgbClr val="075C64"/>
                </a:solidFill>
              </a:defRPr>
            </a:lvl1pPr>
            <a:lvl2pPr algn="l">
              <a:defRPr sz="2100" b="1">
                <a:solidFill>
                  <a:srgbClr val="075C64"/>
                </a:solidFill>
              </a:defRPr>
            </a:lvl2pPr>
            <a:lvl3pPr algn="l">
              <a:defRPr sz="2100" b="1">
                <a:solidFill>
                  <a:srgbClr val="075C64"/>
                </a:solidFill>
              </a:defRPr>
            </a:lvl3pPr>
            <a:lvl4pPr algn="l">
              <a:defRPr sz="2100" b="1">
                <a:solidFill>
                  <a:srgbClr val="075C64"/>
                </a:solidFill>
              </a:defRPr>
            </a:lvl4pPr>
            <a:lvl5pPr algn="l">
              <a:defRPr sz="2100" b="1">
                <a:solidFill>
                  <a:srgbClr val="075C64"/>
                </a:solidFill>
              </a:defRPr>
            </a:lvl5pPr>
            <a:lvl6pPr algn="l">
              <a:defRPr sz="2100" b="1">
                <a:solidFill>
                  <a:srgbClr val="075C64"/>
                </a:solidFill>
              </a:defRPr>
            </a:lvl6pPr>
            <a:lvl7pPr algn="l">
              <a:defRPr sz="2100" b="1">
                <a:solidFill>
                  <a:srgbClr val="075C64"/>
                </a:solidFill>
              </a:defRPr>
            </a:lvl7pPr>
            <a:lvl8pPr algn="l">
              <a:defRPr sz="2100" b="1">
                <a:solidFill>
                  <a:srgbClr val="075C64"/>
                </a:solidFill>
              </a:defRPr>
            </a:lvl8pPr>
            <a:lvl9pPr algn="l">
              <a:defRPr sz="2100" b="1">
                <a:solidFill>
                  <a:srgbClr val="075C64"/>
                </a:solidFill>
              </a:defRPr>
            </a:lvl9pPr>
          </a:lstStyle>
          <a:p xmlns:a="http://schemas.openxmlformats.org/drawingml/2006/main">
            <a:pPr algn="l">
              <a:buNone/>
              <a:defRPr sz="2100" b="1">
                <a:solidFill>
                  <a:srgbClr val="075C64"/>
                </a:solidFill>
              </a:defRPr>
            </a:pPr>
            <a:r>
              <a:rPr sz="2100" b="1">
                <a:solidFill>
                  <a:srgbClr val="075C64"/>
                </a:solidFill>
              </a:rPr>
              <a:t>AI-Based Practice</a:t>
            </a:r>
          </a:p>
        </p:txBody>
      </p:sp>
      <p:sp>
        <p:nvSpPr>
          <p:cNvPr id="28" name="text-223">
            <a:extLst xmlns:a="http://schemas.openxmlformats.org/drawingml/2006/main">
              <a:ext uri="{FF2B5EF4-FFF2-40B4-BE49-F238E27FC236}">
                <a16:creationId xmlns:a16="http://schemas.microsoft.com/office/drawing/2014/main" id="{B1B52483-5EEA-4E41-AC50-14709C9AFF3E}"/>
              </a:ext>
            </a:extLst>
          </p:cNvPr>
          <p:cNvSpPr>
            <a:spLocks xmlns:a="http://schemas.openxmlformats.org/drawingml/2006/main" noGrp="1"/>
          </p:cNvSpPr>
          <p:nvPr/>
        </p:nvSpPr>
        <p:spPr>
          <a:xfrm xmlns:a="http://schemas.openxmlformats.org/drawingml/2006/main">
            <a:off x="2038350" y="7067550"/>
            <a:ext cx="63531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725" b="0">
                <a:solidFill>
                  <a:srgbClr val="557080"/>
                </a:solidFill>
              </a:defRPr>
            </a:defPPr>
            <a:lvl1pPr algn="l">
              <a:defRPr sz="1725" b="0">
                <a:solidFill>
                  <a:srgbClr val="557080"/>
                </a:solidFill>
              </a:defRPr>
            </a:lvl1pPr>
            <a:lvl2pPr algn="l">
              <a:defRPr sz="1725" b="0">
                <a:solidFill>
                  <a:srgbClr val="557080"/>
                </a:solidFill>
              </a:defRPr>
            </a:lvl2pPr>
            <a:lvl3pPr algn="l">
              <a:defRPr sz="1725" b="0">
                <a:solidFill>
                  <a:srgbClr val="557080"/>
                </a:solidFill>
              </a:defRPr>
            </a:lvl3pPr>
            <a:lvl4pPr algn="l">
              <a:defRPr sz="1725" b="0">
                <a:solidFill>
                  <a:srgbClr val="557080"/>
                </a:solidFill>
              </a:defRPr>
            </a:lvl4pPr>
            <a:lvl5pPr algn="l">
              <a:defRPr sz="1725" b="0">
                <a:solidFill>
                  <a:srgbClr val="557080"/>
                </a:solidFill>
              </a:defRPr>
            </a:lvl5pPr>
            <a:lvl6pPr algn="l">
              <a:defRPr sz="1725" b="0">
                <a:solidFill>
                  <a:srgbClr val="557080"/>
                </a:solidFill>
              </a:defRPr>
            </a:lvl6pPr>
            <a:lvl7pPr algn="l">
              <a:defRPr sz="1725" b="0">
                <a:solidFill>
                  <a:srgbClr val="557080"/>
                </a:solidFill>
              </a:defRPr>
            </a:lvl7pPr>
            <a:lvl8pPr algn="l">
              <a:defRPr sz="1725" b="0">
                <a:solidFill>
                  <a:srgbClr val="557080"/>
                </a:solidFill>
              </a:defRPr>
            </a:lvl8pPr>
            <a:lvl9pPr algn="l">
              <a:defRPr sz="1725" b="0">
                <a:solidFill>
                  <a:srgbClr val="557080"/>
                </a:solidFill>
              </a:defRPr>
            </a:lvl9pPr>
          </a:lstStyle>
          <a:p xmlns:a="http://schemas.openxmlformats.org/drawingml/2006/main">
            <a:pPr algn="l">
              <a:buNone/>
              <a:defRPr sz="1725" b="0">
                <a:solidFill>
                  <a:srgbClr val="557080"/>
                </a:solidFill>
              </a:defRPr>
            </a:pPr>
            <a:r>
              <a:rPr sz="1725" b="0">
                <a:solidFill>
                  <a:srgbClr val="557080"/>
                </a:solidFill>
              </a:rPr>
              <a:t>Generate quizzes from learning material.</a:t>
            </a:r>
          </a:p>
        </p:txBody>
      </p:sp>
      <p:sp>
        <p:nvSpPr>
          <p:cNvPr id="29" name="panel-224">
            <a:extLst xmlns:a="http://schemas.openxmlformats.org/drawingml/2006/main">
              <a:ext uri="{FF2B5EF4-FFF2-40B4-BE49-F238E27FC236}">
                <a16:creationId xmlns:a16="http://schemas.microsoft.com/office/drawing/2014/main" id="{0BD4C74C-4989-45A3-A5AF-D2AC8E68B0EC}"/>
              </a:ext>
            </a:extLst>
          </p:cNvPr>
          <p:cNvSpPr>
            <a:spLocks xmlns:a="http://schemas.openxmlformats.org/drawingml/2006/main" noGrp="1"/>
          </p:cNvSpPr>
          <p:nvPr/>
        </p:nvSpPr>
        <p:spPr>
          <a:xfrm xmlns:a="http://schemas.openxmlformats.org/drawingml/2006/main">
            <a:off x="1123950" y="7677150"/>
            <a:ext cx="7553325" cy="1000125"/>
          </a:xfrm>
          <a:prstGeom xmlns:a="http://schemas.openxmlformats.org/drawingml/2006/main" prst="roundRect">
            <a:avLst>
              <a:gd name="adj" fmla="val 9524"/>
            </a:avLst>
          </a:prstGeom>
          <a:solidFill xmlns:a="http://schemas.openxmlformats.org/drawingml/2006/main">
            <a:srgbClr val="FFFFFF"/>
          </a:solidFill>
          <a:ln xmlns:a="http://schemas.openxmlformats.org/drawingml/2006/main" w="12383">
            <a:solidFill>
              <a:srgbClr val="C7E0E2"/>
            </a:solidFill>
          </a:ln>
        </p:spPr>
      </p:sp>
      <p:pic>
        <p:nvPicPr>
          <p:cNvPr id="30" name="">
            <a:extLst xmlns:a="http://schemas.openxmlformats.org/drawingml/2006/main">
              <a:ext uri="{FF2B5EF4-FFF2-40B4-BE49-F238E27FC236}">
                <a16:creationId xmlns:a16="http://schemas.microsoft.com/office/drawing/2014/main" id="{A0CDC935-52EF-451F-A1A5-D970DCD6F1D9}"/>
              </a:ext>
            </a:extLst>
          </p:cNvPr>
          <p:cNvPicPr>
            <a:picLocks xmlns:a="http://schemas.openxmlformats.org/drawingml/2006/main" noChangeAspect="1"/>
          </p:cNvPicPr>
          <p:nvPr/>
        </p:nvPicPr>
        <p:blipFill>
          <a:blip xmlns:r="http://schemas.openxmlformats.org/officeDocument/2006/relationships" xmlns:a="http://schemas.openxmlformats.org/drawingml/2006/main" r:embed="Rbe110c009f0a42a5"/>
          <a:stretch xmlns:a="http://schemas.openxmlformats.org/drawingml/2006/main"/>
        </p:blipFill>
        <p:spPr>
          <a:xfrm xmlns:a="http://schemas.openxmlformats.org/drawingml/2006/main">
            <a:off x="1371600" y="7943850"/>
            <a:ext cx="409575" cy="409575"/>
          </a:xfrm>
          <a:prstGeom xmlns:a="http://schemas.openxmlformats.org/drawingml/2006/main" prst="rect">
            <a:avLst/>
          </a:prstGeom>
        </p:spPr>
      </p:pic>
      <p:sp>
        <p:nvSpPr>
          <p:cNvPr id="31" name="text-225">
            <a:extLst xmlns:a="http://schemas.openxmlformats.org/drawingml/2006/main">
              <a:ext uri="{FF2B5EF4-FFF2-40B4-BE49-F238E27FC236}">
                <a16:creationId xmlns:a16="http://schemas.microsoft.com/office/drawing/2014/main" id="{C12F740B-5C22-4FCB-8A45-FE1B3A858B6D}"/>
              </a:ext>
            </a:extLst>
          </p:cNvPr>
          <p:cNvSpPr>
            <a:spLocks xmlns:a="http://schemas.openxmlformats.org/drawingml/2006/main" noGrp="1"/>
          </p:cNvSpPr>
          <p:nvPr/>
        </p:nvSpPr>
        <p:spPr>
          <a:xfrm xmlns:a="http://schemas.openxmlformats.org/drawingml/2006/main">
            <a:off x="2038350" y="7800975"/>
            <a:ext cx="63531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100" b="1">
                <a:solidFill>
                  <a:srgbClr val="075C64"/>
                </a:solidFill>
              </a:defRPr>
            </a:defPPr>
            <a:lvl1pPr algn="l">
              <a:defRPr sz="2100" b="1">
                <a:solidFill>
                  <a:srgbClr val="075C64"/>
                </a:solidFill>
              </a:defRPr>
            </a:lvl1pPr>
            <a:lvl2pPr algn="l">
              <a:defRPr sz="2100" b="1">
                <a:solidFill>
                  <a:srgbClr val="075C64"/>
                </a:solidFill>
              </a:defRPr>
            </a:lvl2pPr>
            <a:lvl3pPr algn="l">
              <a:defRPr sz="2100" b="1">
                <a:solidFill>
                  <a:srgbClr val="075C64"/>
                </a:solidFill>
              </a:defRPr>
            </a:lvl3pPr>
            <a:lvl4pPr algn="l">
              <a:defRPr sz="2100" b="1">
                <a:solidFill>
                  <a:srgbClr val="075C64"/>
                </a:solidFill>
              </a:defRPr>
            </a:lvl4pPr>
            <a:lvl5pPr algn="l">
              <a:defRPr sz="2100" b="1">
                <a:solidFill>
                  <a:srgbClr val="075C64"/>
                </a:solidFill>
              </a:defRPr>
            </a:lvl5pPr>
            <a:lvl6pPr algn="l">
              <a:defRPr sz="2100" b="1">
                <a:solidFill>
                  <a:srgbClr val="075C64"/>
                </a:solidFill>
              </a:defRPr>
            </a:lvl6pPr>
            <a:lvl7pPr algn="l">
              <a:defRPr sz="2100" b="1">
                <a:solidFill>
                  <a:srgbClr val="075C64"/>
                </a:solidFill>
              </a:defRPr>
            </a:lvl7pPr>
            <a:lvl8pPr algn="l">
              <a:defRPr sz="2100" b="1">
                <a:solidFill>
                  <a:srgbClr val="075C64"/>
                </a:solidFill>
              </a:defRPr>
            </a:lvl8pPr>
            <a:lvl9pPr algn="l">
              <a:defRPr sz="2100" b="1">
                <a:solidFill>
                  <a:srgbClr val="075C64"/>
                </a:solidFill>
              </a:defRPr>
            </a:lvl9pPr>
          </a:lstStyle>
          <a:p xmlns:a="http://schemas.openxmlformats.org/drawingml/2006/main">
            <a:pPr algn="l">
              <a:buNone/>
              <a:defRPr sz="2100" b="1">
                <a:solidFill>
                  <a:srgbClr val="075C64"/>
                </a:solidFill>
              </a:defRPr>
            </a:pPr>
            <a:r>
              <a:rPr sz="2100" b="1">
                <a:solidFill>
                  <a:srgbClr val="075C64"/>
                </a:solidFill>
              </a:rPr>
              <a:t>Interactive Digital Learning</a:t>
            </a:r>
          </a:p>
        </p:txBody>
      </p:sp>
      <p:sp>
        <p:nvSpPr>
          <p:cNvPr id="32" name="text-226">
            <a:extLst xmlns:a="http://schemas.openxmlformats.org/drawingml/2006/main">
              <a:ext uri="{FF2B5EF4-FFF2-40B4-BE49-F238E27FC236}">
                <a16:creationId xmlns:a16="http://schemas.microsoft.com/office/drawing/2014/main" id="{BF325A77-0672-47BE-992D-B4E5B25A399F}"/>
              </a:ext>
            </a:extLst>
          </p:cNvPr>
          <p:cNvSpPr>
            <a:spLocks xmlns:a="http://schemas.openxmlformats.org/drawingml/2006/main" noGrp="1"/>
          </p:cNvSpPr>
          <p:nvPr/>
        </p:nvSpPr>
        <p:spPr>
          <a:xfrm xmlns:a="http://schemas.openxmlformats.org/drawingml/2006/main">
            <a:off x="2038350" y="8248650"/>
            <a:ext cx="63531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725" b="0">
                <a:solidFill>
                  <a:srgbClr val="557080"/>
                </a:solidFill>
              </a:defRPr>
            </a:defPPr>
            <a:lvl1pPr algn="l">
              <a:defRPr sz="1725" b="0">
                <a:solidFill>
                  <a:srgbClr val="557080"/>
                </a:solidFill>
              </a:defRPr>
            </a:lvl1pPr>
            <a:lvl2pPr algn="l">
              <a:defRPr sz="1725" b="0">
                <a:solidFill>
                  <a:srgbClr val="557080"/>
                </a:solidFill>
              </a:defRPr>
            </a:lvl2pPr>
            <a:lvl3pPr algn="l">
              <a:defRPr sz="1725" b="0">
                <a:solidFill>
                  <a:srgbClr val="557080"/>
                </a:solidFill>
              </a:defRPr>
            </a:lvl3pPr>
            <a:lvl4pPr algn="l">
              <a:defRPr sz="1725" b="0">
                <a:solidFill>
                  <a:srgbClr val="557080"/>
                </a:solidFill>
              </a:defRPr>
            </a:lvl4pPr>
            <a:lvl5pPr algn="l">
              <a:defRPr sz="1725" b="0">
                <a:solidFill>
                  <a:srgbClr val="557080"/>
                </a:solidFill>
              </a:defRPr>
            </a:lvl5pPr>
            <a:lvl6pPr algn="l">
              <a:defRPr sz="1725" b="0">
                <a:solidFill>
                  <a:srgbClr val="557080"/>
                </a:solidFill>
              </a:defRPr>
            </a:lvl6pPr>
            <a:lvl7pPr algn="l">
              <a:defRPr sz="1725" b="0">
                <a:solidFill>
                  <a:srgbClr val="557080"/>
                </a:solidFill>
              </a:defRPr>
            </a:lvl7pPr>
            <a:lvl8pPr algn="l">
              <a:defRPr sz="1725" b="0">
                <a:solidFill>
                  <a:srgbClr val="557080"/>
                </a:solidFill>
              </a:defRPr>
            </a:lvl8pPr>
            <a:lvl9pPr algn="l">
              <a:defRPr sz="1725" b="0">
                <a:solidFill>
                  <a:srgbClr val="557080"/>
                </a:solidFill>
              </a:defRPr>
            </a:lvl9pPr>
          </a:lstStyle>
          <a:p xmlns:a="http://schemas.openxmlformats.org/drawingml/2006/main">
            <a:pPr algn="l">
              <a:buNone/>
              <a:defRPr sz="1725" b="0">
                <a:solidFill>
                  <a:srgbClr val="557080"/>
                </a:solidFill>
              </a:defRPr>
            </a:pPr>
            <a:r>
              <a:rPr sz="1725" b="0">
                <a:solidFill>
                  <a:srgbClr val="557080"/>
                </a:solidFill>
              </a:rPr>
              <a:t>Study through an AI-assisted interface.</a:t>
            </a:r>
          </a:p>
        </p:txBody>
      </p:sp>
      <p:sp>
        <p:nvSpPr>
          <p:cNvPr id="33" name="">
            <a:extLst xmlns:a="http://schemas.openxmlformats.org/drawingml/2006/main">
              <a:ext uri="{FF2B5EF4-FFF2-40B4-BE49-F238E27FC236}">
                <a16:creationId xmlns:a16="http://schemas.microsoft.com/office/drawing/2014/main" id="{B5A81FFD-9307-4507-A464-84F05FFA42A0}"/>
              </a:ext>
            </a:extLst>
          </p:cNvPr>
          <p:cNvSpPr>
            <a:spLocks xmlns:a="http://schemas.openxmlformats.org/drawingml/2006/main" noGrp="1"/>
          </p:cNvSpPr>
          <p:nvPr/>
        </p:nvSpPr>
        <p:spPr>
          <a:xfrm xmlns:a="http://schemas.openxmlformats.org/drawingml/2006/main">
            <a:off x="9801225" y="3209925"/>
            <a:ext cx="0" cy="4572000"/>
          </a:xfrm>
          <a:prstGeom xmlns:a="http://schemas.openxmlformats.org/drawingml/2006/main" prst="line">
            <a:avLst/>
          </a:prstGeom>
          <a:noFill xmlns:a="http://schemas.openxmlformats.org/drawingml/2006/main"/>
          <a:ln xmlns:a="http://schemas.openxmlformats.org/drawingml/2006/main" w="28575">
            <a:solidFill>
              <a:srgbClr val="C7E0E2"/>
            </a:solidFill>
          </a:ln>
        </p:spPr>
      </p:sp>
      <p:sp>
        <p:nvSpPr>
          <p:cNvPr id="34" name="panel-227">
            <a:extLst xmlns:a="http://schemas.openxmlformats.org/drawingml/2006/main">
              <a:ext uri="{FF2B5EF4-FFF2-40B4-BE49-F238E27FC236}">
                <a16:creationId xmlns:a16="http://schemas.microsoft.com/office/drawing/2014/main" id="{9254A5C0-F277-428A-8364-3896992BAA57}"/>
              </a:ext>
            </a:extLst>
          </p:cNvPr>
          <p:cNvSpPr>
            <a:spLocks xmlns:a="http://schemas.openxmlformats.org/drawingml/2006/main" noGrp="1"/>
          </p:cNvSpPr>
          <p:nvPr/>
        </p:nvSpPr>
        <p:spPr>
          <a:xfrm xmlns:a="http://schemas.openxmlformats.org/drawingml/2006/main">
            <a:off x="9582150" y="3028950"/>
            <a:ext cx="447675" cy="447675"/>
          </a:xfrm>
          <a:prstGeom xmlns:a="http://schemas.openxmlformats.org/drawingml/2006/main" prst="roundRect">
            <a:avLst>
              <a:gd name="adj" fmla="val 21277"/>
            </a:avLst>
          </a:prstGeom>
          <a:solidFill xmlns:a="http://schemas.openxmlformats.org/drawingml/2006/main">
            <a:srgbClr val="007F83"/>
          </a:solidFill>
          <a:ln xmlns:a="http://schemas.openxmlformats.org/drawingml/2006/main" w="0">
            <a:noFill/>
          </a:ln>
        </p:spPr>
      </p:sp>
      <p:sp>
        <p:nvSpPr>
          <p:cNvPr id="35" name="text-228">
            <a:extLst xmlns:a="http://schemas.openxmlformats.org/drawingml/2006/main">
              <a:ext uri="{FF2B5EF4-FFF2-40B4-BE49-F238E27FC236}">
                <a16:creationId xmlns:a16="http://schemas.microsoft.com/office/drawing/2014/main" id="{94D8D94C-3EF5-4EF6-A360-D48B9700F250}"/>
              </a:ext>
            </a:extLst>
          </p:cNvPr>
          <p:cNvSpPr>
            <a:spLocks xmlns:a="http://schemas.openxmlformats.org/drawingml/2006/main" noGrp="1"/>
          </p:cNvSpPr>
          <p:nvPr/>
        </p:nvSpPr>
        <p:spPr>
          <a:xfrm xmlns:a="http://schemas.openxmlformats.org/drawingml/2006/main">
            <a:off x="9620250" y="3067050"/>
            <a:ext cx="3714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725" b="1">
                <a:solidFill>
                  <a:srgbClr val="FFFFFF"/>
                </a:solidFill>
              </a:defRPr>
            </a:defPPr>
            <a:lvl1pPr algn="ctr">
              <a:defRPr sz="1725" b="1">
                <a:solidFill>
                  <a:srgbClr val="FFFFFF"/>
                </a:solidFill>
              </a:defRPr>
            </a:lvl1pPr>
            <a:lvl2pPr algn="ctr">
              <a:defRPr sz="1725" b="1">
                <a:solidFill>
                  <a:srgbClr val="FFFFFF"/>
                </a:solidFill>
              </a:defRPr>
            </a:lvl2pPr>
            <a:lvl3pPr algn="ctr">
              <a:defRPr sz="1725" b="1">
                <a:solidFill>
                  <a:srgbClr val="FFFFFF"/>
                </a:solidFill>
              </a:defRPr>
            </a:lvl3pPr>
            <a:lvl4pPr algn="ctr">
              <a:defRPr sz="1725" b="1">
                <a:solidFill>
                  <a:srgbClr val="FFFFFF"/>
                </a:solidFill>
              </a:defRPr>
            </a:lvl4pPr>
            <a:lvl5pPr algn="ctr">
              <a:defRPr sz="1725" b="1">
                <a:solidFill>
                  <a:srgbClr val="FFFFFF"/>
                </a:solidFill>
              </a:defRPr>
            </a:lvl5pPr>
            <a:lvl6pPr algn="ctr">
              <a:defRPr sz="1725" b="1">
                <a:solidFill>
                  <a:srgbClr val="FFFFFF"/>
                </a:solidFill>
              </a:defRPr>
            </a:lvl6pPr>
            <a:lvl7pPr algn="ctr">
              <a:defRPr sz="1725" b="1">
                <a:solidFill>
                  <a:srgbClr val="FFFFFF"/>
                </a:solidFill>
              </a:defRPr>
            </a:lvl7pPr>
            <a:lvl8pPr algn="ctr">
              <a:defRPr sz="1725" b="1">
                <a:solidFill>
                  <a:srgbClr val="FFFFFF"/>
                </a:solidFill>
              </a:defRPr>
            </a:lvl8pPr>
            <a:lvl9pPr algn="ctr">
              <a:defRPr sz="1725" b="1">
                <a:solidFill>
                  <a:srgbClr val="FFFFFF"/>
                </a:solidFill>
              </a:defRPr>
            </a:lvl9pPr>
          </a:lstStyle>
          <a:p xmlns:a="http://schemas.openxmlformats.org/drawingml/2006/main">
            <a:pPr algn="ctr">
              <a:buNone/>
              <a:defRPr sz="1725" b="1">
                <a:solidFill>
                  <a:srgbClr val="FFFFFF"/>
                </a:solidFill>
              </a:defRPr>
            </a:pPr>
            <a:r>
              <a:rPr sz="1725" b="1">
                <a:solidFill>
                  <a:srgbClr val="FFFFFF"/>
                </a:solidFill>
              </a:rPr>
              <a:t>1</a:t>
            </a:r>
          </a:p>
        </p:txBody>
      </p:sp>
      <p:sp>
        <p:nvSpPr>
          <p:cNvPr id="36" name="text-229">
            <a:extLst xmlns:a="http://schemas.openxmlformats.org/drawingml/2006/main">
              <a:ext uri="{FF2B5EF4-FFF2-40B4-BE49-F238E27FC236}">
                <a16:creationId xmlns:a16="http://schemas.microsoft.com/office/drawing/2014/main" id="{BC83882C-5240-4FF1-B8E0-0417A1E8BE21}"/>
              </a:ext>
            </a:extLst>
          </p:cNvPr>
          <p:cNvSpPr>
            <a:spLocks xmlns:a="http://schemas.openxmlformats.org/drawingml/2006/main" noGrp="1"/>
          </p:cNvSpPr>
          <p:nvPr/>
        </p:nvSpPr>
        <p:spPr>
          <a:xfrm xmlns:a="http://schemas.openxmlformats.org/drawingml/2006/main">
            <a:off x="10287000" y="2952750"/>
            <a:ext cx="65341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100" b="1">
                <a:solidFill>
                  <a:srgbClr val="12354E"/>
                </a:solidFill>
              </a:defRPr>
            </a:defPPr>
            <a:lvl1pPr algn="l">
              <a:defRPr sz="2100" b="1">
                <a:solidFill>
                  <a:srgbClr val="12354E"/>
                </a:solidFill>
              </a:defRPr>
            </a:lvl1pPr>
            <a:lvl2pPr algn="l">
              <a:defRPr sz="2100" b="1">
                <a:solidFill>
                  <a:srgbClr val="12354E"/>
                </a:solidFill>
              </a:defRPr>
            </a:lvl2pPr>
            <a:lvl3pPr algn="l">
              <a:defRPr sz="2100" b="1">
                <a:solidFill>
                  <a:srgbClr val="12354E"/>
                </a:solidFill>
              </a:defRPr>
            </a:lvl3pPr>
            <a:lvl4pPr algn="l">
              <a:defRPr sz="2100" b="1">
                <a:solidFill>
                  <a:srgbClr val="12354E"/>
                </a:solidFill>
              </a:defRPr>
            </a:lvl4pPr>
            <a:lvl5pPr algn="l">
              <a:defRPr sz="2100" b="1">
                <a:solidFill>
                  <a:srgbClr val="12354E"/>
                </a:solidFill>
              </a:defRPr>
            </a:lvl5pPr>
            <a:lvl6pPr algn="l">
              <a:defRPr sz="2100" b="1">
                <a:solidFill>
                  <a:srgbClr val="12354E"/>
                </a:solidFill>
              </a:defRPr>
            </a:lvl6pPr>
            <a:lvl7pPr algn="l">
              <a:defRPr sz="2100" b="1">
                <a:solidFill>
                  <a:srgbClr val="12354E"/>
                </a:solidFill>
              </a:defRPr>
            </a:lvl7pPr>
            <a:lvl8pPr algn="l">
              <a:defRPr sz="2100" b="1">
                <a:solidFill>
                  <a:srgbClr val="12354E"/>
                </a:solidFill>
              </a:defRPr>
            </a:lvl8pPr>
            <a:lvl9pPr algn="l">
              <a:defRPr sz="2100" b="1">
                <a:solidFill>
                  <a:srgbClr val="12354E"/>
                </a:solidFill>
              </a:defRPr>
            </a:lvl9pPr>
          </a:lstStyle>
          <a:p xmlns:a="http://schemas.openxmlformats.org/drawingml/2006/main">
            <a:pPr algn="l">
              <a:buNone/>
              <a:defRPr sz="2100" b="1">
                <a:solidFill>
                  <a:srgbClr val="12354E"/>
                </a:solidFill>
              </a:defRPr>
            </a:pPr>
            <a:r>
              <a:rPr sz="2100" b="1">
                <a:solidFill>
                  <a:srgbClr val="12354E"/>
                </a:solidFill>
              </a:rPr>
              <a:t>Voice Interaction</a:t>
            </a:r>
          </a:p>
        </p:txBody>
      </p:sp>
      <p:sp>
        <p:nvSpPr>
          <p:cNvPr id="37" name="text-230">
            <a:extLst xmlns:a="http://schemas.openxmlformats.org/drawingml/2006/main">
              <a:ext uri="{FF2B5EF4-FFF2-40B4-BE49-F238E27FC236}">
                <a16:creationId xmlns:a16="http://schemas.microsoft.com/office/drawing/2014/main" id="{DFACB79A-EF88-40AC-A081-04C6938C5C40}"/>
              </a:ext>
            </a:extLst>
          </p:cNvPr>
          <p:cNvSpPr>
            <a:spLocks xmlns:a="http://schemas.openxmlformats.org/drawingml/2006/main" noGrp="1"/>
          </p:cNvSpPr>
          <p:nvPr/>
        </p:nvSpPr>
        <p:spPr>
          <a:xfrm xmlns:a="http://schemas.openxmlformats.org/drawingml/2006/main">
            <a:off x="10287000" y="3419475"/>
            <a:ext cx="65627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650" b="0">
                <a:solidFill>
                  <a:srgbClr val="557080"/>
                </a:solidFill>
              </a:defRPr>
            </a:defPPr>
            <a:lvl1pPr algn="l">
              <a:defRPr sz="1650" b="0">
                <a:solidFill>
                  <a:srgbClr val="557080"/>
                </a:solidFill>
              </a:defRPr>
            </a:lvl1pPr>
            <a:lvl2pPr algn="l">
              <a:defRPr sz="1650" b="0">
                <a:solidFill>
                  <a:srgbClr val="557080"/>
                </a:solidFill>
              </a:defRPr>
            </a:lvl2pPr>
            <a:lvl3pPr algn="l">
              <a:defRPr sz="1650" b="0">
                <a:solidFill>
                  <a:srgbClr val="557080"/>
                </a:solidFill>
              </a:defRPr>
            </a:lvl3pPr>
            <a:lvl4pPr algn="l">
              <a:defRPr sz="1650" b="0">
                <a:solidFill>
                  <a:srgbClr val="557080"/>
                </a:solidFill>
              </a:defRPr>
            </a:lvl4pPr>
            <a:lvl5pPr algn="l">
              <a:defRPr sz="1650" b="0">
                <a:solidFill>
                  <a:srgbClr val="557080"/>
                </a:solidFill>
              </a:defRPr>
            </a:lvl5pPr>
            <a:lvl6pPr algn="l">
              <a:defRPr sz="1650" b="0">
                <a:solidFill>
                  <a:srgbClr val="557080"/>
                </a:solidFill>
              </a:defRPr>
            </a:lvl6pPr>
            <a:lvl7pPr algn="l">
              <a:defRPr sz="1650" b="0">
                <a:solidFill>
                  <a:srgbClr val="557080"/>
                </a:solidFill>
              </a:defRPr>
            </a:lvl7pPr>
            <a:lvl8pPr algn="l">
              <a:defRPr sz="1650" b="0">
                <a:solidFill>
                  <a:srgbClr val="557080"/>
                </a:solidFill>
              </a:defRPr>
            </a:lvl8pPr>
            <a:lvl9pPr algn="l">
              <a:defRPr sz="1650" b="0">
                <a:solidFill>
                  <a:srgbClr val="557080"/>
                </a:solidFill>
              </a:defRPr>
            </a:lvl9pPr>
          </a:lstStyle>
          <a:p xmlns:a="http://schemas.openxmlformats.org/drawingml/2006/main">
            <a:pPr algn="l">
              <a:buNone/>
              <a:defRPr sz="1650" b="0">
                <a:solidFill>
                  <a:srgbClr val="557080"/>
                </a:solidFill>
              </a:defRPr>
            </a:pPr>
            <a:r>
              <a:rPr sz="1650" b="0">
                <a:solidFill>
                  <a:srgbClr val="557080"/>
                </a:solidFill>
              </a:rPr>
              <a:t>Speech-to-Text and Text-to-Speech</a:t>
            </a:r>
          </a:p>
        </p:txBody>
      </p:sp>
      <p:sp>
        <p:nvSpPr>
          <p:cNvPr id="38" name="panel-231">
            <a:extLst xmlns:a="http://schemas.openxmlformats.org/drawingml/2006/main">
              <a:ext uri="{FF2B5EF4-FFF2-40B4-BE49-F238E27FC236}">
                <a16:creationId xmlns:a16="http://schemas.microsoft.com/office/drawing/2014/main" id="{E5DE7511-2222-4D18-A2E5-FDF59DBB44E0}"/>
              </a:ext>
            </a:extLst>
          </p:cNvPr>
          <p:cNvSpPr>
            <a:spLocks xmlns:a="http://schemas.openxmlformats.org/drawingml/2006/main" noGrp="1"/>
          </p:cNvSpPr>
          <p:nvPr/>
        </p:nvSpPr>
        <p:spPr>
          <a:xfrm xmlns:a="http://schemas.openxmlformats.org/drawingml/2006/main">
            <a:off x="9582150" y="3962400"/>
            <a:ext cx="447675" cy="447675"/>
          </a:xfrm>
          <a:prstGeom xmlns:a="http://schemas.openxmlformats.org/drawingml/2006/main" prst="roundRect">
            <a:avLst>
              <a:gd name="adj" fmla="val 21277"/>
            </a:avLst>
          </a:prstGeom>
          <a:solidFill xmlns:a="http://schemas.openxmlformats.org/drawingml/2006/main">
            <a:srgbClr val="007F83"/>
          </a:solidFill>
          <a:ln xmlns:a="http://schemas.openxmlformats.org/drawingml/2006/main" w="0">
            <a:noFill/>
          </a:ln>
        </p:spPr>
      </p:sp>
      <p:sp>
        <p:nvSpPr>
          <p:cNvPr id="39" name="text-232">
            <a:extLst xmlns:a="http://schemas.openxmlformats.org/drawingml/2006/main">
              <a:ext uri="{FF2B5EF4-FFF2-40B4-BE49-F238E27FC236}">
                <a16:creationId xmlns:a16="http://schemas.microsoft.com/office/drawing/2014/main" id="{30DC80E8-B663-411A-A553-03AC3F8ADFB5}"/>
              </a:ext>
            </a:extLst>
          </p:cNvPr>
          <p:cNvSpPr>
            <a:spLocks xmlns:a="http://schemas.openxmlformats.org/drawingml/2006/main" noGrp="1"/>
          </p:cNvSpPr>
          <p:nvPr/>
        </p:nvSpPr>
        <p:spPr>
          <a:xfrm xmlns:a="http://schemas.openxmlformats.org/drawingml/2006/main">
            <a:off x="9620250" y="4000500"/>
            <a:ext cx="3714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725" b="1">
                <a:solidFill>
                  <a:srgbClr val="FFFFFF"/>
                </a:solidFill>
              </a:defRPr>
            </a:defPPr>
            <a:lvl1pPr algn="ctr">
              <a:defRPr sz="1725" b="1">
                <a:solidFill>
                  <a:srgbClr val="FFFFFF"/>
                </a:solidFill>
              </a:defRPr>
            </a:lvl1pPr>
            <a:lvl2pPr algn="ctr">
              <a:defRPr sz="1725" b="1">
                <a:solidFill>
                  <a:srgbClr val="FFFFFF"/>
                </a:solidFill>
              </a:defRPr>
            </a:lvl2pPr>
            <a:lvl3pPr algn="ctr">
              <a:defRPr sz="1725" b="1">
                <a:solidFill>
                  <a:srgbClr val="FFFFFF"/>
                </a:solidFill>
              </a:defRPr>
            </a:lvl3pPr>
            <a:lvl4pPr algn="ctr">
              <a:defRPr sz="1725" b="1">
                <a:solidFill>
                  <a:srgbClr val="FFFFFF"/>
                </a:solidFill>
              </a:defRPr>
            </a:lvl4pPr>
            <a:lvl5pPr algn="ctr">
              <a:defRPr sz="1725" b="1">
                <a:solidFill>
                  <a:srgbClr val="FFFFFF"/>
                </a:solidFill>
              </a:defRPr>
            </a:lvl5pPr>
            <a:lvl6pPr algn="ctr">
              <a:defRPr sz="1725" b="1">
                <a:solidFill>
                  <a:srgbClr val="FFFFFF"/>
                </a:solidFill>
              </a:defRPr>
            </a:lvl6pPr>
            <a:lvl7pPr algn="ctr">
              <a:defRPr sz="1725" b="1">
                <a:solidFill>
                  <a:srgbClr val="FFFFFF"/>
                </a:solidFill>
              </a:defRPr>
            </a:lvl7pPr>
            <a:lvl8pPr algn="ctr">
              <a:defRPr sz="1725" b="1">
                <a:solidFill>
                  <a:srgbClr val="FFFFFF"/>
                </a:solidFill>
              </a:defRPr>
            </a:lvl8pPr>
            <a:lvl9pPr algn="ctr">
              <a:defRPr sz="1725" b="1">
                <a:solidFill>
                  <a:srgbClr val="FFFFFF"/>
                </a:solidFill>
              </a:defRPr>
            </a:lvl9pPr>
          </a:lstStyle>
          <a:p xmlns:a="http://schemas.openxmlformats.org/drawingml/2006/main">
            <a:pPr algn="ctr">
              <a:buNone/>
              <a:defRPr sz="1725" b="1">
                <a:solidFill>
                  <a:srgbClr val="FFFFFF"/>
                </a:solidFill>
              </a:defRPr>
            </a:pPr>
            <a:r>
              <a:rPr sz="1725" b="1">
                <a:solidFill>
                  <a:srgbClr val="FFFFFF"/>
                </a:solidFill>
              </a:rPr>
              <a:t>2</a:t>
            </a:r>
          </a:p>
        </p:txBody>
      </p:sp>
      <p:sp>
        <p:nvSpPr>
          <p:cNvPr id="40" name="text-233">
            <a:extLst xmlns:a="http://schemas.openxmlformats.org/drawingml/2006/main">
              <a:ext uri="{FF2B5EF4-FFF2-40B4-BE49-F238E27FC236}">
                <a16:creationId xmlns:a16="http://schemas.microsoft.com/office/drawing/2014/main" id="{941D647F-16F2-4A03-BA9B-64F079163DB9}"/>
              </a:ext>
            </a:extLst>
          </p:cNvPr>
          <p:cNvSpPr>
            <a:spLocks xmlns:a="http://schemas.openxmlformats.org/drawingml/2006/main" noGrp="1"/>
          </p:cNvSpPr>
          <p:nvPr/>
        </p:nvSpPr>
        <p:spPr>
          <a:xfrm xmlns:a="http://schemas.openxmlformats.org/drawingml/2006/main">
            <a:off x="10287000" y="3886200"/>
            <a:ext cx="65341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100" b="1">
                <a:solidFill>
                  <a:srgbClr val="12354E"/>
                </a:solidFill>
              </a:defRPr>
            </a:defPPr>
            <a:lvl1pPr algn="l">
              <a:defRPr sz="2100" b="1">
                <a:solidFill>
                  <a:srgbClr val="12354E"/>
                </a:solidFill>
              </a:defRPr>
            </a:lvl1pPr>
            <a:lvl2pPr algn="l">
              <a:defRPr sz="2100" b="1">
                <a:solidFill>
                  <a:srgbClr val="12354E"/>
                </a:solidFill>
              </a:defRPr>
            </a:lvl2pPr>
            <a:lvl3pPr algn="l">
              <a:defRPr sz="2100" b="1">
                <a:solidFill>
                  <a:srgbClr val="12354E"/>
                </a:solidFill>
              </a:defRPr>
            </a:lvl3pPr>
            <a:lvl4pPr algn="l">
              <a:defRPr sz="2100" b="1">
                <a:solidFill>
                  <a:srgbClr val="12354E"/>
                </a:solidFill>
              </a:defRPr>
            </a:lvl4pPr>
            <a:lvl5pPr algn="l">
              <a:defRPr sz="2100" b="1">
                <a:solidFill>
                  <a:srgbClr val="12354E"/>
                </a:solidFill>
              </a:defRPr>
            </a:lvl5pPr>
            <a:lvl6pPr algn="l">
              <a:defRPr sz="2100" b="1">
                <a:solidFill>
                  <a:srgbClr val="12354E"/>
                </a:solidFill>
              </a:defRPr>
            </a:lvl6pPr>
            <a:lvl7pPr algn="l">
              <a:defRPr sz="2100" b="1">
                <a:solidFill>
                  <a:srgbClr val="12354E"/>
                </a:solidFill>
              </a:defRPr>
            </a:lvl7pPr>
            <a:lvl8pPr algn="l">
              <a:defRPr sz="2100" b="1">
                <a:solidFill>
                  <a:srgbClr val="12354E"/>
                </a:solidFill>
              </a:defRPr>
            </a:lvl8pPr>
            <a:lvl9pPr algn="l">
              <a:defRPr sz="2100" b="1">
                <a:solidFill>
                  <a:srgbClr val="12354E"/>
                </a:solidFill>
              </a:defRPr>
            </a:lvl9pPr>
          </a:lstStyle>
          <a:p xmlns:a="http://schemas.openxmlformats.org/drawingml/2006/main">
            <a:pPr algn="l">
              <a:buNone/>
              <a:defRPr sz="2100" b="1">
                <a:solidFill>
                  <a:srgbClr val="12354E"/>
                </a:solidFill>
              </a:defRPr>
            </a:pPr>
            <a:r>
              <a:rPr sz="2100" b="1">
                <a:solidFill>
                  <a:srgbClr val="12354E"/>
                </a:solidFill>
              </a:rPr>
              <a:t>Personalized Recommendations</a:t>
            </a:r>
          </a:p>
        </p:txBody>
      </p:sp>
      <p:sp>
        <p:nvSpPr>
          <p:cNvPr id="41" name="text-234">
            <a:extLst xmlns:a="http://schemas.openxmlformats.org/drawingml/2006/main">
              <a:ext uri="{FF2B5EF4-FFF2-40B4-BE49-F238E27FC236}">
                <a16:creationId xmlns:a16="http://schemas.microsoft.com/office/drawing/2014/main" id="{5844D815-39D8-4507-97F2-1FC383238D82}"/>
              </a:ext>
            </a:extLst>
          </p:cNvPr>
          <p:cNvSpPr>
            <a:spLocks xmlns:a="http://schemas.openxmlformats.org/drawingml/2006/main" noGrp="1"/>
          </p:cNvSpPr>
          <p:nvPr/>
        </p:nvSpPr>
        <p:spPr>
          <a:xfrm xmlns:a="http://schemas.openxmlformats.org/drawingml/2006/main">
            <a:off x="10287000" y="4352925"/>
            <a:ext cx="65627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650" b="0">
                <a:solidFill>
                  <a:srgbClr val="557080"/>
                </a:solidFill>
              </a:defRPr>
            </a:defPPr>
            <a:lvl1pPr algn="l">
              <a:defRPr sz="1650" b="0">
                <a:solidFill>
                  <a:srgbClr val="557080"/>
                </a:solidFill>
              </a:defRPr>
            </a:lvl1pPr>
            <a:lvl2pPr algn="l">
              <a:defRPr sz="1650" b="0">
                <a:solidFill>
                  <a:srgbClr val="557080"/>
                </a:solidFill>
              </a:defRPr>
            </a:lvl2pPr>
            <a:lvl3pPr algn="l">
              <a:defRPr sz="1650" b="0">
                <a:solidFill>
                  <a:srgbClr val="557080"/>
                </a:solidFill>
              </a:defRPr>
            </a:lvl3pPr>
            <a:lvl4pPr algn="l">
              <a:defRPr sz="1650" b="0">
                <a:solidFill>
                  <a:srgbClr val="557080"/>
                </a:solidFill>
              </a:defRPr>
            </a:lvl4pPr>
            <a:lvl5pPr algn="l">
              <a:defRPr sz="1650" b="0">
                <a:solidFill>
                  <a:srgbClr val="557080"/>
                </a:solidFill>
              </a:defRPr>
            </a:lvl5pPr>
            <a:lvl6pPr algn="l">
              <a:defRPr sz="1650" b="0">
                <a:solidFill>
                  <a:srgbClr val="557080"/>
                </a:solidFill>
              </a:defRPr>
            </a:lvl6pPr>
            <a:lvl7pPr algn="l">
              <a:defRPr sz="1650" b="0">
                <a:solidFill>
                  <a:srgbClr val="557080"/>
                </a:solidFill>
              </a:defRPr>
            </a:lvl7pPr>
            <a:lvl8pPr algn="l">
              <a:defRPr sz="1650" b="0">
                <a:solidFill>
                  <a:srgbClr val="557080"/>
                </a:solidFill>
              </a:defRPr>
            </a:lvl8pPr>
            <a:lvl9pPr algn="l">
              <a:defRPr sz="1650" b="0">
                <a:solidFill>
                  <a:srgbClr val="557080"/>
                </a:solidFill>
              </a:defRPr>
            </a:lvl9pPr>
          </a:lstStyle>
          <a:p xmlns:a="http://schemas.openxmlformats.org/drawingml/2006/main">
            <a:pPr algn="l">
              <a:buNone/>
              <a:defRPr sz="1650" b="0">
                <a:solidFill>
                  <a:srgbClr val="557080"/>
                </a:solidFill>
              </a:defRPr>
            </a:pPr>
            <a:r>
              <a:rPr sz="1650" b="0">
                <a:solidFill>
                  <a:srgbClr val="557080"/>
                </a:solidFill>
              </a:rPr>
              <a:t>Suggest topics based on learning needs</a:t>
            </a:r>
          </a:p>
        </p:txBody>
      </p:sp>
      <p:sp>
        <p:nvSpPr>
          <p:cNvPr id="42" name="panel-235">
            <a:extLst xmlns:a="http://schemas.openxmlformats.org/drawingml/2006/main">
              <a:ext uri="{FF2B5EF4-FFF2-40B4-BE49-F238E27FC236}">
                <a16:creationId xmlns:a16="http://schemas.microsoft.com/office/drawing/2014/main" id="{B6B5DFC9-AF15-4CFB-9F3A-ED21B010E5B9}"/>
              </a:ext>
            </a:extLst>
          </p:cNvPr>
          <p:cNvSpPr>
            <a:spLocks xmlns:a="http://schemas.openxmlformats.org/drawingml/2006/main" noGrp="1"/>
          </p:cNvSpPr>
          <p:nvPr/>
        </p:nvSpPr>
        <p:spPr>
          <a:xfrm xmlns:a="http://schemas.openxmlformats.org/drawingml/2006/main">
            <a:off x="9582150" y="4895850"/>
            <a:ext cx="447675" cy="447675"/>
          </a:xfrm>
          <a:prstGeom xmlns:a="http://schemas.openxmlformats.org/drawingml/2006/main" prst="roundRect">
            <a:avLst>
              <a:gd name="adj" fmla="val 21277"/>
            </a:avLst>
          </a:prstGeom>
          <a:solidFill xmlns:a="http://schemas.openxmlformats.org/drawingml/2006/main">
            <a:srgbClr val="007F83"/>
          </a:solidFill>
          <a:ln xmlns:a="http://schemas.openxmlformats.org/drawingml/2006/main" w="0">
            <a:noFill/>
          </a:ln>
        </p:spPr>
      </p:sp>
      <p:sp>
        <p:nvSpPr>
          <p:cNvPr id="43" name="text-236">
            <a:extLst xmlns:a="http://schemas.openxmlformats.org/drawingml/2006/main">
              <a:ext uri="{FF2B5EF4-FFF2-40B4-BE49-F238E27FC236}">
                <a16:creationId xmlns:a16="http://schemas.microsoft.com/office/drawing/2014/main" id="{D300FC25-6E2D-4755-9976-B292A3BD8C8D}"/>
              </a:ext>
            </a:extLst>
          </p:cNvPr>
          <p:cNvSpPr>
            <a:spLocks xmlns:a="http://schemas.openxmlformats.org/drawingml/2006/main" noGrp="1"/>
          </p:cNvSpPr>
          <p:nvPr/>
        </p:nvSpPr>
        <p:spPr>
          <a:xfrm xmlns:a="http://schemas.openxmlformats.org/drawingml/2006/main">
            <a:off x="9620250" y="4933950"/>
            <a:ext cx="3714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725" b="1">
                <a:solidFill>
                  <a:srgbClr val="FFFFFF"/>
                </a:solidFill>
              </a:defRPr>
            </a:defPPr>
            <a:lvl1pPr algn="ctr">
              <a:defRPr sz="1725" b="1">
                <a:solidFill>
                  <a:srgbClr val="FFFFFF"/>
                </a:solidFill>
              </a:defRPr>
            </a:lvl1pPr>
            <a:lvl2pPr algn="ctr">
              <a:defRPr sz="1725" b="1">
                <a:solidFill>
                  <a:srgbClr val="FFFFFF"/>
                </a:solidFill>
              </a:defRPr>
            </a:lvl2pPr>
            <a:lvl3pPr algn="ctr">
              <a:defRPr sz="1725" b="1">
                <a:solidFill>
                  <a:srgbClr val="FFFFFF"/>
                </a:solidFill>
              </a:defRPr>
            </a:lvl3pPr>
            <a:lvl4pPr algn="ctr">
              <a:defRPr sz="1725" b="1">
                <a:solidFill>
                  <a:srgbClr val="FFFFFF"/>
                </a:solidFill>
              </a:defRPr>
            </a:lvl4pPr>
            <a:lvl5pPr algn="ctr">
              <a:defRPr sz="1725" b="1">
                <a:solidFill>
                  <a:srgbClr val="FFFFFF"/>
                </a:solidFill>
              </a:defRPr>
            </a:lvl5pPr>
            <a:lvl6pPr algn="ctr">
              <a:defRPr sz="1725" b="1">
                <a:solidFill>
                  <a:srgbClr val="FFFFFF"/>
                </a:solidFill>
              </a:defRPr>
            </a:lvl6pPr>
            <a:lvl7pPr algn="ctr">
              <a:defRPr sz="1725" b="1">
                <a:solidFill>
                  <a:srgbClr val="FFFFFF"/>
                </a:solidFill>
              </a:defRPr>
            </a:lvl7pPr>
            <a:lvl8pPr algn="ctr">
              <a:defRPr sz="1725" b="1">
                <a:solidFill>
                  <a:srgbClr val="FFFFFF"/>
                </a:solidFill>
              </a:defRPr>
            </a:lvl8pPr>
            <a:lvl9pPr algn="ctr">
              <a:defRPr sz="1725" b="1">
                <a:solidFill>
                  <a:srgbClr val="FFFFFF"/>
                </a:solidFill>
              </a:defRPr>
            </a:lvl9pPr>
          </a:lstStyle>
          <a:p xmlns:a="http://schemas.openxmlformats.org/drawingml/2006/main">
            <a:pPr algn="ctr">
              <a:buNone/>
              <a:defRPr sz="1725" b="1">
                <a:solidFill>
                  <a:srgbClr val="FFFFFF"/>
                </a:solidFill>
              </a:defRPr>
            </a:pPr>
            <a:r>
              <a:rPr sz="1725" b="1">
                <a:solidFill>
                  <a:srgbClr val="FFFFFF"/>
                </a:solidFill>
              </a:rPr>
              <a:t>3</a:t>
            </a:r>
          </a:p>
        </p:txBody>
      </p:sp>
      <p:sp>
        <p:nvSpPr>
          <p:cNvPr id="44" name="text-237">
            <a:extLst xmlns:a="http://schemas.openxmlformats.org/drawingml/2006/main">
              <a:ext uri="{FF2B5EF4-FFF2-40B4-BE49-F238E27FC236}">
                <a16:creationId xmlns:a16="http://schemas.microsoft.com/office/drawing/2014/main" id="{F753BC1A-398F-4F7B-9BCB-CD3BA38C2840}"/>
              </a:ext>
            </a:extLst>
          </p:cNvPr>
          <p:cNvSpPr>
            <a:spLocks xmlns:a="http://schemas.openxmlformats.org/drawingml/2006/main" noGrp="1"/>
          </p:cNvSpPr>
          <p:nvPr/>
        </p:nvSpPr>
        <p:spPr>
          <a:xfrm xmlns:a="http://schemas.openxmlformats.org/drawingml/2006/main">
            <a:off x="10287000" y="4819650"/>
            <a:ext cx="65341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100" b="1">
                <a:solidFill>
                  <a:srgbClr val="12354E"/>
                </a:solidFill>
              </a:defRPr>
            </a:defPPr>
            <a:lvl1pPr algn="l">
              <a:defRPr sz="2100" b="1">
                <a:solidFill>
                  <a:srgbClr val="12354E"/>
                </a:solidFill>
              </a:defRPr>
            </a:lvl1pPr>
            <a:lvl2pPr algn="l">
              <a:defRPr sz="2100" b="1">
                <a:solidFill>
                  <a:srgbClr val="12354E"/>
                </a:solidFill>
              </a:defRPr>
            </a:lvl2pPr>
            <a:lvl3pPr algn="l">
              <a:defRPr sz="2100" b="1">
                <a:solidFill>
                  <a:srgbClr val="12354E"/>
                </a:solidFill>
              </a:defRPr>
            </a:lvl3pPr>
            <a:lvl4pPr algn="l">
              <a:defRPr sz="2100" b="1">
                <a:solidFill>
                  <a:srgbClr val="12354E"/>
                </a:solidFill>
              </a:defRPr>
            </a:lvl4pPr>
            <a:lvl5pPr algn="l">
              <a:defRPr sz="2100" b="1">
                <a:solidFill>
                  <a:srgbClr val="12354E"/>
                </a:solidFill>
              </a:defRPr>
            </a:lvl5pPr>
            <a:lvl6pPr algn="l">
              <a:defRPr sz="2100" b="1">
                <a:solidFill>
                  <a:srgbClr val="12354E"/>
                </a:solidFill>
              </a:defRPr>
            </a:lvl6pPr>
            <a:lvl7pPr algn="l">
              <a:defRPr sz="2100" b="1">
                <a:solidFill>
                  <a:srgbClr val="12354E"/>
                </a:solidFill>
              </a:defRPr>
            </a:lvl7pPr>
            <a:lvl8pPr algn="l">
              <a:defRPr sz="2100" b="1">
                <a:solidFill>
                  <a:srgbClr val="12354E"/>
                </a:solidFill>
              </a:defRPr>
            </a:lvl8pPr>
            <a:lvl9pPr algn="l">
              <a:defRPr sz="2100" b="1">
                <a:solidFill>
                  <a:srgbClr val="12354E"/>
                </a:solidFill>
              </a:defRPr>
            </a:lvl9pPr>
          </a:lstStyle>
          <a:p xmlns:a="http://schemas.openxmlformats.org/drawingml/2006/main">
            <a:pPr algn="l">
              <a:buNone/>
              <a:defRPr sz="2100" b="1">
                <a:solidFill>
                  <a:srgbClr val="12354E"/>
                </a:solidFill>
              </a:defRPr>
            </a:pPr>
            <a:r>
              <a:rPr sz="2100" b="1">
                <a:solidFill>
                  <a:srgbClr val="12354E"/>
                </a:solidFill>
              </a:rPr>
              <a:t>Learning Analytics</a:t>
            </a:r>
          </a:p>
        </p:txBody>
      </p:sp>
      <p:sp>
        <p:nvSpPr>
          <p:cNvPr id="45" name="text-238">
            <a:extLst xmlns:a="http://schemas.openxmlformats.org/drawingml/2006/main">
              <a:ext uri="{FF2B5EF4-FFF2-40B4-BE49-F238E27FC236}">
                <a16:creationId xmlns:a16="http://schemas.microsoft.com/office/drawing/2014/main" id="{50A2C39B-F9D2-4BAF-9976-83F820CDB21B}"/>
              </a:ext>
            </a:extLst>
          </p:cNvPr>
          <p:cNvSpPr>
            <a:spLocks xmlns:a="http://schemas.openxmlformats.org/drawingml/2006/main" noGrp="1"/>
          </p:cNvSpPr>
          <p:nvPr/>
        </p:nvSpPr>
        <p:spPr>
          <a:xfrm xmlns:a="http://schemas.openxmlformats.org/drawingml/2006/main">
            <a:off x="10287000" y="5286375"/>
            <a:ext cx="65627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650" b="0">
                <a:solidFill>
                  <a:srgbClr val="557080"/>
                </a:solidFill>
              </a:defRPr>
            </a:defPPr>
            <a:lvl1pPr algn="l">
              <a:defRPr sz="1650" b="0">
                <a:solidFill>
                  <a:srgbClr val="557080"/>
                </a:solidFill>
              </a:defRPr>
            </a:lvl1pPr>
            <a:lvl2pPr algn="l">
              <a:defRPr sz="1650" b="0">
                <a:solidFill>
                  <a:srgbClr val="557080"/>
                </a:solidFill>
              </a:defRPr>
            </a:lvl2pPr>
            <a:lvl3pPr algn="l">
              <a:defRPr sz="1650" b="0">
                <a:solidFill>
                  <a:srgbClr val="557080"/>
                </a:solidFill>
              </a:defRPr>
            </a:lvl3pPr>
            <a:lvl4pPr algn="l">
              <a:defRPr sz="1650" b="0">
                <a:solidFill>
                  <a:srgbClr val="557080"/>
                </a:solidFill>
              </a:defRPr>
            </a:lvl4pPr>
            <a:lvl5pPr algn="l">
              <a:defRPr sz="1650" b="0">
                <a:solidFill>
                  <a:srgbClr val="557080"/>
                </a:solidFill>
              </a:defRPr>
            </a:lvl5pPr>
            <a:lvl6pPr algn="l">
              <a:defRPr sz="1650" b="0">
                <a:solidFill>
                  <a:srgbClr val="557080"/>
                </a:solidFill>
              </a:defRPr>
            </a:lvl6pPr>
            <a:lvl7pPr algn="l">
              <a:defRPr sz="1650" b="0">
                <a:solidFill>
                  <a:srgbClr val="557080"/>
                </a:solidFill>
              </a:defRPr>
            </a:lvl7pPr>
            <a:lvl8pPr algn="l">
              <a:defRPr sz="1650" b="0">
                <a:solidFill>
                  <a:srgbClr val="557080"/>
                </a:solidFill>
              </a:defRPr>
            </a:lvl8pPr>
            <a:lvl9pPr algn="l">
              <a:defRPr sz="1650" b="0">
                <a:solidFill>
                  <a:srgbClr val="557080"/>
                </a:solidFill>
              </a:defRPr>
            </a:lvl9pPr>
          </a:lstStyle>
          <a:p xmlns:a="http://schemas.openxmlformats.org/drawingml/2006/main">
            <a:pPr algn="l">
              <a:buNone/>
              <a:defRPr sz="1650" b="0">
                <a:solidFill>
                  <a:srgbClr val="557080"/>
                </a:solidFill>
              </a:defRPr>
            </a:pPr>
            <a:r>
              <a:rPr sz="1650" b="0">
                <a:solidFill>
                  <a:srgbClr val="557080"/>
                </a:solidFill>
              </a:rPr>
              <a:t>Track learning activity and progress</a:t>
            </a:r>
          </a:p>
        </p:txBody>
      </p:sp>
      <p:sp>
        <p:nvSpPr>
          <p:cNvPr id="46" name="panel-239">
            <a:extLst xmlns:a="http://schemas.openxmlformats.org/drawingml/2006/main">
              <a:ext uri="{FF2B5EF4-FFF2-40B4-BE49-F238E27FC236}">
                <a16:creationId xmlns:a16="http://schemas.microsoft.com/office/drawing/2014/main" id="{A6B2BA11-B6E0-47DA-9E43-6FE7F03AEDC1}"/>
              </a:ext>
            </a:extLst>
          </p:cNvPr>
          <p:cNvSpPr>
            <a:spLocks xmlns:a="http://schemas.openxmlformats.org/drawingml/2006/main" noGrp="1"/>
          </p:cNvSpPr>
          <p:nvPr/>
        </p:nvSpPr>
        <p:spPr>
          <a:xfrm xmlns:a="http://schemas.openxmlformats.org/drawingml/2006/main">
            <a:off x="9582150" y="5829300"/>
            <a:ext cx="447675" cy="447675"/>
          </a:xfrm>
          <a:prstGeom xmlns:a="http://schemas.openxmlformats.org/drawingml/2006/main" prst="roundRect">
            <a:avLst>
              <a:gd name="adj" fmla="val 21277"/>
            </a:avLst>
          </a:prstGeom>
          <a:solidFill xmlns:a="http://schemas.openxmlformats.org/drawingml/2006/main">
            <a:srgbClr val="007F83"/>
          </a:solidFill>
          <a:ln xmlns:a="http://schemas.openxmlformats.org/drawingml/2006/main" w="0">
            <a:noFill/>
          </a:ln>
        </p:spPr>
      </p:sp>
      <p:sp>
        <p:nvSpPr>
          <p:cNvPr id="47" name="text-240">
            <a:extLst xmlns:a="http://schemas.openxmlformats.org/drawingml/2006/main">
              <a:ext uri="{FF2B5EF4-FFF2-40B4-BE49-F238E27FC236}">
                <a16:creationId xmlns:a16="http://schemas.microsoft.com/office/drawing/2014/main" id="{BA0A7743-887D-4FFC-8472-3B28FD47EBDF}"/>
              </a:ext>
            </a:extLst>
          </p:cNvPr>
          <p:cNvSpPr>
            <a:spLocks xmlns:a="http://schemas.openxmlformats.org/drawingml/2006/main" noGrp="1"/>
          </p:cNvSpPr>
          <p:nvPr/>
        </p:nvSpPr>
        <p:spPr>
          <a:xfrm xmlns:a="http://schemas.openxmlformats.org/drawingml/2006/main">
            <a:off x="9620250" y="5867400"/>
            <a:ext cx="3714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725" b="1">
                <a:solidFill>
                  <a:srgbClr val="FFFFFF"/>
                </a:solidFill>
              </a:defRPr>
            </a:defPPr>
            <a:lvl1pPr algn="ctr">
              <a:defRPr sz="1725" b="1">
                <a:solidFill>
                  <a:srgbClr val="FFFFFF"/>
                </a:solidFill>
              </a:defRPr>
            </a:lvl1pPr>
            <a:lvl2pPr algn="ctr">
              <a:defRPr sz="1725" b="1">
                <a:solidFill>
                  <a:srgbClr val="FFFFFF"/>
                </a:solidFill>
              </a:defRPr>
            </a:lvl2pPr>
            <a:lvl3pPr algn="ctr">
              <a:defRPr sz="1725" b="1">
                <a:solidFill>
                  <a:srgbClr val="FFFFFF"/>
                </a:solidFill>
              </a:defRPr>
            </a:lvl3pPr>
            <a:lvl4pPr algn="ctr">
              <a:defRPr sz="1725" b="1">
                <a:solidFill>
                  <a:srgbClr val="FFFFFF"/>
                </a:solidFill>
              </a:defRPr>
            </a:lvl4pPr>
            <a:lvl5pPr algn="ctr">
              <a:defRPr sz="1725" b="1">
                <a:solidFill>
                  <a:srgbClr val="FFFFFF"/>
                </a:solidFill>
              </a:defRPr>
            </a:lvl5pPr>
            <a:lvl6pPr algn="ctr">
              <a:defRPr sz="1725" b="1">
                <a:solidFill>
                  <a:srgbClr val="FFFFFF"/>
                </a:solidFill>
              </a:defRPr>
            </a:lvl6pPr>
            <a:lvl7pPr algn="ctr">
              <a:defRPr sz="1725" b="1">
                <a:solidFill>
                  <a:srgbClr val="FFFFFF"/>
                </a:solidFill>
              </a:defRPr>
            </a:lvl7pPr>
            <a:lvl8pPr algn="ctr">
              <a:defRPr sz="1725" b="1">
                <a:solidFill>
                  <a:srgbClr val="FFFFFF"/>
                </a:solidFill>
              </a:defRPr>
            </a:lvl8pPr>
            <a:lvl9pPr algn="ctr">
              <a:defRPr sz="1725" b="1">
                <a:solidFill>
                  <a:srgbClr val="FFFFFF"/>
                </a:solidFill>
              </a:defRPr>
            </a:lvl9pPr>
          </a:lstStyle>
          <a:p xmlns:a="http://schemas.openxmlformats.org/drawingml/2006/main">
            <a:pPr algn="ctr">
              <a:buNone/>
              <a:defRPr sz="1725" b="1">
                <a:solidFill>
                  <a:srgbClr val="FFFFFF"/>
                </a:solidFill>
              </a:defRPr>
            </a:pPr>
            <a:r>
              <a:rPr sz="1725" b="1">
                <a:solidFill>
                  <a:srgbClr val="FFFFFF"/>
                </a:solidFill>
              </a:rPr>
              <a:t>4</a:t>
            </a:r>
          </a:p>
        </p:txBody>
      </p:sp>
      <p:sp>
        <p:nvSpPr>
          <p:cNvPr id="48" name="text-241">
            <a:extLst xmlns:a="http://schemas.openxmlformats.org/drawingml/2006/main">
              <a:ext uri="{FF2B5EF4-FFF2-40B4-BE49-F238E27FC236}">
                <a16:creationId xmlns:a16="http://schemas.microsoft.com/office/drawing/2014/main" id="{ED8009A0-421D-4827-9EE0-70D0EBD3B371}"/>
              </a:ext>
            </a:extLst>
          </p:cNvPr>
          <p:cNvSpPr>
            <a:spLocks xmlns:a="http://schemas.openxmlformats.org/drawingml/2006/main" noGrp="1"/>
          </p:cNvSpPr>
          <p:nvPr/>
        </p:nvSpPr>
        <p:spPr>
          <a:xfrm xmlns:a="http://schemas.openxmlformats.org/drawingml/2006/main">
            <a:off x="10287000" y="5753100"/>
            <a:ext cx="65341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100" b="1">
                <a:solidFill>
                  <a:srgbClr val="12354E"/>
                </a:solidFill>
              </a:defRPr>
            </a:defPPr>
            <a:lvl1pPr algn="l">
              <a:defRPr sz="2100" b="1">
                <a:solidFill>
                  <a:srgbClr val="12354E"/>
                </a:solidFill>
              </a:defRPr>
            </a:lvl1pPr>
            <a:lvl2pPr algn="l">
              <a:defRPr sz="2100" b="1">
                <a:solidFill>
                  <a:srgbClr val="12354E"/>
                </a:solidFill>
              </a:defRPr>
            </a:lvl2pPr>
            <a:lvl3pPr algn="l">
              <a:defRPr sz="2100" b="1">
                <a:solidFill>
                  <a:srgbClr val="12354E"/>
                </a:solidFill>
              </a:defRPr>
            </a:lvl3pPr>
            <a:lvl4pPr algn="l">
              <a:defRPr sz="2100" b="1">
                <a:solidFill>
                  <a:srgbClr val="12354E"/>
                </a:solidFill>
              </a:defRPr>
            </a:lvl4pPr>
            <a:lvl5pPr algn="l">
              <a:defRPr sz="2100" b="1">
                <a:solidFill>
                  <a:srgbClr val="12354E"/>
                </a:solidFill>
              </a:defRPr>
            </a:lvl5pPr>
            <a:lvl6pPr algn="l">
              <a:defRPr sz="2100" b="1">
                <a:solidFill>
                  <a:srgbClr val="12354E"/>
                </a:solidFill>
              </a:defRPr>
            </a:lvl6pPr>
            <a:lvl7pPr algn="l">
              <a:defRPr sz="2100" b="1">
                <a:solidFill>
                  <a:srgbClr val="12354E"/>
                </a:solidFill>
              </a:defRPr>
            </a:lvl7pPr>
            <a:lvl8pPr algn="l">
              <a:defRPr sz="2100" b="1">
                <a:solidFill>
                  <a:srgbClr val="12354E"/>
                </a:solidFill>
              </a:defRPr>
            </a:lvl8pPr>
            <a:lvl9pPr algn="l">
              <a:defRPr sz="2100" b="1">
                <a:solidFill>
                  <a:srgbClr val="12354E"/>
                </a:solidFill>
              </a:defRPr>
            </a:lvl9pPr>
          </a:lstStyle>
          <a:p xmlns:a="http://schemas.openxmlformats.org/drawingml/2006/main">
            <a:pPr algn="l">
              <a:buNone/>
              <a:defRPr sz="2100" b="1">
                <a:solidFill>
                  <a:srgbClr val="12354E"/>
                </a:solidFill>
              </a:defRPr>
            </a:pPr>
            <a:r>
              <a:rPr sz="2100" b="1">
                <a:solidFill>
                  <a:srgbClr val="12354E"/>
                </a:solidFill>
              </a:rPr>
              <a:t>Multi-language Support</a:t>
            </a:r>
          </a:p>
        </p:txBody>
      </p:sp>
      <p:sp>
        <p:nvSpPr>
          <p:cNvPr id="49" name="text-242">
            <a:extLst xmlns:a="http://schemas.openxmlformats.org/drawingml/2006/main">
              <a:ext uri="{FF2B5EF4-FFF2-40B4-BE49-F238E27FC236}">
                <a16:creationId xmlns:a16="http://schemas.microsoft.com/office/drawing/2014/main" id="{715AA1C7-FBAA-4BD6-8358-D77230EC5665}"/>
              </a:ext>
            </a:extLst>
          </p:cNvPr>
          <p:cNvSpPr>
            <a:spLocks xmlns:a="http://schemas.openxmlformats.org/drawingml/2006/main" noGrp="1"/>
          </p:cNvSpPr>
          <p:nvPr/>
        </p:nvSpPr>
        <p:spPr>
          <a:xfrm xmlns:a="http://schemas.openxmlformats.org/drawingml/2006/main">
            <a:off x="10287000" y="6219825"/>
            <a:ext cx="65627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650" b="0">
                <a:solidFill>
                  <a:srgbClr val="557080"/>
                </a:solidFill>
              </a:defRPr>
            </a:defPPr>
            <a:lvl1pPr algn="l">
              <a:defRPr sz="1650" b="0">
                <a:solidFill>
                  <a:srgbClr val="557080"/>
                </a:solidFill>
              </a:defRPr>
            </a:lvl1pPr>
            <a:lvl2pPr algn="l">
              <a:defRPr sz="1650" b="0">
                <a:solidFill>
                  <a:srgbClr val="557080"/>
                </a:solidFill>
              </a:defRPr>
            </a:lvl2pPr>
            <a:lvl3pPr algn="l">
              <a:defRPr sz="1650" b="0">
                <a:solidFill>
                  <a:srgbClr val="557080"/>
                </a:solidFill>
              </a:defRPr>
            </a:lvl3pPr>
            <a:lvl4pPr algn="l">
              <a:defRPr sz="1650" b="0">
                <a:solidFill>
                  <a:srgbClr val="557080"/>
                </a:solidFill>
              </a:defRPr>
            </a:lvl4pPr>
            <a:lvl5pPr algn="l">
              <a:defRPr sz="1650" b="0">
                <a:solidFill>
                  <a:srgbClr val="557080"/>
                </a:solidFill>
              </a:defRPr>
            </a:lvl5pPr>
            <a:lvl6pPr algn="l">
              <a:defRPr sz="1650" b="0">
                <a:solidFill>
                  <a:srgbClr val="557080"/>
                </a:solidFill>
              </a:defRPr>
            </a:lvl6pPr>
            <a:lvl7pPr algn="l">
              <a:defRPr sz="1650" b="0">
                <a:solidFill>
                  <a:srgbClr val="557080"/>
                </a:solidFill>
              </a:defRPr>
            </a:lvl7pPr>
            <a:lvl8pPr algn="l">
              <a:defRPr sz="1650" b="0">
                <a:solidFill>
                  <a:srgbClr val="557080"/>
                </a:solidFill>
              </a:defRPr>
            </a:lvl8pPr>
            <a:lvl9pPr algn="l">
              <a:defRPr sz="1650" b="0">
                <a:solidFill>
                  <a:srgbClr val="557080"/>
                </a:solidFill>
              </a:defRPr>
            </a:lvl9pPr>
          </a:lstStyle>
          <a:p xmlns:a="http://schemas.openxmlformats.org/drawingml/2006/main">
            <a:pPr algn="l">
              <a:buNone/>
              <a:defRPr sz="1650" b="0">
                <a:solidFill>
                  <a:srgbClr val="557080"/>
                </a:solidFill>
              </a:defRPr>
            </a:pPr>
            <a:r>
              <a:rPr sz="1650" b="0">
                <a:solidFill>
                  <a:srgbClr val="557080"/>
                </a:solidFill>
              </a:rPr>
              <a:t>Explain concepts in more languages</a:t>
            </a:r>
          </a:p>
        </p:txBody>
      </p:sp>
      <p:sp>
        <p:nvSpPr>
          <p:cNvPr id="50" name="panel-243">
            <a:extLst xmlns:a="http://schemas.openxmlformats.org/drawingml/2006/main">
              <a:ext uri="{FF2B5EF4-FFF2-40B4-BE49-F238E27FC236}">
                <a16:creationId xmlns:a16="http://schemas.microsoft.com/office/drawing/2014/main" id="{52EBADF3-09B3-4AA1-B918-5286B87E9B16}"/>
              </a:ext>
            </a:extLst>
          </p:cNvPr>
          <p:cNvSpPr>
            <a:spLocks xmlns:a="http://schemas.openxmlformats.org/drawingml/2006/main" noGrp="1"/>
          </p:cNvSpPr>
          <p:nvPr/>
        </p:nvSpPr>
        <p:spPr>
          <a:xfrm xmlns:a="http://schemas.openxmlformats.org/drawingml/2006/main">
            <a:off x="9582150" y="6762750"/>
            <a:ext cx="447675" cy="447675"/>
          </a:xfrm>
          <a:prstGeom xmlns:a="http://schemas.openxmlformats.org/drawingml/2006/main" prst="roundRect">
            <a:avLst>
              <a:gd name="adj" fmla="val 21277"/>
            </a:avLst>
          </a:prstGeom>
          <a:solidFill xmlns:a="http://schemas.openxmlformats.org/drawingml/2006/main">
            <a:srgbClr val="007F83"/>
          </a:solidFill>
          <a:ln xmlns:a="http://schemas.openxmlformats.org/drawingml/2006/main" w="0">
            <a:noFill/>
          </a:ln>
        </p:spPr>
      </p:sp>
      <p:sp>
        <p:nvSpPr>
          <p:cNvPr id="51" name="text-244">
            <a:extLst xmlns:a="http://schemas.openxmlformats.org/drawingml/2006/main">
              <a:ext uri="{FF2B5EF4-FFF2-40B4-BE49-F238E27FC236}">
                <a16:creationId xmlns:a16="http://schemas.microsoft.com/office/drawing/2014/main" id="{A7792C60-09D7-4F88-A6D7-2777BD1909A8}"/>
              </a:ext>
            </a:extLst>
          </p:cNvPr>
          <p:cNvSpPr>
            <a:spLocks xmlns:a="http://schemas.openxmlformats.org/drawingml/2006/main" noGrp="1"/>
          </p:cNvSpPr>
          <p:nvPr/>
        </p:nvSpPr>
        <p:spPr>
          <a:xfrm xmlns:a="http://schemas.openxmlformats.org/drawingml/2006/main">
            <a:off x="9620250" y="6800850"/>
            <a:ext cx="3714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725" b="1">
                <a:solidFill>
                  <a:srgbClr val="FFFFFF"/>
                </a:solidFill>
              </a:defRPr>
            </a:defPPr>
            <a:lvl1pPr algn="ctr">
              <a:defRPr sz="1725" b="1">
                <a:solidFill>
                  <a:srgbClr val="FFFFFF"/>
                </a:solidFill>
              </a:defRPr>
            </a:lvl1pPr>
            <a:lvl2pPr algn="ctr">
              <a:defRPr sz="1725" b="1">
                <a:solidFill>
                  <a:srgbClr val="FFFFFF"/>
                </a:solidFill>
              </a:defRPr>
            </a:lvl2pPr>
            <a:lvl3pPr algn="ctr">
              <a:defRPr sz="1725" b="1">
                <a:solidFill>
                  <a:srgbClr val="FFFFFF"/>
                </a:solidFill>
              </a:defRPr>
            </a:lvl3pPr>
            <a:lvl4pPr algn="ctr">
              <a:defRPr sz="1725" b="1">
                <a:solidFill>
                  <a:srgbClr val="FFFFFF"/>
                </a:solidFill>
              </a:defRPr>
            </a:lvl4pPr>
            <a:lvl5pPr algn="ctr">
              <a:defRPr sz="1725" b="1">
                <a:solidFill>
                  <a:srgbClr val="FFFFFF"/>
                </a:solidFill>
              </a:defRPr>
            </a:lvl5pPr>
            <a:lvl6pPr algn="ctr">
              <a:defRPr sz="1725" b="1">
                <a:solidFill>
                  <a:srgbClr val="FFFFFF"/>
                </a:solidFill>
              </a:defRPr>
            </a:lvl6pPr>
            <a:lvl7pPr algn="ctr">
              <a:defRPr sz="1725" b="1">
                <a:solidFill>
                  <a:srgbClr val="FFFFFF"/>
                </a:solidFill>
              </a:defRPr>
            </a:lvl7pPr>
            <a:lvl8pPr algn="ctr">
              <a:defRPr sz="1725" b="1">
                <a:solidFill>
                  <a:srgbClr val="FFFFFF"/>
                </a:solidFill>
              </a:defRPr>
            </a:lvl8pPr>
            <a:lvl9pPr algn="ctr">
              <a:defRPr sz="1725" b="1">
                <a:solidFill>
                  <a:srgbClr val="FFFFFF"/>
                </a:solidFill>
              </a:defRPr>
            </a:lvl9pPr>
          </a:lstStyle>
          <a:p xmlns:a="http://schemas.openxmlformats.org/drawingml/2006/main">
            <a:pPr algn="ctr">
              <a:buNone/>
              <a:defRPr sz="1725" b="1">
                <a:solidFill>
                  <a:srgbClr val="FFFFFF"/>
                </a:solidFill>
              </a:defRPr>
            </a:pPr>
            <a:r>
              <a:rPr sz="1725" b="1">
                <a:solidFill>
                  <a:srgbClr val="FFFFFF"/>
                </a:solidFill>
              </a:rPr>
              <a:t>5</a:t>
            </a:r>
          </a:p>
        </p:txBody>
      </p:sp>
      <p:sp>
        <p:nvSpPr>
          <p:cNvPr id="52" name="text-245">
            <a:extLst xmlns:a="http://schemas.openxmlformats.org/drawingml/2006/main">
              <a:ext uri="{FF2B5EF4-FFF2-40B4-BE49-F238E27FC236}">
                <a16:creationId xmlns:a16="http://schemas.microsoft.com/office/drawing/2014/main" id="{526B4441-12D3-409C-AB11-EA4CF9369447}"/>
              </a:ext>
            </a:extLst>
          </p:cNvPr>
          <p:cNvSpPr>
            <a:spLocks xmlns:a="http://schemas.openxmlformats.org/drawingml/2006/main" noGrp="1"/>
          </p:cNvSpPr>
          <p:nvPr/>
        </p:nvSpPr>
        <p:spPr>
          <a:xfrm xmlns:a="http://schemas.openxmlformats.org/drawingml/2006/main">
            <a:off x="10287000" y="6686550"/>
            <a:ext cx="65341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100" b="1">
                <a:solidFill>
                  <a:srgbClr val="12354E"/>
                </a:solidFill>
              </a:defRPr>
            </a:defPPr>
            <a:lvl1pPr algn="l">
              <a:defRPr sz="2100" b="1">
                <a:solidFill>
                  <a:srgbClr val="12354E"/>
                </a:solidFill>
              </a:defRPr>
            </a:lvl1pPr>
            <a:lvl2pPr algn="l">
              <a:defRPr sz="2100" b="1">
                <a:solidFill>
                  <a:srgbClr val="12354E"/>
                </a:solidFill>
              </a:defRPr>
            </a:lvl2pPr>
            <a:lvl3pPr algn="l">
              <a:defRPr sz="2100" b="1">
                <a:solidFill>
                  <a:srgbClr val="12354E"/>
                </a:solidFill>
              </a:defRPr>
            </a:lvl3pPr>
            <a:lvl4pPr algn="l">
              <a:defRPr sz="2100" b="1">
                <a:solidFill>
                  <a:srgbClr val="12354E"/>
                </a:solidFill>
              </a:defRPr>
            </a:lvl4pPr>
            <a:lvl5pPr algn="l">
              <a:defRPr sz="2100" b="1">
                <a:solidFill>
                  <a:srgbClr val="12354E"/>
                </a:solidFill>
              </a:defRPr>
            </a:lvl5pPr>
            <a:lvl6pPr algn="l">
              <a:defRPr sz="2100" b="1">
                <a:solidFill>
                  <a:srgbClr val="12354E"/>
                </a:solidFill>
              </a:defRPr>
            </a:lvl6pPr>
            <a:lvl7pPr algn="l">
              <a:defRPr sz="2100" b="1">
                <a:solidFill>
                  <a:srgbClr val="12354E"/>
                </a:solidFill>
              </a:defRPr>
            </a:lvl7pPr>
            <a:lvl8pPr algn="l">
              <a:defRPr sz="2100" b="1">
                <a:solidFill>
                  <a:srgbClr val="12354E"/>
                </a:solidFill>
              </a:defRPr>
            </a:lvl8pPr>
            <a:lvl9pPr algn="l">
              <a:defRPr sz="2100" b="1">
                <a:solidFill>
                  <a:srgbClr val="12354E"/>
                </a:solidFill>
              </a:defRPr>
            </a:lvl9pPr>
          </a:lstStyle>
          <a:p xmlns:a="http://schemas.openxmlformats.org/drawingml/2006/main">
            <a:pPr algn="l">
              <a:buNone/>
              <a:defRPr sz="2100" b="1">
                <a:solidFill>
                  <a:srgbClr val="12354E"/>
                </a:solidFill>
              </a:defRPr>
            </a:pPr>
            <a:r>
              <a:rPr sz="2100" b="1">
                <a:solidFill>
                  <a:srgbClr val="12354E"/>
                </a:solidFill>
              </a:rPr>
              <a:t>Adaptive Quiz Difficulty</a:t>
            </a:r>
          </a:p>
        </p:txBody>
      </p:sp>
      <p:sp>
        <p:nvSpPr>
          <p:cNvPr id="53" name="text-246">
            <a:extLst xmlns:a="http://schemas.openxmlformats.org/drawingml/2006/main">
              <a:ext uri="{FF2B5EF4-FFF2-40B4-BE49-F238E27FC236}">
                <a16:creationId xmlns:a16="http://schemas.microsoft.com/office/drawing/2014/main" id="{32C89353-EC0B-4110-A27C-E6E40299BDBF}"/>
              </a:ext>
            </a:extLst>
          </p:cNvPr>
          <p:cNvSpPr>
            <a:spLocks xmlns:a="http://schemas.openxmlformats.org/drawingml/2006/main" noGrp="1"/>
          </p:cNvSpPr>
          <p:nvPr/>
        </p:nvSpPr>
        <p:spPr>
          <a:xfrm xmlns:a="http://schemas.openxmlformats.org/drawingml/2006/main">
            <a:off x="10287000" y="7153275"/>
            <a:ext cx="65627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650" b="0">
                <a:solidFill>
                  <a:srgbClr val="557080"/>
                </a:solidFill>
              </a:defRPr>
            </a:defPPr>
            <a:lvl1pPr algn="l">
              <a:defRPr sz="1650" b="0">
                <a:solidFill>
                  <a:srgbClr val="557080"/>
                </a:solidFill>
              </a:defRPr>
            </a:lvl1pPr>
            <a:lvl2pPr algn="l">
              <a:defRPr sz="1650" b="0">
                <a:solidFill>
                  <a:srgbClr val="557080"/>
                </a:solidFill>
              </a:defRPr>
            </a:lvl2pPr>
            <a:lvl3pPr algn="l">
              <a:defRPr sz="1650" b="0">
                <a:solidFill>
                  <a:srgbClr val="557080"/>
                </a:solidFill>
              </a:defRPr>
            </a:lvl3pPr>
            <a:lvl4pPr algn="l">
              <a:defRPr sz="1650" b="0">
                <a:solidFill>
                  <a:srgbClr val="557080"/>
                </a:solidFill>
              </a:defRPr>
            </a:lvl4pPr>
            <a:lvl5pPr algn="l">
              <a:defRPr sz="1650" b="0">
                <a:solidFill>
                  <a:srgbClr val="557080"/>
                </a:solidFill>
              </a:defRPr>
            </a:lvl5pPr>
            <a:lvl6pPr algn="l">
              <a:defRPr sz="1650" b="0">
                <a:solidFill>
                  <a:srgbClr val="557080"/>
                </a:solidFill>
              </a:defRPr>
            </a:lvl6pPr>
            <a:lvl7pPr algn="l">
              <a:defRPr sz="1650" b="0">
                <a:solidFill>
                  <a:srgbClr val="557080"/>
                </a:solidFill>
              </a:defRPr>
            </a:lvl7pPr>
            <a:lvl8pPr algn="l">
              <a:defRPr sz="1650" b="0">
                <a:solidFill>
                  <a:srgbClr val="557080"/>
                </a:solidFill>
              </a:defRPr>
            </a:lvl8pPr>
            <a:lvl9pPr algn="l">
              <a:defRPr sz="1650" b="0">
                <a:solidFill>
                  <a:srgbClr val="557080"/>
                </a:solidFill>
              </a:defRPr>
            </a:lvl9pPr>
          </a:lstStyle>
          <a:p xmlns:a="http://schemas.openxmlformats.org/drawingml/2006/main">
            <a:pPr algn="l">
              <a:buNone/>
              <a:defRPr sz="1650" b="0">
                <a:solidFill>
                  <a:srgbClr val="557080"/>
                </a:solidFill>
              </a:defRPr>
            </a:pPr>
            <a:r>
              <a:rPr sz="1650" b="0">
                <a:solidFill>
                  <a:srgbClr val="557080"/>
                </a:solidFill>
              </a:rPr>
              <a:t>Adjust questions using previous answers</a:t>
            </a:r>
          </a:p>
        </p:txBody>
      </p:sp>
      <p:sp>
        <p:nvSpPr>
          <p:cNvPr id="54" name="panel-247">
            <a:extLst xmlns:a="http://schemas.openxmlformats.org/drawingml/2006/main">
              <a:ext uri="{FF2B5EF4-FFF2-40B4-BE49-F238E27FC236}">
                <a16:creationId xmlns:a16="http://schemas.microsoft.com/office/drawing/2014/main" id="{FE3364A4-2BD9-4349-A84C-AA9D33206237}"/>
              </a:ext>
            </a:extLst>
          </p:cNvPr>
          <p:cNvSpPr>
            <a:spLocks xmlns:a="http://schemas.openxmlformats.org/drawingml/2006/main" noGrp="1"/>
          </p:cNvSpPr>
          <p:nvPr/>
        </p:nvSpPr>
        <p:spPr>
          <a:xfrm xmlns:a="http://schemas.openxmlformats.org/drawingml/2006/main">
            <a:off x="9582150" y="7696200"/>
            <a:ext cx="447675" cy="447675"/>
          </a:xfrm>
          <a:prstGeom xmlns:a="http://schemas.openxmlformats.org/drawingml/2006/main" prst="roundRect">
            <a:avLst>
              <a:gd name="adj" fmla="val 21277"/>
            </a:avLst>
          </a:prstGeom>
          <a:solidFill xmlns:a="http://schemas.openxmlformats.org/drawingml/2006/main">
            <a:srgbClr val="007F83"/>
          </a:solidFill>
          <a:ln xmlns:a="http://schemas.openxmlformats.org/drawingml/2006/main" w="0">
            <a:noFill/>
          </a:ln>
        </p:spPr>
      </p:sp>
      <p:sp>
        <p:nvSpPr>
          <p:cNvPr id="55" name="text-248">
            <a:extLst xmlns:a="http://schemas.openxmlformats.org/drawingml/2006/main">
              <a:ext uri="{FF2B5EF4-FFF2-40B4-BE49-F238E27FC236}">
                <a16:creationId xmlns:a16="http://schemas.microsoft.com/office/drawing/2014/main" id="{831FF52B-76BA-4BDD-AF69-1F54812E715A}"/>
              </a:ext>
            </a:extLst>
          </p:cNvPr>
          <p:cNvSpPr>
            <a:spLocks xmlns:a="http://schemas.openxmlformats.org/drawingml/2006/main" noGrp="1"/>
          </p:cNvSpPr>
          <p:nvPr/>
        </p:nvSpPr>
        <p:spPr>
          <a:xfrm xmlns:a="http://schemas.openxmlformats.org/drawingml/2006/main">
            <a:off x="9620250" y="7734300"/>
            <a:ext cx="3714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725" b="1">
                <a:solidFill>
                  <a:srgbClr val="FFFFFF"/>
                </a:solidFill>
              </a:defRPr>
            </a:defPPr>
            <a:lvl1pPr algn="ctr">
              <a:defRPr sz="1725" b="1">
                <a:solidFill>
                  <a:srgbClr val="FFFFFF"/>
                </a:solidFill>
              </a:defRPr>
            </a:lvl1pPr>
            <a:lvl2pPr algn="ctr">
              <a:defRPr sz="1725" b="1">
                <a:solidFill>
                  <a:srgbClr val="FFFFFF"/>
                </a:solidFill>
              </a:defRPr>
            </a:lvl2pPr>
            <a:lvl3pPr algn="ctr">
              <a:defRPr sz="1725" b="1">
                <a:solidFill>
                  <a:srgbClr val="FFFFFF"/>
                </a:solidFill>
              </a:defRPr>
            </a:lvl3pPr>
            <a:lvl4pPr algn="ctr">
              <a:defRPr sz="1725" b="1">
                <a:solidFill>
                  <a:srgbClr val="FFFFFF"/>
                </a:solidFill>
              </a:defRPr>
            </a:lvl4pPr>
            <a:lvl5pPr algn="ctr">
              <a:defRPr sz="1725" b="1">
                <a:solidFill>
                  <a:srgbClr val="FFFFFF"/>
                </a:solidFill>
              </a:defRPr>
            </a:lvl5pPr>
            <a:lvl6pPr algn="ctr">
              <a:defRPr sz="1725" b="1">
                <a:solidFill>
                  <a:srgbClr val="FFFFFF"/>
                </a:solidFill>
              </a:defRPr>
            </a:lvl6pPr>
            <a:lvl7pPr algn="ctr">
              <a:defRPr sz="1725" b="1">
                <a:solidFill>
                  <a:srgbClr val="FFFFFF"/>
                </a:solidFill>
              </a:defRPr>
            </a:lvl7pPr>
            <a:lvl8pPr algn="ctr">
              <a:defRPr sz="1725" b="1">
                <a:solidFill>
                  <a:srgbClr val="FFFFFF"/>
                </a:solidFill>
              </a:defRPr>
            </a:lvl8pPr>
            <a:lvl9pPr algn="ctr">
              <a:defRPr sz="1725" b="1">
                <a:solidFill>
                  <a:srgbClr val="FFFFFF"/>
                </a:solidFill>
              </a:defRPr>
            </a:lvl9pPr>
          </a:lstStyle>
          <a:p xmlns:a="http://schemas.openxmlformats.org/drawingml/2006/main">
            <a:pPr algn="ctr">
              <a:buNone/>
              <a:defRPr sz="1725" b="1">
                <a:solidFill>
                  <a:srgbClr val="FFFFFF"/>
                </a:solidFill>
              </a:defRPr>
            </a:pPr>
            <a:r>
              <a:rPr sz="1725" b="1">
                <a:solidFill>
                  <a:srgbClr val="FFFFFF"/>
                </a:solidFill>
              </a:rPr>
              <a:t>6</a:t>
            </a:r>
          </a:p>
        </p:txBody>
      </p:sp>
      <p:sp>
        <p:nvSpPr>
          <p:cNvPr id="56" name="text-249">
            <a:extLst xmlns:a="http://schemas.openxmlformats.org/drawingml/2006/main">
              <a:ext uri="{FF2B5EF4-FFF2-40B4-BE49-F238E27FC236}">
                <a16:creationId xmlns:a16="http://schemas.microsoft.com/office/drawing/2014/main" id="{546C744C-5DAE-4A8D-9E0B-132C77B588C4}"/>
              </a:ext>
            </a:extLst>
          </p:cNvPr>
          <p:cNvSpPr>
            <a:spLocks xmlns:a="http://schemas.openxmlformats.org/drawingml/2006/main" noGrp="1"/>
          </p:cNvSpPr>
          <p:nvPr/>
        </p:nvSpPr>
        <p:spPr>
          <a:xfrm xmlns:a="http://schemas.openxmlformats.org/drawingml/2006/main">
            <a:off x="10287000" y="7620000"/>
            <a:ext cx="65341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100" b="1">
                <a:solidFill>
                  <a:srgbClr val="12354E"/>
                </a:solidFill>
              </a:defRPr>
            </a:defPPr>
            <a:lvl1pPr algn="l">
              <a:defRPr sz="2100" b="1">
                <a:solidFill>
                  <a:srgbClr val="12354E"/>
                </a:solidFill>
              </a:defRPr>
            </a:lvl1pPr>
            <a:lvl2pPr algn="l">
              <a:defRPr sz="2100" b="1">
                <a:solidFill>
                  <a:srgbClr val="12354E"/>
                </a:solidFill>
              </a:defRPr>
            </a:lvl2pPr>
            <a:lvl3pPr algn="l">
              <a:defRPr sz="2100" b="1">
                <a:solidFill>
                  <a:srgbClr val="12354E"/>
                </a:solidFill>
              </a:defRPr>
            </a:lvl3pPr>
            <a:lvl4pPr algn="l">
              <a:defRPr sz="2100" b="1">
                <a:solidFill>
                  <a:srgbClr val="12354E"/>
                </a:solidFill>
              </a:defRPr>
            </a:lvl4pPr>
            <a:lvl5pPr algn="l">
              <a:defRPr sz="2100" b="1">
                <a:solidFill>
                  <a:srgbClr val="12354E"/>
                </a:solidFill>
              </a:defRPr>
            </a:lvl5pPr>
            <a:lvl6pPr algn="l">
              <a:defRPr sz="2100" b="1">
                <a:solidFill>
                  <a:srgbClr val="12354E"/>
                </a:solidFill>
              </a:defRPr>
            </a:lvl6pPr>
            <a:lvl7pPr algn="l">
              <a:defRPr sz="2100" b="1">
                <a:solidFill>
                  <a:srgbClr val="12354E"/>
                </a:solidFill>
              </a:defRPr>
            </a:lvl7pPr>
            <a:lvl8pPr algn="l">
              <a:defRPr sz="2100" b="1">
                <a:solidFill>
                  <a:srgbClr val="12354E"/>
                </a:solidFill>
              </a:defRPr>
            </a:lvl8pPr>
            <a:lvl9pPr algn="l">
              <a:defRPr sz="2100" b="1">
                <a:solidFill>
                  <a:srgbClr val="12354E"/>
                </a:solidFill>
              </a:defRPr>
            </a:lvl9pPr>
          </a:lstStyle>
          <a:p xmlns:a="http://schemas.openxmlformats.org/drawingml/2006/main">
            <a:pPr algn="l">
              <a:buNone/>
              <a:defRPr sz="2100" b="1">
                <a:solidFill>
                  <a:srgbClr val="12354E"/>
                </a:solidFill>
              </a:defRPr>
            </a:pPr>
            <a:r>
              <a:rPr sz="2100" b="1">
                <a:solidFill>
                  <a:srgbClr val="12354E"/>
                </a:solidFill>
              </a:rPr>
              <a:t>Mobile Application</a:t>
            </a:r>
          </a:p>
        </p:txBody>
      </p:sp>
      <p:sp>
        <p:nvSpPr>
          <p:cNvPr id="57" name="text-250">
            <a:extLst xmlns:a="http://schemas.openxmlformats.org/drawingml/2006/main">
              <a:ext uri="{FF2B5EF4-FFF2-40B4-BE49-F238E27FC236}">
                <a16:creationId xmlns:a16="http://schemas.microsoft.com/office/drawing/2014/main" id="{BA860F31-3A50-4717-823F-BB1A1AEC8510}"/>
              </a:ext>
            </a:extLst>
          </p:cNvPr>
          <p:cNvSpPr>
            <a:spLocks xmlns:a="http://schemas.openxmlformats.org/drawingml/2006/main" noGrp="1"/>
          </p:cNvSpPr>
          <p:nvPr/>
        </p:nvSpPr>
        <p:spPr>
          <a:xfrm xmlns:a="http://schemas.openxmlformats.org/drawingml/2006/main">
            <a:off x="10287000" y="8086725"/>
            <a:ext cx="65627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650" b="0">
                <a:solidFill>
                  <a:srgbClr val="557080"/>
                </a:solidFill>
              </a:defRPr>
            </a:defPPr>
            <a:lvl1pPr algn="l">
              <a:defRPr sz="1650" b="0">
                <a:solidFill>
                  <a:srgbClr val="557080"/>
                </a:solidFill>
              </a:defRPr>
            </a:lvl1pPr>
            <a:lvl2pPr algn="l">
              <a:defRPr sz="1650" b="0">
                <a:solidFill>
                  <a:srgbClr val="557080"/>
                </a:solidFill>
              </a:defRPr>
            </a:lvl2pPr>
            <a:lvl3pPr algn="l">
              <a:defRPr sz="1650" b="0">
                <a:solidFill>
                  <a:srgbClr val="557080"/>
                </a:solidFill>
              </a:defRPr>
            </a:lvl3pPr>
            <a:lvl4pPr algn="l">
              <a:defRPr sz="1650" b="0">
                <a:solidFill>
                  <a:srgbClr val="557080"/>
                </a:solidFill>
              </a:defRPr>
            </a:lvl4pPr>
            <a:lvl5pPr algn="l">
              <a:defRPr sz="1650" b="0">
                <a:solidFill>
                  <a:srgbClr val="557080"/>
                </a:solidFill>
              </a:defRPr>
            </a:lvl5pPr>
            <a:lvl6pPr algn="l">
              <a:defRPr sz="1650" b="0">
                <a:solidFill>
                  <a:srgbClr val="557080"/>
                </a:solidFill>
              </a:defRPr>
            </a:lvl6pPr>
            <a:lvl7pPr algn="l">
              <a:defRPr sz="1650" b="0">
                <a:solidFill>
                  <a:srgbClr val="557080"/>
                </a:solidFill>
              </a:defRPr>
            </a:lvl7pPr>
            <a:lvl8pPr algn="l">
              <a:defRPr sz="1650" b="0">
                <a:solidFill>
                  <a:srgbClr val="557080"/>
                </a:solidFill>
              </a:defRPr>
            </a:lvl8pPr>
            <a:lvl9pPr algn="l">
              <a:defRPr sz="1650" b="0">
                <a:solidFill>
                  <a:srgbClr val="557080"/>
                </a:solidFill>
              </a:defRPr>
            </a:lvl9pPr>
          </a:lstStyle>
          <a:p xmlns:a="http://schemas.openxmlformats.org/drawingml/2006/main">
            <a:pPr algn="l">
              <a:buNone/>
              <a:defRPr sz="1650" b="0">
                <a:solidFill>
                  <a:srgbClr val="557080"/>
                </a:solidFill>
              </a:defRPr>
            </a:pPr>
            <a:r>
              <a:rPr sz="1650" b="0">
                <a:solidFill>
                  <a:srgbClr val="557080"/>
                </a:solidFill>
              </a:rPr>
              <a:t>Access the learning workflow on mobile</a:t>
            </a:r>
          </a:p>
        </p:txBody>
      </p:sp>
      <p:sp>
        <p:nvSpPr>
          <p:cNvPr id="58" name="text-251">
            <a:extLst xmlns:a="http://schemas.openxmlformats.org/drawingml/2006/main">
              <a:ext uri="{FF2B5EF4-FFF2-40B4-BE49-F238E27FC236}">
                <a16:creationId xmlns:a16="http://schemas.microsoft.com/office/drawing/2014/main" id="{54A0FAD1-E2F7-4AD9-9FBD-3178F098BCAE}"/>
              </a:ext>
            </a:extLst>
          </p:cNvPr>
          <p:cNvSpPr>
            <a:spLocks xmlns:a="http://schemas.openxmlformats.org/drawingml/2006/main" noGrp="1"/>
          </p:cNvSpPr>
          <p:nvPr/>
        </p:nvSpPr>
        <p:spPr>
          <a:xfrm xmlns:a="http://schemas.openxmlformats.org/drawingml/2006/main">
            <a:off x="9629775" y="8715375"/>
            <a:ext cx="74771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575" b="0">
                <a:solidFill>
                  <a:srgbClr val="075C64"/>
                </a:solidFill>
              </a:defRPr>
            </a:defPPr>
            <a:lvl1pPr algn="l">
              <a:defRPr sz="1575" b="0">
                <a:solidFill>
                  <a:srgbClr val="075C64"/>
                </a:solidFill>
              </a:defRPr>
            </a:lvl1pPr>
            <a:lvl2pPr algn="l">
              <a:defRPr sz="1575" b="0">
                <a:solidFill>
                  <a:srgbClr val="075C64"/>
                </a:solidFill>
              </a:defRPr>
            </a:lvl2pPr>
            <a:lvl3pPr algn="l">
              <a:defRPr sz="1575" b="0">
                <a:solidFill>
                  <a:srgbClr val="075C64"/>
                </a:solidFill>
              </a:defRPr>
            </a:lvl3pPr>
            <a:lvl4pPr algn="l">
              <a:defRPr sz="1575" b="0">
                <a:solidFill>
                  <a:srgbClr val="075C64"/>
                </a:solidFill>
              </a:defRPr>
            </a:lvl4pPr>
            <a:lvl5pPr algn="l">
              <a:defRPr sz="1575" b="0">
                <a:solidFill>
                  <a:srgbClr val="075C64"/>
                </a:solidFill>
              </a:defRPr>
            </a:lvl5pPr>
            <a:lvl6pPr algn="l">
              <a:defRPr sz="1575" b="0">
                <a:solidFill>
                  <a:srgbClr val="075C64"/>
                </a:solidFill>
              </a:defRPr>
            </a:lvl6pPr>
            <a:lvl7pPr algn="l">
              <a:defRPr sz="1575" b="0">
                <a:solidFill>
                  <a:srgbClr val="075C64"/>
                </a:solidFill>
              </a:defRPr>
            </a:lvl7pPr>
            <a:lvl8pPr algn="l">
              <a:defRPr sz="1575" b="0">
                <a:solidFill>
                  <a:srgbClr val="075C64"/>
                </a:solidFill>
              </a:defRPr>
            </a:lvl8pPr>
            <a:lvl9pPr algn="l">
              <a:defRPr sz="1575" b="0">
                <a:solidFill>
                  <a:srgbClr val="075C64"/>
                </a:solidFill>
              </a:defRPr>
            </a:lvl9pPr>
          </a:lstStyle>
          <a:p xmlns:a="http://schemas.openxmlformats.org/drawingml/2006/main">
            <a:pPr algn="l">
              <a:buNone/>
              <a:defRPr sz="1575" b="0">
                <a:solidFill>
                  <a:srgbClr val="075C64"/>
                </a:solidFill>
              </a:defRPr>
            </a:pPr>
            <a:r>
              <a:rPr sz="1575" b="0">
                <a:solidFill>
                  <a:srgbClr val="075C64"/>
                </a:solidFill>
              </a:rPr>
              <a:t>Advanced development: RAG-based document grounding</a:t>
            </a:r>
          </a:p>
          <a:p xmlns:a="http://schemas.openxmlformats.org/drawingml/2006/main">
            <a:pPr algn="l">
              <a:buNone/>
              <a:defRPr sz="1575" b="0">
                <a:solidFill>
                  <a:srgbClr val="075C64"/>
                </a:solidFill>
              </a:defRPr>
            </a:pPr>
            <a:r>
              <a:rPr sz="1575" b="0">
                <a:solidFill>
                  <a:srgbClr val="075C64"/>
                </a:solidFill>
              </a:rPr>
              <a:t>and an advanced 3D animated tutor.</a:t>
            </a:r>
          </a:p>
        </p:txBody>
      </p:sp>
    </p:spTree>
    <p:extLst>
      <p:ext uri="{BB962C8B-B14F-4D97-AF65-F5344CB8AC3E}">
        <p14:creationId xmlns:p14="http://schemas.microsoft.com/office/powerpoint/2010/main" val="1873272752"/>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2" name="Freeform 2">
            <a:extLst xmlns:a="http://schemas.openxmlformats.org/drawingml/2006/main">
              <a:ext uri="{FF2B5EF4-FFF2-40B4-BE49-F238E27FC236}">
                <a16:creationId xmlns:a16="http://schemas.microsoft.com/office/drawing/2014/main" id="{E2F2ADCC-2F10-41E7-BEE7-B2ED34E2B236}"/>
              </a:ext>
            </a:extLst>
          </p:cNvPr>
          <p:cNvSpPr>
            <a:spLocks xmlns:a="http://schemas.openxmlformats.org/drawingml/2006/main" noGrp="1"/>
          </p:cNvSpPr>
          <p:nvPr/>
        </p:nvSpPr>
        <p:spPr>
          <a:xfrm xmlns:a="http://schemas.openxmlformats.org/drawingml/2006/main">
            <a:off x="0" y="0"/>
            <a:ext cx="18288000" cy="10450286"/>
          </a:xfrm>
          <a:custGeom xmlns:a="http://schemas.openxmlformats.org/drawingml/2006/main">
            <a:rect l="l" t="t" r="r" b="b"/>
            <a:pathLst>
              <a:path w="18288000" h="10450286">
                <a:moveTo>
                  <a:pt x="0" y="0"/>
                </a:moveTo>
                <a:lnTo>
                  <a:pt x="18288000" y="0"/>
                </a:lnTo>
                <a:lnTo>
                  <a:pt x="18288000" y="10450286"/>
                </a:lnTo>
                <a:lnTo>
                  <a:pt x="0" y="10450286"/>
                </a:lnTo>
                <a:lnTo>
                  <a:pt x="0" y="0"/>
                </a:lnTo>
                <a:close/>
              </a:path>
            </a:pathLst>
          </a:custGeom>
          <a:blipFill xmlns:a="http://schemas.openxmlformats.org/drawingml/2006/main">
            <a:blip xmlns:r="http://schemas.openxmlformats.org/officeDocument/2006/relationships" r:embed="Reff45f1426464b8f">
              <a:alphaModFix amt="21999"/>
            </a:blip>
            <a:stretch>
              <a:fillRect l="0" t="0" r="0" b="0"/>
            </a:stretch>
          </a:blipFill>
        </p:spPr>
        <p:txBody>
          <a:bodyPr xmlns:a="http://schemas.openxmlformats.org/drawingml/2006/main"/>
          <a:lstStyle xmlns:a="http://schemas.openxmlformats.org/drawingml/2006/main"/>
          <a:p xmlns:a="http://schemas.openxmlformats.org/drawingml/2006/main"/>
        </p:txBody>
      </p:sp>
      <p:sp>
        <p:nvSpPr>
          <p:cNvPr id="4" name="Freeform 4">
            <a:extLst xmlns:a="http://schemas.openxmlformats.org/drawingml/2006/main">
              <a:ext uri="{FF2B5EF4-FFF2-40B4-BE49-F238E27FC236}">
                <a16:creationId xmlns:a16="http://schemas.microsoft.com/office/drawing/2014/main" id="{890894A2-26E4-4FF5-89BD-0958C4CF5D09}"/>
              </a:ext>
            </a:extLst>
          </p:cNvPr>
          <p:cNvSpPr>
            <a:spLocks xmlns:a="http://schemas.openxmlformats.org/drawingml/2006/main" noGrp="1"/>
          </p:cNvSpPr>
          <p:nvPr/>
        </p:nvSpPr>
        <p:spPr>
          <a:xfrm xmlns:a="http://schemas.openxmlformats.org/drawingml/2006/main" rot="0" flipH="0" flipV="0">
            <a:off x="0" y="0"/>
            <a:ext cx="2367196" cy="2367196"/>
          </a:xfrm>
          <a:custGeom xmlns:a="http://schemas.openxmlformats.org/drawingml/2006/main">
            <a:rect l="l" t="t" r="r" b="b"/>
            <a:pathLst>
              <a:path w="3156262" h="3156262">
                <a:moveTo>
                  <a:pt x="0" y="0"/>
                </a:moveTo>
                <a:lnTo>
                  <a:pt x="3156262" y="0"/>
                </a:lnTo>
                <a:lnTo>
                  <a:pt x="3156262" y="3156262"/>
                </a:lnTo>
                <a:lnTo>
                  <a:pt x="0" y="3156262"/>
                </a:lnTo>
                <a:lnTo>
                  <a:pt x="0" y="0"/>
                </a:lnTo>
                <a:close/>
              </a:path>
            </a:pathLst>
          </a:custGeom>
          <a:blipFill xmlns:a="http://schemas.openxmlformats.org/drawingml/2006/main">
            <a:blip xmlns:r="http://schemas.openxmlformats.org/officeDocument/2006/relationships" r:embed="R266b4c3b052b47b1"/>
            <a:stretch>
              <a:fillRect l="0" t="0" r="0" b="0"/>
            </a:stretch>
          </a:blipFill>
        </p:spPr>
        <p:txBody>
          <a:bodyPr xmlns:a="http://schemas.openxmlformats.org/drawingml/2006/main"/>
          <a:lstStyle xmlns:a="http://schemas.openxmlformats.org/drawingml/2006/main"/>
          <a:p xmlns:a="http://schemas.openxmlformats.org/drawingml/2006/main"/>
        </p:txBody>
      </p:sp>
      <p:sp>
        <p:nvSpPr>
          <p:cNvPr id="5" name="Freeform 5">
            <a:extLst xmlns:a="http://schemas.openxmlformats.org/drawingml/2006/main">
              <a:ext uri="{FF2B5EF4-FFF2-40B4-BE49-F238E27FC236}">
                <a16:creationId xmlns:a16="http://schemas.microsoft.com/office/drawing/2014/main" id="{3924187F-17C0-48A6-BE52-BC0FE1185F11}"/>
              </a:ext>
            </a:extLst>
          </p:cNvPr>
          <p:cNvSpPr>
            <a:spLocks xmlns:a="http://schemas.openxmlformats.org/drawingml/2006/main" noGrp="1"/>
          </p:cNvSpPr>
          <p:nvPr/>
        </p:nvSpPr>
        <p:spPr>
          <a:xfrm xmlns:a="http://schemas.openxmlformats.org/drawingml/2006/main" rot="-2484000" flipH="1" flipV="0">
            <a:off x="6717465" y="9404020"/>
            <a:ext cx="15613996" cy="4079156"/>
          </a:xfrm>
          <a:custGeom xmlns:a="http://schemas.openxmlformats.org/drawingml/2006/main">
            <a:rect l="l" t="t" r="r" b="b"/>
            <a:pathLst>
              <a:path w="20818662" h="5438875">
                <a:moveTo>
                  <a:pt x="20818661" y="0"/>
                </a:moveTo>
                <a:lnTo>
                  <a:pt x="0" y="0"/>
                </a:lnTo>
                <a:lnTo>
                  <a:pt x="0" y="5438876"/>
                </a:lnTo>
                <a:lnTo>
                  <a:pt x="20818661" y="5438876"/>
                </a:lnTo>
                <a:lnTo>
                  <a:pt x="20818661" y="0"/>
                </a:lnTo>
                <a:close/>
              </a:path>
            </a:pathLst>
          </a:custGeom>
          <a:blipFill xmlns:a="http://schemas.openxmlformats.org/drawingml/2006/main">
            <a:blip xmlns:r="http://schemas.openxmlformats.org/officeDocument/2006/relationships" r:embed="R7db8de3df7714b9f">
              <a:alphaModFix amt="4000"/>
              <a:extLst>
                <a:ext uri="{96DAC541-7B7A-43D3-8B79-37D633B846F1}">
                  <asvg:svgBlip xmlns:asvg="http://schemas.microsoft.com/office/drawing/2016/SVG/main" r:embed="R961b746183014f2e"/>
                </a:ext>
              </a:extLst>
            </a:blip>
            <a:stretch>
              <a:fillRect l="0" t="0" r="0" b="0"/>
            </a:stretch>
          </a:blipFill>
        </p:spPr>
        <p:txBody>
          <a:bodyPr xmlns:a="http://schemas.openxmlformats.org/drawingml/2006/main"/>
          <a:lstStyle xmlns:a="http://schemas.openxmlformats.org/drawingml/2006/main"/>
          <a:p xmlns:a="http://schemas.openxmlformats.org/drawingml/2006/main"/>
        </p:txBody>
      </p:sp>
      <p:sp>
        <p:nvSpPr>
          <p:cNvPr id="7" name="Freeform 7">
            <a:extLst xmlns:a="http://schemas.openxmlformats.org/drawingml/2006/main">
              <a:ext uri="{FF2B5EF4-FFF2-40B4-BE49-F238E27FC236}">
                <a16:creationId xmlns:a16="http://schemas.microsoft.com/office/drawing/2014/main" id="{12BC17F6-9ACF-4F11-A2FB-86BBECB611E8}"/>
              </a:ext>
            </a:extLst>
          </p:cNvPr>
          <p:cNvSpPr>
            <a:spLocks xmlns:a="http://schemas.openxmlformats.org/drawingml/2006/main" noGrp="1"/>
          </p:cNvSpPr>
          <p:nvPr/>
        </p:nvSpPr>
        <p:spPr>
          <a:xfrm xmlns:a="http://schemas.openxmlformats.org/drawingml/2006/main" rot="0" flipH="1" flipV="0">
            <a:off x="-1870293" y="-1553549"/>
            <a:ext cx="11408528" cy="12152354"/>
          </a:xfrm>
          <a:custGeom xmlns:a="http://schemas.openxmlformats.org/drawingml/2006/main">
            <a:rect l="l" t="t" r="r" b="b"/>
            <a:pathLst>
              <a:path w="5325491" h="5672709">
                <a:moveTo>
                  <a:pt x="5325491" y="0"/>
                </a:moveTo>
                <a:lnTo>
                  <a:pt x="5325491" y="5672709"/>
                </a:lnTo>
                <a:lnTo>
                  <a:pt x="0" y="5672709"/>
                </a:lnTo>
                <a:lnTo>
                  <a:pt x="5325491" y="0"/>
                </a:lnTo>
                <a:close/>
              </a:path>
            </a:pathLst>
          </a:custGeom>
          <a:blipFill xmlns:a="http://schemas.openxmlformats.org/drawingml/2006/main">
            <a:blip xmlns:r="http://schemas.openxmlformats.org/officeDocument/2006/relationships" r:embed="Rcb1c741bb3254766"/>
            <a:stretch>
              <a:fillRect l="-125207" t="0" r="-50449" b="-45566"/>
            </a:stretch>
          </a:blipFill>
        </p:spPr>
        <p:txBody>
          <a:bodyPr xmlns:a="http://schemas.openxmlformats.org/drawingml/2006/main"/>
          <a:lstStyle xmlns:a="http://schemas.openxmlformats.org/drawingml/2006/main"/>
          <a:p xmlns:a="http://schemas.openxmlformats.org/drawingml/2006/main"/>
        </p:txBody>
      </p:sp>
      <p:sp>
        <p:nvSpPr>
          <p:cNvPr id="9" name="Freeform 9">
            <a:extLst xmlns:a="http://schemas.openxmlformats.org/drawingml/2006/main">
              <a:ext uri="{FF2B5EF4-FFF2-40B4-BE49-F238E27FC236}">
                <a16:creationId xmlns:a16="http://schemas.microsoft.com/office/drawing/2014/main" id="{18CF9D5F-A428-473E-B67B-6C54028CE673}"/>
              </a:ext>
            </a:extLst>
          </p:cNvPr>
          <p:cNvSpPr>
            <a:spLocks xmlns:a="http://schemas.openxmlformats.org/drawingml/2006/main" noGrp="1"/>
          </p:cNvSpPr>
          <p:nvPr/>
        </p:nvSpPr>
        <p:spPr>
          <a:xfrm xmlns:a="http://schemas.openxmlformats.org/drawingml/2006/main" rot="0" flipH="0" flipV="0">
            <a:off x="6128632" y="-3006422"/>
            <a:ext cx="1291099" cy="18309165"/>
          </a:xfrm>
          <a:custGeom xmlns:a="http://schemas.openxmlformats.org/drawingml/2006/main">
            <a:rect l="l" t="t" r="r" b="b"/>
            <a:pathLst>
              <a:path w="340043" h="4822167">
                <a:moveTo>
                  <a:pt x="0" y="0"/>
                </a:moveTo>
                <a:lnTo>
                  <a:pt x="340043" y="0"/>
                </a:lnTo>
                <a:lnTo>
                  <a:pt x="340043" y="4822167"/>
                </a:lnTo>
                <a:lnTo>
                  <a:pt x="0" y="4822167"/>
                </a:lnTo>
                <a:close/>
              </a:path>
            </a:pathLst>
          </a:custGeom>
          <a:gradFill xmlns:a="http://schemas.openxmlformats.org/drawingml/2006/main" rotWithShape="1">
            <a:gsLst>
              <a:gs pos="0">
                <a:srgbClr val="0B5285">
                  <a:alpha val="100000"/>
                </a:srgbClr>
              </a:gs>
              <a:gs pos="50000">
                <a:srgbClr val="0B5285">
                  <a:alpha val="71000"/>
                </a:srgbClr>
              </a:gs>
              <a:gs pos="100000">
                <a:srgbClr val="0B51AE">
                  <a:alpha val="0"/>
                </a:srgbClr>
              </a:gs>
            </a:gsLst>
            <a:lin ang="5400000"/>
          </a:gradFill>
        </p:spPr>
        <p:txBody>
          <a:bodyPr xmlns:a="http://schemas.openxmlformats.org/drawingml/2006/main"/>
          <a:lstStyle xmlns:a="http://schemas.openxmlformats.org/drawingml/2006/main"/>
          <a:p xmlns:a="http://schemas.openxmlformats.org/drawingml/2006/main"/>
        </p:txBody>
      </p:sp>
      <p:sp>
        <p:nvSpPr>
          <p:cNvPr id="10" name="TextBox 10">
            <a:extLst xmlns:a="http://schemas.openxmlformats.org/drawingml/2006/main">
              <a:ext uri="{FF2B5EF4-FFF2-40B4-BE49-F238E27FC236}">
                <a16:creationId xmlns:a16="http://schemas.microsoft.com/office/drawing/2014/main" id="{F28D996F-A54D-48BF-A758-1B8034C56085}"/>
              </a:ext>
            </a:extLst>
          </p:cNvPr>
          <p:cNvSpPr>
            <a:spLocks xmlns:a="http://schemas.openxmlformats.org/drawingml/2006/main" noGrp="1"/>
          </p:cNvSpPr>
          <p:nvPr/>
        </p:nvSpPr>
        <p:spPr>
          <a:xfrm xmlns:a="http://schemas.openxmlformats.org/drawingml/2006/main" rot="0" flipH="0" flipV="0">
            <a:off x="6128632" y="-3151082"/>
            <a:ext cx="1291099" cy="18453825"/>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2659"/>
              </a:lnSpc>
              <a:buNone/>
            </a:pPr>
            <a:endParaRPr/>
          </a:p>
        </p:txBody>
      </p:sp>
      <p:sp>
        <p:nvSpPr>
          <p:cNvPr id="11" name="Freeform 11">
            <a:extLst xmlns:a="http://schemas.openxmlformats.org/drawingml/2006/main">
              <a:ext uri="{FF2B5EF4-FFF2-40B4-BE49-F238E27FC236}">
                <a16:creationId xmlns:a16="http://schemas.microsoft.com/office/drawing/2014/main" id="{E7DD02A5-B562-4A5F-8B13-5798425EA133}"/>
              </a:ext>
            </a:extLst>
          </p:cNvPr>
          <p:cNvSpPr>
            <a:spLocks xmlns:a="http://schemas.openxmlformats.org/drawingml/2006/main" noGrp="1"/>
          </p:cNvSpPr>
          <p:nvPr/>
        </p:nvSpPr>
        <p:spPr>
          <a:xfrm xmlns:a="http://schemas.openxmlformats.org/drawingml/2006/main" rot="0" flipH="1" flipV="0">
            <a:off x="2679592" y="1929994"/>
            <a:ext cx="6049423" cy="6427010"/>
          </a:xfrm>
          <a:custGeom xmlns:a="http://schemas.openxmlformats.org/drawingml/2006/main">
            <a:rect l="l" t="t" r="r" b="b"/>
            <a:pathLst>
              <a:path w="8065898" h="8569347">
                <a:moveTo>
                  <a:pt x="8065898" y="0"/>
                </a:moveTo>
                <a:lnTo>
                  <a:pt x="0" y="0"/>
                </a:lnTo>
                <a:lnTo>
                  <a:pt x="0" y="8569347"/>
                </a:lnTo>
                <a:lnTo>
                  <a:pt x="8065898" y="8569347"/>
                </a:lnTo>
                <a:lnTo>
                  <a:pt x="8065898" y="0"/>
                </a:lnTo>
                <a:close/>
              </a:path>
            </a:pathLst>
          </a:custGeom>
          <a:blipFill xmlns:a="http://schemas.openxmlformats.org/drawingml/2006/main">
            <a:blip xmlns:r="http://schemas.openxmlformats.org/officeDocument/2006/relationships" r:embed="R53411c04a31d4941">
              <a:extLst>
                <a:ext uri="{96DAC541-7B7A-43D3-8B79-37D633B846F1}">
                  <asvg:svgBlip xmlns:asvg="http://schemas.microsoft.com/office/drawing/2016/SVG/main" r:embed="R5c9992cf1ec743a9"/>
                </a:ext>
              </a:extLst>
            </a:blip>
            <a:stretch>
              <a:fillRect l="0" t="0" r="0" b="0"/>
            </a:stretch>
          </a:blipFill>
        </p:spPr>
        <p:txBody>
          <a:bodyPr xmlns:a="http://schemas.openxmlformats.org/drawingml/2006/main"/>
          <a:lstStyle xmlns:a="http://schemas.openxmlformats.org/drawingml/2006/main"/>
          <a:p xmlns:a="http://schemas.openxmlformats.org/drawingml/2006/main"/>
        </p:txBody>
      </p:sp>
      <p:sp>
        <p:nvSpPr>
          <p:cNvPr id="13" name="Freeform 13">
            <a:extLst xmlns:a="http://schemas.openxmlformats.org/drawingml/2006/main">
              <a:ext uri="{FF2B5EF4-FFF2-40B4-BE49-F238E27FC236}">
                <a16:creationId xmlns:a16="http://schemas.microsoft.com/office/drawing/2014/main" id="{011F1217-662E-42F8-9CD6-AA8AC95E192C}"/>
              </a:ext>
            </a:extLst>
          </p:cNvPr>
          <p:cNvSpPr>
            <a:spLocks xmlns:a="http://schemas.openxmlformats.org/drawingml/2006/main" noGrp="1"/>
          </p:cNvSpPr>
          <p:nvPr/>
        </p:nvSpPr>
        <p:spPr>
          <a:xfrm xmlns:a="http://schemas.openxmlformats.org/drawingml/2006/main" rot="0" flipH="0" flipV="0">
            <a:off x="3432188" y="2871384"/>
            <a:ext cx="4544232" cy="4544232"/>
          </a:xfrm>
          <a:custGeom xmlns:a="http://schemas.openxmlformats.org/drawingml/2006/main">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xmlns:a="http://schemas.openxmlformats.org/drawingml/2006/main">
            <a:blip xmlns:r="http://schemas.openxmlformats.org/officeDocument/2006/relationships" r:embed="R266b4c3b052b47b1"/>
            <a:stretch>
              <a:fillRect l="-13454" t="-14463" r="-18163" b="-17154"/>
            </a:stretch>
          </a:blipFill>
        </p:spPr>
        <p:txBody>
          <a:bodyPr xmlns:a="http://schemas.openxmlformats.org/drawingml/2006/main"/>
          <a:lstStyle xmlns:a="http://schemas.openxmlformats.org/drawingml/2006/main"/>
          <a:p xmlns:a="http://schemas.openxmlformats.org/drawingml/2006/main"/>
        </p:txBody>
      </p:sp>
      <p:sp>
        <p:nvSpPr>
          <p:cNvPr id="14" name="Freeform 14">
            <a:extLst xmlns:a="http://schemas.openxmlformats.org/drawingml/2006/main">
              <a:ext uri="{FF2B5EF4-FFF2-40B4-BE49-F238E27FC236}">
                <a16:creationId xmlns:a16="http://schemas.microsoft.com/office/drawing/2014/main" id="{6635544D-7AF0-4184-8A6C-9EA4B30986D2}"/>
              </a:ext>
            </a:extLst>
          </p:cNvPr>
          <p:cNvSpPr>
            <a:spLocks xmlns:a="http://schemas.openxmlformats.org/drawingml/2006/main" noGrp="1"/>
          </p:cNvSpPr>
          <p:nvPr/>
        </p:nvSpPr>
        <p:spPr>
          <a:xfrm xmlns:a="http://schemas.openxmlformats.org/drawingml/2006/main" rot="0" flipH="0" flipV="0">
            <a:off x="16457849" y="1206184"/>
            <a:ext cx="374772" cy="432638"/>
          </a:xfrm>
          <a:custGeom xmlns:a="http://schemas.openxmlformats.org/drawingml/2006/main">
            <a:rect l="l" t="t" r="r" b="b"/>
            <a:pathLst>
              <a:path w="499697" h="576851">
                <a:moveTo>
                  <a:pt x="0" y="0"/>
                </a:moveTo>
                <a:lnTo>
                  <a:pt x="499697" y="0"/>
                </a:lnTo>
                <a:lnTo>
                  <a:pt x="499697" y="576851"/>
                </a:lnTo>
                <a:lnTo>
                  <a:pt x="0" y="576851"/>
                </a:lnTo>
                <a:lnTo>
                  <a:pt x="0" y="0"/>
                </a:lnTo>
                <a:close/>
              </a:path>
            </a:pathLst>
          </a:custGeom>
          <a:blipFill xmlns:a="http://schemas.openxmlformats.org/drawingml/2006/main">
            <a:blip xmlns:r="http://schemas.openxmlformats.org/officeDocument/2006/relationships" r:embed="R266b4c3b052b47b1">
              <a:extLst>
                <a:ext uri="{96DAC541-7B7A-43D3-8B79-37D633B846F1}">
                  <asvg:svgBlip xmlns:asvg="http://schemas.microsoft.com/office/drawing/2016/SVG/main" r:embed="Reb96475edf72442e"/>
                </a:ext>
              </a:extLst>
            </a:blip>
            <a:stretch>
              <a:fillRect l="0" t="0" r="0" b="0"/>
            </a:stretch>
          </a:blipFill>
        </p:spPr>
        <p:txBody>
          <a:bodyPr xmlns:a="http://schemas.openxmlformats.org/drawingml/2006/main"/>
          <a:lstStyle xmlns:a="http://schemas.openxmlformats.org/drawingml/2006/main"/>
          <a:p xmlns:a="http://schemas.openxmlformats.org/drawingml/2006/main"/>
        </p:txBody>
      </p:sp>
      <p:sp>
        <p:nvSpPr>
          <p:cNvPr id="15" name="Freeform 15">
            <a:extLst xmlns:a="http://schemas.openxmlformats.org/drawingml/2006/main">
              <a:ext uri="{FF2B5EF4-FFF2-40B4-BE49-F238E27FC236}">
                <a16:creationId xmlns:a16="http://schemas.microsoft.com/office/drawing/2014/main" id="{D10B8322-D87F-4D6E-99FB-E0D12AC928AC}"/>
              </a:ext>
            </a:extLst>
          </p:cNvPr>
          <p:cNvSpPr>
            <a:spLocks xmlns:a="http://schemas.openxmlformats.org/drawingml/2006/main" noGrp="1"/>
          </p:cNvSpPr>
          <p:nvPr/>
        </p:nvSpPr>
        <p:spPr>
          <a:xfrm xmlns:a="http://schemas.openxmlformats.org/drawingml/2006/main" rot="0" flipH="0" flipV="0">
            <a:off x="7319550" y="951571"/>
            <a:ext cx="656869" cy="656869"/>
          </a:xfrm>
          <a:custGeom xmlns:a="http://schemas.openxmlformats.org/drawingml/2006/main">
            <a:rect l="l" t="t" r="r" b="b"/>
            <a:pathLst>
              <a:path w="875826" h="875826">
                <a:moveTo>
                  <a:pt x="0" y="0"/>
                </a:moveTo>
                <a:lnTo>
                  <a:pt x="875826" y="0"/>
                </a:lnTo>
                <a:lnTo>
                  <a:pt x="875826" y="875827"/>
                </a:lnTo>
                <a:lnTo>
                  <a:pt x="0" y="875827"/>
                </a:lnTo>
                <a:lnTo>
                  <a:pt x="0" y="0"/>
                </a:lnTo>
                <a:close/>
              </a:path>
            </a:pathLst>
          </a:custGeom>
          <a:blipFill xmlns:a="http://schemas.openxmlformats.org/drawingml/2006/main">
            <a:blip xmlns:r="http://schemas.openxmlformats.org/officeDocument/2006/relationships" r:embed="Re4681744df104f13">
              <a:extLst>
                <a:ext uri="{96DAC541-7B7A-43D3-8B79-37D633B846F1}">
                  <asvg:svgBlip xmlns:asvg="http://schemas.microsoft.com/office/drawing/2016/SVG/main" r:embed="R63a2aa43ce24410b"/>
                </a:ext>
              </a:extLst>
            </a:blip>
            <a:stretch>
              <a:fillRect l="0" t="0" r="0" b="0"/>
            </a:stretch>
          </a:blipFill>
        </p:spPr>
        <p:txBody>
          <a:bodyPr xmlns:a="http://schemas.openxmlformats.org/drawingml/2006/main"/>
          <a:lstStyle xmlns:a="http://schemas.openxmlformats.org/drawingml/2006/main"/>
          <a:p xmlns:a="http://schemas.openxmlformats.org/drawingml/2006/main"/>
        </p:txBody>
      </p:sp>
      <p:sp>
        <p:nvSpPr>
          <p:cNvPr id="17" name="Freeform 17">
            <a:extLst xmlns:a="http://schemas.openxmlformats.org/drawingml/2006/main">
              <a:ext uri="{FF2B5EF4-FFF2-40B4-BE49-F238E27FC236}">
                <a16:creationId xmlns:a16="http://schemas.microsoft.com/office/drawing/2014/main" id="{EF12BD2C-C354-4399-B03B-A7A0D056C380}"/>
              </a:ext>
            </a:extLst>
          </p:cNvPr>
          <p:cNvSpPr>
            <a:spLocks xmlns:a="http://schemas.openxmlformats.org/drawingml/2006/main" noGrp="1"/>
          </p:cNvSpPr>
          <p:nvPr/>
        </p:nvSpPr>
        <p:spPr>
          <a:xfrm xmlns:a="http://schemas.openxmlformats.org/drawingml/2006/main" rot="0" flipH="0" flipV="0">
            <a:off x="-1113179" y="-4917157"/>
            <a:ext cx="4584947" cy="9887644"/>
          </a:xfrm>
          <a:custGeom xmlns:a="http://schemas.openxmlformats.org/drawingml/2006/main">
            <a:rect l="l" t="t" r="r" b="b"/>
            <a:pathLst>
              <a:path w="1207558" h="2604153">
                <a:moveTo>
                  <a:pt x="0" y="0"/>
                </a:moveTo>
                <a:lnTo>
                  <a:pt x="1207558" y="0"/>
                </a:lnTo>
                <a:lnTo>
                  <a:pt x="1207558" y="2604153"/>
                </a:lnTo>
                <a:lnTo>
                  <a:pt x="0" y="2604153"/>
                </a:lnTo>
                <a:close/>
              </a:path>
            </a:pathLst>
          </a:custGeom>
          <a:gradFill xmlns:a="http://schemas.openxmlformats.org/drawingml/2006/main" rotWithShape="1">
            <a:gsLst>
              <a:gs pos="0">
                <a:srgbClr val="0B5285">
                  <a:alpha val="100000"/>
                </a:srgbClr>
              </a:gs>
              <a:gs pos="50000">
                <a:srgbClr val="0B5285">
                  <a:alpha val="71000"/>
                </a:srgbClr>
              </a:gs>
              <a:gs pos="100000">
                <a:srgbClr val="0B51AE">
                  <a:alpha val="0"/>
                </a:srgbClr>
              </a:gs>
            </a:gsLst>
            <a:lin ang="5400000"/>
          </a:gradFill>
        </p:spPr>
        <p:txBody>
          <a:bodyPr xmlns:a="http://schemas.openxmlformats.org/drawingml/2006/main"/>
          <a:lstStyle xmlns:a="http://schemas.openxmlformats.org/drawingml/2006/main"/>
          <a:p xmlns:a="http://schemas.openxmlformats.org/drawingml/2006/main"/>
        </p:txBody>
      </p:sp>
      <p:sp>
        <p:nvSpPr>
          <p:cNvPr id="18" name="TextBox 18">
            <a:extLst xmlns:a="http://schemas.openxmlformats.org/drawingml/2006/main">
              <a:ext uri="{FF2B5EF4-FFF2-40B4-BE49-F238E27FC236}">
                <a16:creationId xmlns:a16="http://schemas.microsoft.com/office/drawing/2014/main" id="{23AAC5EC-5ADC-49BC-9E4B-EC874AEC831B}"/>
              </a:ext>
            </a:extLst>
          </p:cNvPr>
          <p:cNvSpPr>
            <a:spLocks xmlns:a="http://schemas.openxmlformats.org/drawingml/2006/main" noGrp="1"/>
          </p:cNvSpPr>
          <p:nvPr/>
        </p:nvSpPr>
        <p:spPr>
          <a:xfrm xmlns:a="http://schemas.openxmlformats.org/drawingml/2006/main" rot="0" flipH="0" flipV="0">
            <a:off x="-1113179" y="-5061817"/>
            <a:ext cx="4584947" cy="10032305"/>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2659"/>
              </a:lnSpc>
              <a:buNone/>
            </a:pPr>
            <a:endParaRPr/>
          </a:p>
        </p:txBody>
      </p:sp>
      <p:sp>
        <p:nvSpPr>
          <p:cNvPr id="20" name="Freeform 20">
            <a:extLst xmlns:a="http://schemas.openxmlformats.org/drawingml/2006/main">
              <a:ext uri="{FF2B5EF4-FFF2-40B4-BE49-F238E27FC236}">
                <a16:creationId xmlns:a16="http://schemas.microsoft.com/office/drawing/2014/main" id="{9C6F4E27-8FF4-4AAE-B3D7-E905BB60BF04}"/>
              </a:ext>
            </a:extLst>
          </p:cNvPr>
          <p:cNvSpPr>
            <a:spLocks xmlns:a="http://schemas.openxmlformats.org/drawingml/2006/main" noGrp="1"/>
          </p:cNvSpPr>
          <p:nvPr/>
        </p:nvSpPr>
        <p:spPr>
          <a:xfrm xmlns:a="http://schemas.openxmlformats.org/drawingml/2006/main" rot="0" flipH="0" flipV="0">
            <a:off x="-550619" y="-3627284"/>
            <a:ext cx="3158635" cy="6487179"/>
          </a:xfrm>
          <a:custGeom xmlns:a="http://schemas.openxmlformats.org/drawingml/2006/main">
            <a:rect l="l" t="t" r="r" b="b"/>
            <a:pathLst>
              <a:path w="831904" h="1708558">
                <a:moveTo>
                  <a:pt x="0" y="0"/>
                </a:moveTo>
                <a:lnTo>
                  <a:pt x="831904" y="0"/>
                </a:lnTo>
                <a:lnTo>
                  <a:pt x="831904" y="1708558"/>
                </a:lnTo>
                <a:lnTo>
                  <a:pt x="0" y="1708558"/>
                </a:lnTo>
                <a:close/>
              </a:path>
            </a:pathLst>
          </a:custGeom>
          <a:gradFill xmlns:a="http://schemas.openxmlformats.org/drawingml/2006/main" rotWithShape="1">
            <a:gsLst>
              <a:gs pos="0">
                <a:srgbClr val="FFFFFF">
                  <a:alpha val="100000"/>
                </a:srgbClr>
              </a:gs>
              <a:gs pos="50000">
                <a:srgbClr val="FFFFFF">
                  <a:alpha val="71000"/>
                </a:srgbClr>
              </a:gs>
              <a:gs pos="100000">
                <a:srgbClr val="0B51AE">
                  <a:alpha val="0"/>
                </a:srgbClr>
              </a:gs>
            </a:gsLst>
            <a:lin ang="5400000"/>
          </a:gradFill>
        </p:spPr>
        <p:txBody>
          <a:bodyPr xmlns:a="http://schemas.openxmlformats.org/drawingml/2006/main"/>
          <a:lstStyle xmlns:a="http://schemas.openxmlformats.org/drawingml/2006/main"/>
          <a:p xmlns:a="http://schemas.openxmlformats.org/drawingml/2006/main"/>
        </p:txBody>
      </p:sp>
      <p:sp>
        <p:nvSpPr>
          <p:cNvPr id="21" name="TextBox 21">
            <a:extLst xmlns:a="http://schemas.openxmlformats.org/drawingml/2006/main">
              <a:ext uri="{FF2B5EF4-FFF2-40B4-BE49-F238E27FC236}">
                <a16:creationId xmlns:a16="http://schemas.microsoft.com/office/drawing/2014/main" id="{827A0516-7FB8-45E6-A260-440FA44C5BBF}"/>
              </a:ext>
            </a:extLst>
          </p:cNvPr>
          <p:cNvSpPr>
            <a:spLocks xmlns:a="http://schemas.openxmlformats.org/drawingml/2006/main" noGrp="1"/>
          </p:cNvSpPr>
          <p:nvPr/>
        </p:nvSpPr>
        <p:spPr>
          <a:xfrm xmlns:a="http://schemas.openxmlformats.org/drawingml/2006/main" rot="0" flipH="0" flipV="0">
            <a:off x="-550619" y="-3771944"/>
            <a:ext cx="3158635" cy="6631840"/>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2659"/>
              </a:lnSpc>
              <a:buNone/>
            </a:pPr>
            <a:endParaRPr/>
          </a:p>
        </p:txBody>
      </p:sp>
      <p:sp>
        <p:nvSpPr>
          <p:cNvPr id="22" name="Freeform 22">
            <a:extLst xmlns:a="http://schemas.openxmlformats.org/drawingml/2006/main">
              <a:ext uri="{FF2B5EF4-FFF2-40B4-BE49-F238E27FC236}">
                <a16:creationId xmlns:a16="http://schemas.microsoft.com/office/drawing/2014/main" id="{BB6D4CDB-DD81-4E4D-A0DE-E45BC7D0F39A}"/>
              </a:ext>
            </a:extLst>
          </p:cNvPr>
          <p:cNvSpPr>
            <a:spLocks xmlns:a="http://schemas.openxmlformats.org/drawingml/2006/main" noGrp="1"/>
          </p:cNvSpPr>
          <p:nvPr/>
        </p:nvSpPr>
        <p:spPr>
          <a:xfrm xmlns:a="http://schemas.openxmlformats.org/drawingml/2006/main" rot="0" flipH="0" flipV="0">
            <a:off x="1843171" y="1929994"/>
            <a:ext cx="2595838" cy="2592594"/>
          </a:xfrm>
          <a:custGeom xmlns:a="http://schemas.openxmlformats.org/drawingml/2006/main">
            <a:rect l="l" t="t" r="r" b="b"/>
            <a:pathLst>
              <a:path w="3461118" h="3456792">
                <a:moveTo>
                  <a:pt x="0" y="0"/>
                </a:moveTo>
                <a:lnTo>
                  <a:pt x="3461119" y="0"/>
                </a:lnTo>
                <a:lnTo>
                  <a:pt x="3461119" y="3456792"/>
                </a:lnTo>
                <a:lnTo>
                  <a:pt x="0" y="3456792"/>
                </a:lnTo>
                <a:lnTo>
                  <a:pt x="0" y="0"/>
                </a:lnTo>
                <a:close/>
              </a:path>
            </a:pathLst>
          </a:custGeom>
          <a:blipFill xmlns:a="http://schemas.openxmlformats.org/drawingml/2006/main">
            <a:blip xmlns:r="http://schemas.openxmlformats.org/officeDocument/2006/relationships" r:embed="R6d386e97d02e4da4"/>
            <a:stretch>
              <a:fillRect l="0" t="0" r="0" b="0"/>
            </a:stretch>
          </a:blipFill>
        </p:spPr>
        <p:txBody>
          <a:bodyPr xmlns:a="http://schemas.openxmlformats.org/drawingml/2006/main"/>
          <a:lstStyle xmlns:a="http://schemas.openxmlformats.org/drawingml/2006/main"/>
          <a:p xmlns:a="http://schemas.openxmlformats.org/drawingml/2006/main"/>
        </p:txBody>
      </p:sp>
      <p:sp>
        <p:nvSpPr>
          <p:cNvPr id="23" name="Freeform 23">
            <a:extLst xmlns:a="http://schemas.openxmlformats.org/drawingml/2006/main">
              <a:ext uri="{FF2B5EF4-FFF2-40B4-BE49-F238E27FC236}">
                <a16:creationId xmlns:a16="http://schemas.microsoft.com/office/drawing/2014/main" id="{0B13BC51-9244-45D6-98B9-81E1B6F22B52}"/>
              </a:ext>
            </a:extLst>
          </p:cNvPr>
          <p:cNvSpPr>
            <a:spLocks xmlns:a="http://schemas.openxmlformats.org/drawingml/2006/main" noGrp="1"/>
          </p:cNvSpPr>
          <p:nvPr/>
        </p:nvSpPr>
        <p:spPr>
          <a:xfrm xmlns:a="http://schemas.openxmlformats.org/drawingml/2006/main" rot="0" flipH="0" flipV="0">
            <a:off x="6548160" y="6072028"/>
            <a:ext cx="2595838" cy="2592594"/>
          </a:xfrm>
          <a:custGeom xmlns:a="http://schemas.openxmlformats.org/drawingml/2006/main">
            <a:rect l="l" t="t" r="r" b="b"/>
            <a:pathLst>
              <a:path w="3461118" h="3456792">
                <a:moveTo>
                  <a:pt x="0" y="0"/>
                </a:moveTo>
                <a:lnTo>
                  <a:pt x="3461119" y="0"/>
                </a:lnTo>
                <a:lnTo>
                  <a:pt x="3461119" y="3456792"/>
                </a:lnTo>
                <a:lnTo>
                  <a:pt x="0" y="3456792"/>
                </a:lnTo>
                <a:lnTo>
                  <a:pt x="0" y="0"/>
                </a:lnTo>
                <a:close/>
              </a:path>
            </a:pathLst>
          </a:custGeom>
          <a:blipFill xmlns:a="http://schemas.openxmlformats.org/drawingml/2006/main">
            <a:blip xmlns:r="http://schemas.openxmlformats.org/officeDocument/2006/relationships" r:embed="R6d386e97d02e4da4"/>
            <a:stretch>
              <a:fillRect l="0" t="0" r="0" b="0"/>
            </a:stretch>
          </a:blipFill>
        </p:spPr>
        <p:txBody>
          <a:bodyPr xmlns:a="http://schemas.openxmlformats.org/drawingml/2006/main"/>
          <a:lstStyle xmlns:a="http://schemas.openxmlformats.org/drawingml/2006/main"/>
          <a:p xmlns:a="http://schemas.openxmlformats.org/drawingml/2006/main"/>
        </p:txBody>
      </p:sp>
      <p:sp>
        <p:nvSpPr>
          <p:cNvPr id="24" name="text-252">
            <a:extLst xmlns:a="http://schemas.openxmlformats.org/drawingml/2006/main">
              <a:ext uri="{FF2B5EF4-FFF2-40B4-BE49-F238E27FC236}">
                <a16:creationId xmlns:a16="http://schemas.microsoft.com/office/drawing/2014/main" id="{BA193E65-8674-4BE7-9AAB-6BC14645E4D8}"/>
              </a:ext>
            </a:extLst>
          </p:cNvPr>
          <p:cNvSpPr>
            <a:spLocks xmlns:a="http://schemas.openxmlformats.org/drawingml/2006/main" noGrp="1"/>
          </p:cNvSpPr>
          <p:nvPr/>
        </p:nvSpPr>
        <p:spPr>
          <a:xfrm xmlns:a="http://schemas.openxmlformats.org/drawingml/2006/main">
            <a:off x="9610725" y="857250"/>
            <a:ext cx="7610475"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3450" b="1">
                <a:solidFill>
                  <a:srgbClr val="12354E"/>
                </a:solidFill>
              </a:defRPr>
            </a:defPPr>
            <a:lvl1pPr algn="l">
              <a:defRPr sz="3450" b="1">
                <a:solidFill>
                  <a:srgbClr val="12354E"/>
                </a:solidFill>
              </a:defRPr>
            </a:lvl1pPr>
            <a:lvl2pPr algn="l">
              <a:defRPr sz="3450" b="1">
                <a:solidFill>
                  <a:srgbClr val="12354E"/>
                </a:solidFill>
              </a:defRPr>
            </a:lvl2pPr>
            <a:lvl3pPr algn="l">
              <a:defRPr sz="3450" b="1">
                <a:solidFill>
                  <a:srgbClr val="12354E"/>
                </a:solidFill>
              </a:defRPr>
            </a:lvl3pPr>
            <a:lvl4pPr algn="l">
              <a:defRPr sz="3450" b="1">
                <a:solidFill>
                  <a:srgbClr val="12354E"/>
                </a:solidFill>
              </a:defRPr>
            </a:lvl4pPr>
            <a:lvl5pPr algn="l">
              <a:defRPr sz="3450" b="1">
                <a:solidFill>
                  <a:srgbClr val="12354E"/>
                </a:solidFill>
              </a:defRPr>
            </a:lvl5pPr>
            <a:lvl6pPr algn="l">
              <a:defRPr sz="3450" b="1">
                <a:solidFill>
                  <a:srgbClr val="12354E"/>
                </a:solidFill>
              </a:defRPr>
            </a:lvl6pPr>
            <a:lvl7pPr algn="l">
              <a:defRPr sz="3450" b="1">
                <a:solidFill>
                  <a:srgbClr val="12354E"/>
                </a:solidFill>
              </a:defRPr>
            </a:lvl7pPr>
            <a:lvl8pPr algn="l">
              <a:defRPr sz="3450" b="1">
                <a:solidFill>
                  <a:srgbClr val="12354E"/>
                </a:solidFill>
              </a:defRPr>
            </a:lvl8pPr>
            <a:lvl9pPr algn="l">
              <a:defRPr sz="3450" b="1">
                <a:solidFill>
                  <a:srgbClr val="12354E"/>
                </a:solidFill>
              </a:defRPr>
            </a:lvl9pPr>
          </a:lstStyle>
          <a:p xmlns:a="http://schemas.openxmlformats.org/drawingml/2006/main">
            <a:pPr algn="l">
              <a:buNone/>
              <a:defRPr sz="3450" b="1">
                <a:solidFill>
                  <a:srgbClr val="12354E"/>
                </a:solidFill>
              </a:defRPr>
            </a:pPr>
            <a:r>
              <a:rPr sz="3450" b="1">
                <a:solidFill>
                  <a:srgbClr val="12354E"/>
                </a:solidFill>
              </a:rPr>
              <a:t>Conclusion &amp; References</a:t>
            </a:r>
          </a:p>
        </p:txBody>
      </p:sp>
      <p:sp>
        <p:nvSpPr>
          <p:cNvPr id="25" name="text-253">
            <a:extLst xmlns:a="http://schemas.openxmlformats.org/drawingml/2006/main">
              <a:ext uri="{FF2B5EF4-FFF2-40B4-BE49-F238E27FC236}">
                <a16:creationId xmlns:a16="http://schemas.microsoft.com/office/drawing/2014/main" id="{EA7575F1-CD78-41B8-8050-16AF02197634}"/>
              </a:ext>
            </a:extLst>
          </p:cNvPr>
          <p:cNvSpPr>
            <a:spLocks xmlns:a="http://schemas.openxmlformats.org/drawingml/2006/main" noGrp="1"/>
          </p:cNvSpPr>
          <p:nvPr/>
        </p:nvSpPr>
        <p:spPr>
          <a:xfrm xmlns:a="http://schemas.openxmlformats.org/drawingml/2006/main">
            <a:off x="9610725" y="2324100"/>
            <a:ext cx="75628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950" b="1">
                <a:solidFill>
                  <a:srgbClr val="007F83"/>
                </a:solidFill>
              </a:defRPr>
            </a:defPPr>
            <a:lvl1pPr algn="l">
              <a:defRPr sz="1950" b="1">
                <a:solidFill>
                  <a:srgbClr val="007F83"/>
                </a:solidFill>
              </a:defRPr>
            </a:lvl1pPr>
            <a:lvl2pPr algn="l">
              <a:defRPr sz="1950" b="1">
                <a:solidFill>
                  <a:srgbClr val="007F83"/>
                </a:solidFill>
              </a:defRPr>
            </a:lvl2pPr>
            <a:lvl3pPr algn="l">
              <a:defRPr sz="1950" b="1">
                <a:solidFill>
                  <a:srgbClr val="007F83"/>
                </a:solidFill>
              </a:defRPr>
            </a:lvl3pPr>
            <a:lvl4pPr algn="l">
              <a:defRPr sz="1950" b="1">
                <a:solidFill>
                  <a:srgbClr val="007F83"/>
                </a:solidFill>
              </a:defRPr>
            </a:lvl4pPr>
            <a:lvl5pPr algn="l">
              <a:defRPr sz="1950" b="1">
                <a:solidFill>
                  <a:srgbClr val="007F83"/>
                </a:solidFill>
              </a:defRPr>
            </a:lvl5pPr>
            <a:lvl6pPr algn="l">
              <a:defRPr sz="1950" b="1">
                <a:solidFill>
                  <a:srgbClr val="007F83"/>
                </a:solidFill>
              </a:defRPr>
            </a:lvl6pPr>
            <a:lvl7pPr algn="l">
              <a:defRPr sz="1950" b="1">
                <a:solidFill>
                  <a:srgbClr val="007F83"/>
                </a:solidFill>
              </a:defRPr>
            </a:lvl7pPr>
            <a:lvl8pPr algn="l">
              <a:defRPr sz="1950" b="1">
                <a:solidFill>
                  <a:srgbClr val="007F83"/>
                </a:solidFill>
              </a:defRPr>
            </a:lvl8pPr>
            <a:lvl9pPr algn="l">
              <a:defRPr sz="1950" b="1">
                <a:solidFill>
                  <a:srgbClr val="007F83"/>
                </a:solidFill>
              </a:defRPr>
            </a:lvl9pPr>
          </a:lstStyle>
          <a:p xmlns:a="http://schemas.openxmlformats.org/drawingml/2006/main">
            <a:pPr algn="l">
              <a:buNone/>
              <a:defRPr sz="1950" b="1">
                <a:solidFill>
                  <a:srgbClr val="007F83"/>
                </a:solidFill>
              </a:defRPr>
            </a:pPr>
            <a:r>
              <a:rPr sz="1950" b="1">
                <a:solidFill>
                  <a:srgbClr val="007F83"/>
                </a:solidFill>
              </a:rPr>
              <a:t>CONCLUSION</a:t>
            </a:r>
          </a:p>
        </p:txBody>
      </p:sp>
      <p:sp>
        <p:nvSpPr>
          <p:cNvPr id="26" name="text-254">
            <a:extLst xmlns:a="http://schemas.openxmlformats.org/drawingml/2006/main">
              <a:ext uri="{FF2B5EF4-FFF2-40B4-BE49-F238E27FC236}">
                <a16:creationId xmlns:a16="http://schemas.microsoft.com/office/drawing/2014/main" id="{C0A84E4B-9C3F-4C8B-8C44-B96DFDE4497A}"/>
              </a:ext>
            </a:extLst>
          </p:cNvPr>
          <p:cNvSpPr>
            <a:spLocks xmlns:a="http://schemas.openxmlformats.org/drawingml/2006/main" noGrp="1"/>
          </p:cNvSpPr>
          <p:nvPr/>
        </p:nvSpPr>
        <p:spPr>
          <a:xfrm xmlns:a="http://schemas.openxmlformats.org/drawingml/2006/main">
            <a:off x="9610725" y="2876550"/>
            <a:ext cx="7439025" cy="1847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175" b="0">
                <a:solidFill>
                  <a:srgbClr val="17364A"/>
                </a:solidFill>
              </a:defRPr>
            </a:defPPr>
            <a:lvl1pPr algn="l">
              <a:defRPr sz="2175" b="0">
                <a:solidFill>
                  <a:srgbClr val="17364A"/>
                </a:solidFill>
              </a:defRPr>
            </a:lvl1pPr>
            <a:lvl2pPr algn="l">
              <a:defRPr sz="2175" b="0">
                <a:solidFill>
                  <a:srgbClr val="17364A"/>
                </a:solidFill>
              </a:defRPr>
            </a:lvl2pPr>
            <a:lvl3pPr algn="l">
              <a:defRPr sz="2175" b="0">
                <a:solidFill>
                  <a:srgbClr val="17364A"/>
                </a:solidFill>
              </a:defRPr>
            </a:lvl3pPr>
            <a:lvl4pPr algn="l">
              <a:defRPr sz="2175" b="0">
                <a:solidFill>
                  <a:srgbClr val="17364A"/>
                </a:solidFill>
              </a:defRPr>
            </a:lvl4pPr>
            <a:lvl5pPr algn="l">
              <a:defRPr sz="2175" b="0">
                <a:solidFill>
                  <a:srgbClr val="17364A"/>
                </a:solidFill>
              </a:defRPr>
            </a:lvl5pPr>
            <a:lvl6pPr algn="l">
              <a:defRPr sz="2175" b="0">
                <a:solidFill>
                  <a:srgbClr val="17364A"/>
                </a:solidFill>
              </a:defRPr>
            </a:lvl6pPr>
            <a:lvl7pPr algn="l">
              <a:defRPr sz="2175" b="0">
                <a:solidFill>
                  <a:srgbClr val="17364A"/>
                </a:solidFill>
              </a:defRPr>
            </a:lvl7pPr>
            <a:lvl8pPr algn="l">
              <a:defRPr sz="2175" b="0">
                <a:solidFill>
                  <a:srgbClr val="17364A"/>
                </a:solidFill>
              </a:defRPr>
            </a:lvl8pPr>
            <a:lvl9pPr algn="l">
              <a:defRPr sz="2175" b="0">
                <a:solidFill>
                  <a:srgbClr val="17364A"/>
                </a:solidFill>
              </a:defRPr>
            </a:lvl9pPr>
          </a:lstStyle>
          <a:p xmlns:a="http://schemas.openxmlformats.org/drawingml/2006/main">
            <a:pPr algn="l">
              <a:buNone/>
              <a:defRPr sz="2175" b="0">
                <a:solidFill>
                  <a:srgbClr val="17364A"/>
                </a:solidFill>
              </a:defRPr>
            </a:pPr>
            <a:r>
              <a:rPr sz="2175" b="0">
                <a:solidFill>
                  <a:srgbClr val="17364A"/>
                </a:solidFill>
              </a:rPr>
              <a:t>EduVerse AI aims to integrate study-material processing, contextual Q&amp;A, explanation generation and quiz-based practice into a unified learning workflow. The project explores how generative AI can support interactive and self-directed learning.</a:t>
            </a:r>
          </a:p>
        </p:txBody>
      </p:sp>
      <p:sp>
        <p:nvSpPr>
          <p:cNvPr id="27" name="panel-255">
            <a:extLst xmlns:a="http://schemas.openxmlformats.org/drawingml/2006/main">
              <a:ext uri="{FF2B5EF4-FFF2-40B4-BE49-F238E27FC236}">
                <a16:creationId xmlns:a16="http://schemas.microsoft.com/office/drawing/2014/main" id="{150B6859-983F-4BCC-A808-29CBA003A853}"/>
              </a:ext>
            </a:extLst>
          </p:cNvPr>
          <p:cNvSpPr>
            <a:spLocks xmlns:a="http://schemas.openxmlformats.org/drawingml/2006/main" noGrp="1"/>
          </p:cNvSpPr>
          <p:nvPr/>
        </p:nvSpPr>
        <p:spPr>
          <a:xfrm xmlns:a="http://schemas.openxmlformats.org/drawingml/2006/main">
            <a:off x="9572625" y="4991100"/>
            <a:ext cx="7572375" cy="1019175"/>
          </a:xfrm>
          <a:prstGeom xmlns:a="http://schemas.openxmlformats.org/drawingml/2006/main" prst="roundRect">
            <a:avLst>
              <a:gd name="adj" fmla="val 9346"/>
            </a:avLst>
          </a:prstGeom>
          <a:solidFill xmlns:a="http://schemas.openxmlformats.org/drawingml/2006/main">
            <a:srgbClr val="EAF5F6"/>
          </a:solidFill>
          <a:ln xmlns:a="http://schemas.openxmlformats.org/drawingml/2006/main" w="12383">
            <a:solidFill>
              <a:srgbClr val="C7E0E2"/>
            </a:solidFill>
          </a:ln>
        </p:spPr>
      </p:sp>
      <p:sp>
        <p:nvSpPr>
          <p:cNvPr id="28" name="text-256">
            <a:extLst xmlns:a="http://schemas.openxmlformats.org/drawingml/2006/main">
              <a:ext uri="{FF2B5EF4-FFF2-40B4-BE49-F238E27FC236}">
                <a16:creationId xmlns:a16="http://schemas.microsoft.com/office/drawing/2014/main" id="{8DC1D5BC-55E0-4214-BEBA-196C5BEB4EF6}"/>
              </a:ext>
            </a:extLst>
          </p:cNvPr>
          <p:cNvSpPr>
            <a:spLocks xmlns:a="http://schemas.openxmlformats.org/drawingml/2006/main" noGrp="1"/>
          </p:cNvSpPr>
          <p:nvPr/>
        </p:nvSpPr>
        <p:spPr>
          <a:xfrm xmlns:a="http://schemas.openxmlformats.org/drawingml/2006/main">
            <a:off x="9801225" y="5114925"/>
            <a:ext cx="716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350" b="1">
                <a:solidFill>
                  <a:srgbClr val="007F83"/>
                </a:solidFill>
              </a:defRPr>
            </a:defPPr>
            <a:lvl1pPr algn="l">
              <a:defRPr sz="1350" b="1">
                <a:solidFill>
                  <a:srgbClr val="007F83"/>
                </a:solidFill>
              </a:defRPr>
            </a:lvl1pPr>
            <a:lvl2pPr algn="l">
              <a:defRPr sz="1350" b="1">
                <a:solidFill>
                  <a:srgbClr val="007F83"/>
                </a:solidFill>
              </a:defRPr>
            </a:lvl2pPr>
            <a:lvl3pPr algn="l">
              <a:defRPr sz="1350" b="1">
                <a:solidFill>
                  <a:srgbClr val="007F83"/>
                </a:solidFill>
              </a:defRPr>
            </a:lvl3pPr>
            <a:lvl4pPr algn="l">
              <a:defRPr sz="1350" b="1">
                <a:solidFill>
                  <a:srgbClr val="007F83"/>
                </a:solidFill>
              </a:defRPr>
            </a:lvl4pPr>
            <a:lvl5pPr algn="l">
              <a:defRPr sz="1350" b="1">
                <a:solidFill>
                  <a:srgbClr val="007F83"/>
                </a:solidFill>
              </a:defRPr>
            </a:lvl5pPr>
            <a:lvl6pPr algn="l">
              <a:defRPr sz="1350" b="1">
                <a:solidFill>
                  <a:srgbClr val="007F83"/>
                </a:solidFill>
              </a:defRPr>
            </a:lvl6pPr>
            <a:lvl7pPr algn="l">
              <a:defRPr sz="1350" b="1">
                <a:solidFill>
                  <a:srgbClr val="007F83"/>
                </a:solidFill>
              </a:defRPr>
            </a:lvl7pPr>
            <a:lvl8pPr algn="l">
              <a:defRPr sz="1350" b="1">
                <a:solidFill>
                  <a:srgbClr val="007F83"/>
                </a:solidFill>
              </a:defRPr>
            </a:lvl8pPr>
            <a:lvl9pPr algn="l">
              <a:defRPr sz="1350" b="1">
                <a:solidFill>
                  <a:srgbClr val="007F83"/>
                </a:solidFill>
              </a:defRPr>
            </a:lvl9pPr>
          </a:lstStyle>
          <a:p xmlns:a="http://schemas.openxmlformats.org/drawingml/2006/main">
            <a:pPr algn="l">
              <a:buNone/>
              <a:defRPr sz="1350" b="1">
                <a:solidFill>
                  <a:srgbClr val="007F83"/>
                </a:solidFill>
              </a:defRPr>
            </a:pPr>
            <a:r>
              <a:rPr sz="1350" b="1">
                <a:solidFill>
                  <a:srgbClr val="007F83"/>
                </a:solidFill>
              </a:rPr>
              <a:t>KEY TAKEAWAY</a:t>
            </a:r>
          </a:p>
        </p:txBody>
      </p:sp>
      <p:sp>
        <p:nvSpPr>
          <p:cNvPr id="29" name="text-257">
            <a:extLst xmlns:a="http://schemas.openxmlformats.org/drawingml/2006/main">
              <a:ext uri="{FF2B5EF4-FFF2-40B4-BE49-F238E27FC236}">
                <a16:creationId xmlns:a16="http://schemas.microsoft.com/office/drawing/2014/main" id="{3D589056-7288-40FD-8DE2-8511BA633D3D}"/>
              </a:ext>
            </a:extLst>
          </p:cNvPr>
          <p:cNvSpPr>
            <a:spLocks xmlns:a="http://schemas.openxmlformats.org/drawingml/2006/main" noGrp="1"/>
          </p:cNvSpPr>
          <p:nvPr/>
        </p:nvSpPr>
        <p:spPr>
          <a:xfrm xmlns:a="http://schemas.openxmlformats.org/drawingml/2006/main">
            <a:off x="9801225" y="5505450"/>
            <a:ext cx="71151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575" b="1">
                <a:solidFill>
                  <a:srgbClr val="075C64"/>
                </a:solidFill>
              </a:defRPr>
            </a:defPPr>
            <a:lvl1pPr algn="l">
              <a:defRPr sz="1575" b="1">
                <a:solidFill>
                  <a:srgbClr val="075C64"/>
                </a:solidFill>
              </a:defRPr>
            </a:lvl1pPr>
            <a:lvl2pPr algn="l">
              <a:defRPr sz="1575" b="1">
                <a:solidFill>
                  <a:srgbClr val="075C64"/>
                </a:solidFill>
              </a:defRPr>
            </a:lvl2pPr>
            <a:lvl3pPr algn="l">
              <a:defRPr sz="1575" b="1">
                <a:solidFill>
                  <a:srgbClr val="075C64"/>
                </a:solidFill>
              </a:defRPr>
            </a:lvl3pPr>
            <a:lvl4pPr algn="l">
              <a:defRPr sz="1575" b="1">
                <a:solidFill>
                  <a:srgbClr val="075C64"/>
                </a:solidFill>
              </a:defRPr>
            </a:lvl4pPr>
            <a:lvl5pPr algn="l">
              <a:defRPr sz="1575" b="1">
                <a:solidFill>
                  <a:srgbClr val="075C64"/>
                </a:solidFill>
              </a:defRPr>
            </a:lvl5pPr>
            <a:lvl6pPr algn="l">
              <a:defRPr sz="1575" b="1">
                <a:solidFill>
                  <a:srgbClr val="075C64"/>
                </a:solidFill>
              </a:defRPr>
            </a:lvl6pPr>
            <a:lvl7pPr algn="l">
              <a:defRPr sz="1575" b="1">
                <a:solidFill>
                  <a:srgbClr val="075C64"/>
                </a:solidFill>
              </a:defRPr>
            </a:lvl7pPr>
            <a:lvl8pPr algn="l">
              <a:defRPr sz="1575" b="1">
                <a:solidFill>
                  <a:srgbClr val="075C64"/>
                </a:solidFill>
              </a:defRPr>
            </a:lvl8pPr>
            <a:lvl9pPr algn="l">
              <a:defRPr sz="1575" b="1">
                <a:solidFill>
                  <a:srgbClr val="075C64"/>
                </a:solidFill>
              </a:defRPr>
            </a:lvl9pPr>
          </a:lstStyle>
          <a:p xmlns:a="http://schemas.openxmlformats.org/drawingml/2006/main">
            <a:pPr algn="l">
              <a:buNone/>
              <a:defRPr sz="1575" b="1">
                <a:solidFill>
                  <a:srgbClr val="075C64"/>
                </a:solidFill>
              </a:defRPr>
            </a:pPr>
            <a:r>
              <a:rPr sz="1575" b="1">
                <a:solidFill>
                  <a:srgbClr val="075C64"/>
                </a:solidFill>
              </a:rPr>
              <a:t>Study Material → AI Understanding → Interactive Tutor</a:t>
            </a:r>
          </a:p>
          <a:p xmlns:a="http://schemas.openxmlformats.org/drawingml/2006/main">
            <a:pPr algn="l">
              <a:buNone/>
              <a:defRPr sz="1575" b="1">
                <a:solidFill>
                  <a:srgbClr val="075C64"/>
                </a:solidFill>
              </a:defRPr>
            </a:pPr>
            <a:r>
              <a:rPr sz="1575" b="1">
                <a:solidFill>
                  <a:srgbClr val="075C64"/>
                </a:solidFill>
              </a:rPr>
              <a:t>→ Practice → Feedback</a:t>
            </a:r>
          </a:p>
        </p:txBody>
      </p:sp>
      <p:sp>
        <p:nvSpPr>
          <p:cNvPr id="30" name="text-258">
            <a:extLst xmlns:a="http://schemas.openxmlformats.org/drawingml/2006/main">
              <a:ext uri="{FF2B5EF4-FFF2-40B4-BE49-F238E27FC236}">
                <a16:creationId xmlns:a16="http://schemas.microsoft.com/office/drawing/2014/main" id="{BB07F932-90BA-46C6-9F37-1F106B0E8A00}"/>
              </a:ext>
            </a:extLst>
          </p:cNvPr>
          <p:cNvSpPr>
            <a:spLocks xmlns:a="http://schemas.openxmlformats.org/drawingml/2006/main" noGrp="1"/>
          </p:cNvSpPr>
          <p:nvPr/>
        </p:nvSpPr>
        <p:spPr>
          <a:xfrm xmlns:a="http://schemas.openxmlformats.org/drawingml/2006/main">
            <a:off x="9610725" y="6324600"/>
            <a:ext cx="75628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800" b="1">
                <a:solidFill>
                  <a:srgbClr val="007F83"/>
                </a:solidFill>
              </a:defRPr>
            </a:defPPr>
            <a:lvl1pPr algn="l">
              <a:defRPr sz="1800" b="1">
                <a:solidFill>
                  <a:srgbClr val="007F83"/>
                </a:solidFill>
              </a:defRPr>
            </a:lvl1pPr>
            <a:lvl2pPr algn="l">
              <a:defRPr sz="1800" b="1">
                <a:solidFill>
                  <a:srgbClr val="007F83"/>
                </a:solidFill>
              </a:defRPr>
            </a:lvl2pPr>
            <a:lvl3pPr algn="l">
              <a:defRPr sz="1800" b="1">
                <a:solidFill>
                  <a:srgbClr val="007F83"/>
                </a:solidFill>
              </a:defRPr>
            </a:lvl3pPr>
            <a:lvl4pPr algn="l">
              <a:defRPr sz="1800" b="1">
                <a:solidFill>
                  <a:srgbClr val="007F83"/>
                </a:solidFill>
              </a:defRPr>
            </a:lvl4pPr>
            <a:lvl5pPr algn="l">
              <a:defRPr sz="1800" b="1">
                <a:solidFill>
                  <a:srgbClr val="007F83"/>
                </a:solidFill>
              </a:defRPr>
            </a:lvl5pPr>
            <a:lvl6pPr algn="l">
              <a:defRPr sz="1800" b="1">
                <a:solidFill>
                  <a:srgbClr val="007F83"/>
                </a:solidFill>
              </a:defRPr>
            </a:lvl6pPr>
            <a:lvl7pPr algn="l">
              <a:defRPr sz="1800" b="1">
                <a:solidFill>
                  <a:srgbClr val="007F83"/>
                </a:solidFill>
              </a:defRPr>
            </a:lvl7pPr>
            <a:lvl8pPr algn="l">
              <a:defRPr sz="1800" b="1">
                <a:solidFill>
                  <a:srgbClr val="007F83"/>
                </a:solidFill>
              </a:defRPr>
            </a:lvl8pPr>
            <a:lvl9pPr algn="l">
              <a:defRPr sz="1800" b="1">
                <a:solidFill>
                  <a:srgbClr val="007F83"/>
                </a:solidFill>
              </a:defRPr>
            </a:lvl9pPr>
          </a:lstStyle>
          <a:p xmlns:a="http://schemas.openxmlformats.org/drawingml/2006/main">
            <a:pPr algn="l">
              <a:buNone/>
              <a:defRPr sz="1800" b="1">
                <a:solidFill>
                  <a:srgbClr val="007F83"/>
                </a:solidFill>
              </a:defRPr>
            </a:pPr>
            <a:r>
              <a:rPr sz="1800" b="1">
                <a:solidFill>
                  <a:srgbClr val="007F83"/>
                </a:solidFill>
              </a:rPr>
              <a:t>REFERENCES</a:t>
            </a:r>
          </a:p>
        </p:txBody>
      </p:sp>
      <p:sp>
        <p:nvSpPr>
          <p:cNvPr id="31" name="text-259">
            <a:extLst xmlns:a="http://schemas.openxmlformats.org/drawingml/2006/main">
              <a:ext uri="{FF2B5EF4-FFF2-40B4-BE49-F238E27FC236}">
                <a16:creationId xmlns:a16="http://schemas.microsoft.com/office/drawing/2014/main" id="{4F1C7823-7013-4875-AE30-D9B10B4037B2}"/>
              </a:ext>
            </a:extLst>
          </p:cNvPr>
          <p:cNvSpPr>
            <a:spLocks xmlns:a="http://schemas.openxmlformats.org/drawingml/2006/main" noGrp="1"/>
          </p:cNvSpPr>
          <p:nvPr/>
        </p:nvSpPr>
        <p:spPr>
          <a:xfrm xmlns:a="http://schemas.openxmlformats.org/drawingml/2006/main">
            <a:off x="9620250" y="6781800"/>
            <a:ext cx="74199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575" b="0">
                <a:solidFill>
                  <a:srgbClr val="17364A"/>
                </a:solidFill>
              </a:defRPr>
            </a:defPPr>
            <a:lvl1pPr algn="l">
              <a:defRPr sz="1575" b="0">
                <a:solidFill>
                  <a:srgbClr val="17364A"/>
                </a:solidFill>
              </a:defRPr>
            </a:lvl1pPr>
            <a:lvl2pPr algn="l">
              <a:defRPr sz="1575" b="0">
                <a:solidFill>
                  <a:srgbClr val="17364A"/>
                </a:solidFill>
              </a:defRPr>
            </a:lvl2pPr>
            <a:lvl3pPr algn="l">
              <a:defRPr sz="1575" b="0">
                <a:solidFill>
                  <a:srgbClr val="17364A"/>
                </a:solidFill>
              </a:defRPr>
            </a:lvl3pPr>
            <a:lvl4pPr algn="l">
              <a:defRPr sz="1575" b="0">
                <a:solidFill>
                  <a:srgbClr val="17364A"/>
                </a:solidFill>
              </a:defRPr>
            </a:lvl4pPr>
            <a:lvl5pPr algn="l">
              <a:defRPr sz="1575" b="0">
                <a:solidFill>
                  <a:srgbClr val="17364A"/>
                </a:solidFill>
              </a:defRPr>
            </a:lvl5pPr>
            <a:lvl6pPr algn="l">
              <a:defRPr sz="1575" b="0">
                <a:solidFill>
                  <a:srgbClr val="17364A"/>
                </a:solidFill>
              </a:defRPr>
            </a:lvl6pPr>
            <a:lvl7pPr algn="l">
              <a:defRPr sz="1575" b="0">
                <a:solidFill>
                  <a:srgbClr val="17364A"/>
                </a:solidFill>
              </a:defRPr>
            </a:lvl7pPr>
            <a:lvl8pPr algn="l">
              <a:defRPr sz="1575" b="0">
                <a:solidFill>
                  <a:srgbClr val="17364A"/>
                </a:solidFill>
              </a:defRPr>
            </a:lvl8pPr>
            <a:lvl9pPr algn="l">
              <a:defRPr sz="1575" b="0">
                <a:solidFill>
                  <a:srgbClr val="17364A"/>
                </a:solidFill>
              </a:defRPr>
            </a:lvl9pPr>
          </a:lstStyle>
          <a:p xmlns:a="http://schemas.openxmlformats.org/drawingml/2006/main">
            <a:pPr algn="l">
              <a:buNone/>
              <a:defRPr sz="1575" b="0">
                <a:solidFill>
                  <a:srgbClr val="17364A"/>
                </a:solidFill>
              </a:defRPr>
            </a:pPr>
            <a:r>
              <a:rPr sz="1575" b="0">
                <a:solidFill>
                  <a:srgbClr val="17364A"/>
                </a:solidFill>
                <a:hlinkClick xmlns:r="http://schemas.openxmlformats.org/officeDocument/2006/relationships" r:id="Ra29f990b7f2042a1"/>
              </a:rPr>
              <a:t>React Documentation</a:t>
            </a:r>
          </a:p>
        </p:txBody>
      </p:sp>
      <p:sp>
        <p:nvSpPr>
          <p:cNvPr id="32" name="text-260">
            <a:extLst xmlns:a="http://schemas.openxmlformats.org/drawingml/2006/main">
              <a:ext uri="{FF2B5EF4-FFF2-40B4-BE49-F238E27FC236}">
                <a16:creationId xmlns:a16="http://schemas.microsoft.com/office/drawing/2014/main" id="{6BA08B88-3BE2-46BA-A2C1-9CFCFBF2C86C}"/>
              </a:ext>
            </a:extLst>
          </p:cNvPr>
          <p:cNvSpPr>
            <a:spLocks xmlns:a="http://schemas.openxmlformats.org/drawingml/2006/main" noGrp="1"/>
          </p:cNvSpPr>
          <p:nvPr/>
        </p:nvSpPr>
        <p:spPr>
          <a:xfrm xmlns:a="http://schemas.openxmlformats.org/drawingml/2006/main">
            <a:off x="9620250" y="7143750"/>
            <a:ext cx="74199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575" b="0">
                <a:solidFill>
                  <a:srgbClr val="17364A"/>
                </a:solidFill>
              </a:defRPr>
            </a:defPPr>
            <a:lvl1pPr algn="l">
              <a:defRPr sz="1575" b="0">
                <a:solidFill>
                  <a:srgbClr val="17364A"/>
                </a:solidFill>
              </a:defRPr>
            </a:lvl1pPr>
            <a:lvl2pPr algn="l">
              <a:defRPr sz="1575" b="0">
                <a:solidFill>
                  <a:srgbClr val="17364A"/>
                </a:solidFill>
              </a:defRPr>
            </a:lvl2pPr>
            <a:lvl3pPr algn="l">
              <a:defRPr sz="1575" b="0">
                <a:solidFill>
                  <a:srgbClr val="17364A"/>
                </a:solidFill>
              </a:defRPr>
            </a:lvl3pPr>
            <a:lvl4pPr algn="l">
              <a:defRPr sz="1575" b="0">
                <a:solidFill>
                  <a:srgbClr val="17364A"/>
                </a:solidFill>
              </a:defRPr>
            </a:lvl4pPr>
            <a:lvl5pPr algn="l">
              <a:defRPr sz="1575" b="0">
                <a:solidFill>
                  <a:srgbClr val="17364A"/>
                </a:solidFill>
              </a:defRPr>
            </a:lvl5pPr>
            <a:lvl6pPr algn="l">
              <a:defRPr sz="1575" b="0">
                <a:solidFill>
                  <a:srgbClr val="17364A"/>
                </a:solidFill>
              </a:defRPr>
            </a:lvl6pPr>
            <a:lvl7pPr algn="l">
              <a:defRPr sz="1575" b="0">
                <a:solidFill>
                  <a:srgbClr val="17364A"/>
                </a:solidFill>
              </a:defRPr>
            </a:lvl7pPr>
            <a:lvl8pPr algn="l">
              <a:defRPr sz="1575" b="0">
                <a:solidFill>
                  <a:srgbClr val="17364A"/>
                </a:solidFill>
              </a:defRPr>
            </a:lvl8pPr>
            <a:lvl9pPr algn="l">
              <a:defRPr sz="1575" b="0">
                <a:solidFill>
                  <a:srgbClr val="17364A"/>
                </a:solidFill>
              </a:defRPr>
            </a:lvl9pPr>
          </a:lstStyle>
          <a:p xmlns:a="http://schemas.openxmlformats.org/drawingml/2006/main">
            <a:pPr algn="l">
              <a:buNone/>
              <a:defRPr sz="1575" b="0">
                <a:solidFill>
                  <a:srgbClr val="17364A"/>
                </a:solidFill>
              </a:defRPr>
            </a:pPr>
            <a:r>
              <a:rPr sz="1575" b="0">
                <a:solidFill>
                  <a:srgbClr val="17364A"/>
                </a:solidFill>
                <a:hlinkClick xmlns:r="http://schemas.openxmlformats.org/officeDocument/2006/relationships" r:id="Rc58b25a8517b4163"/>
              </a:rPr>
              <a:t>FastAPI Documentation</a:t>
            </a:r>
          </a:p>
        </p:txBody>
      </p:sp>
      <p:sp>
        <p:nvSpPr>
          <p:cNvPr id="33" name="text-261">
            <a:extLst xmlns:a="http://schemas.openxmlformats.org/drawingml/2006/main">
              <a:ext uri="{FF2B5EF4-FFF2-40B4-BE49-F238E27FC236}">
                <a16:creationId xmlns:a16="http://schemas.microsoft.com/office/drawing/2014/main" id="{E1977CEE-82C6-481E-B78B-FBBA3616C8CC}"/>
              </a:ext>
            </a:extLst>
          </p:cNvPr>
          <p:cNvSpPr>
            <a:spLocks xmlns:a="http://schemas.openxmlformats.org/drawingml/2006/main" noGrp="1"/>
          </p:cNvSpPr>
          <p:nvPr/>
        </p:nvSpPr>
        <p:spPr>
          <a:xfrm xmlns:a="http://schemas.openxmlformats.org/drawingml/2006/main">
            <a:off x="9620250" y="7505700"/>
            <a:ext cx="74199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575" b="0">
                <a:solidFill>
                  <a:srgbClr val="17364A"/>
                </a:solidFill>
              </a:defRPr>
            </a:defPPr>
            <a:lvl1pPr algn="l">
              <a:defRPr sz="1575" b="0">
                <a:solidFill>
                  <a:srgbClr val="17364A"/>
                </a:solidFill>
              </a:defRPr>
            </a:lvl1pPr>
            <a:lvl2pPr algn="l">
              <a:defRPr sz="1575" b="0">
                <a:solidFill>
                  <a:srgbClr val="17364A"/>
                </a:solidFill>
              </a:defRPr>
            </a:lvl2pPr>
            <a:lvl3pPr algn="l">
              <a:defRPr sz="1575" b="0">
                <a:solidFill>
                  <a:srgbClr val="17364A"/>
                </a:solidFill>
              </a:defRPr>
            </a:lvl3pPr>
            <a:lvl4pPr algn="l">
              <a:defRPr sz="1575" b="0">
                <a:solidFill>
                  <a:srgbClr val="17364A"/>
                </a:solidFill>
              </a:defRPr>
            </a:lvl4pPr>
            <a:lvl5pPr algn="l">
              <a:defRPr sz="1575" b="0">
                <a:solidFill>
                  <a:srgbClr val="17364A"/>
                </a:solidFill>
              </a:defRPr>
            </a:lvl5pPr>
            <a:lvl6pPr algn="l">
              <a:defRPr sz="1575" b="0">
                <a:solidFill>
                  <a:srgbClr val="17364A"/>
                </a:solidFill>
              </a:defRPr>
            </a:lvl6pPr>
            <a:lvl7pPr algn="l">
              <a:defRPr sz="1575" b="0">
                <a:solidFill>
                  <a:srgbClr val="17364A"/>
                </a:solidFill>
              </a:defRPr>
            </a:lvl7pPr>
            <a:lvl8pPr algn="l">
              <a:defRPr sz="1575" b="0">
                <a:solidFill>
                  <a:srgbClr val="17364A"/>
                </a:solidFill>
              </a:defRPr>
            </a:lvl8pPr>
            <a:lvl9pPr algn="l">
              <a:defRPr sz="1575" b="0">
                <a:solidFill>
                  <a:srgbClr val="17364A"/>
                </a:solidFill>
              </a:defRPr>
            </a:lvl9pPr>
          </a:lstStyle>
          <a:p xmlns:a="http://schemas.openxmlformats.org/drawingml/2006/main">
            <a:pPr algn="l">
              <a:buNone/>
              <a:defRPr sz="1575" b="0">
                <a:solidFill>
                  <a:srgbClr val="17364A"/>
                </a:solidFill>
              </a:defRPr>
            </a:pPr>
            <a:r>
              <a:rPr sz="1575" b="0">
                <a:solidFill>
                  <a:srgbClr val="17364A"/>
                </a:solidFill>
                <a:hlinkClick xmlns:r="http://schemas.openxmlformats.org/officeDocument/2006/relationships" r:id="Rb61031dc7f8040a8"/>
              </a:rPr>
              <a:t>PyMuPDF Documentation</a:t>
            </a:r>
          </a:p>
        </p:txBody>
      </p:sp>
      <p:sp>
        <p:nvSpPr>
          <p:cNvPr id="34" name="text-262">
            <a:extLst xmlns:a="http://schemas.openxmlformats.org/drawingml/2006/main">
              <a:ext uri="{FF2B5EF4-FFF2-40B4-BE49-F238E27FC236}">
                <a16:creationId xmlns:a16="http://schemas.microsoft.com/office/drawing/2014/main" id="{A5A6D568-DB04-461A-B870-053863251BAE}"/>
              </a:ext>
            </a:extLst>
          </p:cNvPr>
          <p:cNvSpPr>
            <a:spLocks xmlns:a="http://schemas.openxmlformats.org/drawingml/2006/main" noGrp="1"/>
          </p:cNvSpPr>
          <p:nvPr/>
        </p:nvSpPr>
        <p:spPr>
          <a:xfrm xmlns:a="http://schemas.openxmlformats.org/drawingml/2006/main">
            <a:off x="9620250" y="7867650"/>
            <a:ext cx="74199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575" b="0">
                <a:solidFill>
                  <a:srgbClr val="17364A"/>
                </a:solidFill>
              </a:defRPr>
            </a:defPPr>
            <a:lvl1pPr algn="l">
              <a:defRPr sz="1575" b="0">
                <a:solidFill>
                  <a:srgbClr val="17364A"/>
                </a:solidFill>
              </a:defRPr>
            </a:lvl1pPr>
            <a:lvl2pPr algn="l">
              <a:defRPr sz="1575" b="0">
                <a:solidFill>
                  <a:srgbClr val="17364A"/>
                </a:solidFill>
              </a:defRPr>
            </a:lvl2pPr>
            <a:lvl3pPr algn="l">
              <a:defRPr sz="1575" b="0">
                <a:solidFill>
                  <a:srgbClr val="17364A"/>
                </a:solidFill>
              </a:defRPr>
            </a:lvl3pPr>
            <a:lvl4pPr algn="l">
              <a:defRPr sz="1575" b="0">
                <a:solidFill>
                  <a:srgbClr val="17364A"/>
                </a:solidFill>
              </a:defRPr>
            </a:lvl4pPr>
            <a:lvl5pPr algn="l">
              <a:defRPr sz="1575" b="0">
                <a:solidFill>
                  <a:srgbClr val="17364A"/>
                </a:solidFill>
              </a:defRPr>
            </a:lvl5pPr>
            <a:lvl6pPr algn="l">
              <a:defRPr sz="1575" b="0">
                <a:solidFill>
                  <a:srgbClr val="17364A"/>
                </a:solidFill>
              </a:defRPr>
            </a:lvl6pPr>
            <a:lvl7pPr algn="l">
              <a:defRPr sz="1575" b="0">
                <a:solidFill>
                  <a:srgbClr val="17364A"/>
                </a:solidFill>
              </a:defRPr>
            </a:lvl7pPr>
            <a:lvl8pPr algn="l">
              <a:defRPr sz="1575" b="0">
                <a:solidFill>
                  <a:srgbClr val="17364A"/>
                </a:solidFill>
              </a:defRPr>
            </a:lvl8pPr>
            <a:lvl9pPr algn="l">
              <a:defRPr sz="1575" b="0">
                <a:solidFill>
                  <a:srgbClr val="17364A"/>
                </a:solidFill>
              </a:defRPr>
            </a:lvl9pPr>
          </a:lstStyle>
          <a:p xmlns:a="http://schemas.openxmlformats.org/drawingml/2006/main">
            <a:pPr algn="l">
              <a:buNone/>
              <a:defRPr sz="1575" b="0">
                <a:solidFill>
                  <a:srgbClr val="17364A"/>
                </a:solidFill>
              </a:defRPr>
            </a:pPr>
          </a:p>
        </p:txBody>
      </p:sp>
      <p:sp>
        <p:nvSpPr>
          <p:cNvPr id="35" name="text-263">
            <a:extLst xmlns:a="http://schemas.openxmlformats.org/drawingml/2006/main">
              <a:ext uri="{FF2B5EF4-FFF2-40B4-BE49-F238E27FC236}">
                <a16:creationId xmlns:a16="http://schemas.microsoft.com/office/drawing/2014/main" id="{87841E99-E9E6-4590-873D-49EF78301F82}"/>
              </a:ext>
            </a:extLst>
          </p:cNvPr>
          <p:cNvSpPr>
            <a:spLocks xmlns:a="http://schemas.openxmlformats.org/drawingml/2006/main" noGrp="1"/>
          </p:cNvSpPr>
          <p:nvPr/>
        </p:nvSpPr>
        <p:spPr>
          <a:xfrm xmlns:a="http://schemas.openxmlformats.org/drawingml/2006/main">
            <a:off x="9620250" y="8229600"/>
            <a:ext cx="74199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575" b="0">
                <a:solidFill>
                  <a:srgbClr val="17364A"/>
                </a:solidFill>
              </a:defRPr>
            </a:defPPr>
            <a:lvl1pPr algn="l">
              <a:defRPr sz="1575" b="0">
                <a:solidFill>
                  <a:srgbClr val="17364A"/>
                </a:solidFill>
              </a:defRPr>
            </a:lvl1pPr>
            <a:lvl2pPr algn="l">
              <a:defRPr sz="1575" b="0">
                <a:solidFill>
                  <a:srgbClr val="17364A"/>
                </a:solidFill>
              </a:defRPr>
            </a:lvl2pPr>
            <a:lvl3pPr algn="l">
              <a:defRPr sz="1575" b="0">
                <a:solidFill>
                  <a:srgbClr val="17364A"/>
                </a:solidFill>
              </a:defRPr>
            </a:lvl3pPr>
            <a:lvl4pPr algn="l">
              <a:defRPr sz="1575" b="0">
                <a:solidFill>
                  <a:srgbClr val="17364A"/>
                </a:solidFill>
              </a:defRPr>
            </a:lvl4pPr>
            <a:lvl5pPr algn="l">
              <a:defRPr sz="1575" b="0">
                <a:solidFill>
                  <a:srgbClr val="17364A"/>
                </a:solidFill>
              </a:defRPr>
            </a:lvl5pPr>
            <a:lvl6pPr algn="l">
              <a:defRPr sz="1575" b="0">
                <a:solidFill>
                  <a:srgbClr val="17364A"/>
                </a:solidFill>
              </a:defRPr>
            </a:lvl6pPr>
            <a:lvl7pPr algn="l">
              <a:defRPr sz="1575" b="0">
                <a:solidFill>
                  <a:srgbClr val="17364A"/>
                </a:solidFill>
              </a:defRPr>
            </a:lvl7pPr>
            <a:lvl8pPr algn="l">
              <a:defRPr sz="1575" b="0">
                <a:solidFill>
                  <a:srgbClr val="17364A"/>
                </a:solidFill>
              </a:defRPr>
            </a:lvl8pPr>
            <a:lvl9pPr algn="l">
              <a:defRPr sz="1575" b="0">
                <a:solidFill>
                  <a:srgbClr val="17364A"/>
                </a:solidFill>
              </a:defRPr>
            </a:lvl9pPr>
          </a:lstStyle>
          <a:p xmlns:a="http://schemas.openxmlformats.org/drawingml/2006/main">
            <a:pPr algn="l">
              <a:buNone/>
              <a:defRPr sz="1575" b="0">
                <a:solidFill>
                  <a:srgbClr val="17364A"/>
                </a:solidFill>
              </a:defRPr>
            </a:pPr>
          </a:p>
        </p:txBody>
      </p:sp>
      <p:sp>
        <p:nvSpPr>
          <p:cNvPr id="36" name="panel-264">
            <a:extLst xmlns:a="http://schemas.openxmlformats.org/drawingml/2006/main">
              <a:ext uri="{FF2B5EF4-FFF2-40B4-BE49-F238E27FC236}">
                <a16:creationId xmlns:a16="http://schemas.microsoft.com/office/drawing/2014/main" id="{327AF051-8589-45FB-84F5-63999AAD4D8A}"/>
              </a:ext>
            </a:extLst>
          </p:cNvPr>
          <p:cNvSpPr>
            <a:spLocks xmlns:a="http://schemas.openxmlformats.org/drawingml/2006/main" noGrp="1"/>
          </p:cNvSpPr>
          <p:nvPr/>
        </p:nvSpPr>
        <p:spPr>
          <a:xfrm xmlns:a="http://schemas.openxmlformats.org/drawingml/2006/main">
            <a:off x="723900" y="8181975"/>
            <a:ext cx="7800975" cy="1676400"/>
          </a:xfrm>
          <a:prstGeom xmlns:a="http://schemas.openxmlformats.org/drawingml/2006/main" prst="roundRect">
            <a:avLst>
              <a:gd name="adj" fmla="val 5682"/>
            </a:avLst>
          </a:prstGeom>
          <a:solidFill xmlns:a="http://schemas.openxmlformats.org/drawingml/2006/main">
            <a:srgbClr val="FFFFFF"/>
          </a:solidFill>
          <a:ln xmlns:a="http://schemas.openxmlformats.org/drawingml/2006/main" w="0">
            <a:noFill/>
          </a:ln>
        </p:spPr>
      </p:sp>
      <p:sp>
        <p:nvSpPr>
          <p:cNvPr id="37" name="text-265">
            <a:extLst xmlns:a="http://schemas.openxmlformats.org/drawingml/2006/main">
              <a:ext uri="{FF2B5EF4-FFF2-40B4-BE49-F238E27FC236}">
                <a16:creationId xmlns:a16="http://schemas.microsoft.com/office/drawing/2014/main" id="{0CE04286-F1CE-4C67-B9D0-33B3C6246FB8}"/>
              </a:ext>
            </a:extLst>
          </p:cNvPr>
          <p:cNvSpPr>
            <a:spLocks xmlns:a="http://schemas.openxmlformats.org/drawingml/2006/main" noGrp="1"/>
          </p:cNvSpPr>
          <p:nvPr/>
        </p:nvSpPr>
        <p:spPr>
          <a:xfrm xmlns:a="http://schemas.openxmlformats.org/drawingml/2006/main">
            <a:off x="1009650" y="8334375"/>
            <a:ext cx="71056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850" b="1">
                <a:solidFill>
                  <a:srgbClr val="12354E"/>
                </a:solidFill>
              </a:defRPr>
            </a:defPPr>
            <a:lvl1pPr algn="l">
              <a:defRPr sz="2850" b="1">
                <a:solidFill>
                  <a:srgbClr val="12354E"/>
                </a:solidFill>
              </a:defRPr>
            </a:lvl1pPr>
            <a:lvl2pPr algn="l">
              <a:defRPr sz="2850" b="1">
                <a:solidFill>
                  <a:srgbClr val="12354E"/>
                </a:solidFill>
              </a:defRPr>
            </a:lvl2pPr>
            <a:lvl3pPr algn="l">
              <a:defRPr sz="2850" b="1">
                <a:solidFill>
                  <a:srgbClr val="12354E"/>
                </a:solidFill>
              </a:defRPr>
            </a:lvl3pPr>
            <a:lvl4pPr algn="l">
              <a:defRPr sz="2850" b="1">
                <a:solidFill>
                  <a:srgbClr val="12354E"/>
                </a:solidFill>
              </a:defRPr>
            </a:lvl4pPr>
            <a:lvl5pPr algn="l">
              <a:defRPr sz="2850" b="1">
                <a:solidFill>
                  <a:srgbClr val="12354E"/>
                </a:solidFill>
              </a:defRPr>
            </a:lvl5pPr>
            <a:lvl6pPr algn="l">
              <a:defRPr sz="2850" b="1">
                <a:solidFill>
                  <a:srgbClr val="12354E"/>
                </a:solidFill>
              </a:defRPr>
            </a:lvl6pPr>
            <a:lvl7pPr algn="l">
              <a:defRPr sz="2850" b="1">
                <a:solidFill>
                  <a:srgbClr val="12354E"/>
                </a:solidFill>
              </a:defRPr>
            </a:lvl7pPr>
            <a:lvl8pPr algn="l">
              <a:defRPr sz="2850" b="1">
                <a:solidFill>
                  <a:srgbClr val="12354E"/>
                </a:solidFill>
              </a:defRPr>
            </a:lvl8pPr>
            <a:lvl9pPr algn="l">
              <a:defRPr sz="2850" b="1">
                <a:solidFill>
                  <a:srgbClr val="12354E"/>
                </a:solidFill>
              </a:defRPr>
            </a:lvl9pPr>
          </a:lstStyle>
          <a:p xmlns:a="http://schemas.openxmlformats.org/drawingml/2006/main">
            <a:pPr algn="l">
              <a:buNone/>
              <a:defRPr sz="2850" b="1">
                <a:solidFill>
                  <a:srgbClr val="12354E"/>
                </a:solidFill>
              </a:defRPr>
            </a:pPr>
            <a:r>
              <a:rPr sz="2850" b="1">
                <a:solidFill>
                  <a:srgbClr val="12354E"/>
                </a:solidFill>
              </a:rPr>
              <a:t>Thank You!</a:t>
            </a:r>
          </a:p>
        </p:txBody>
      </p:sp>
      <p:sp>
        <p:nvSpPr>
          <p:cNvPr id="38" name="text-266">
            <a:extLst xmlns:a="http://schemas.openxmlformats.org/drawingml/2006/main">
              <a:ext uri="{FF2B5EF4-FFF2-40B4-BE49-F238E27FC236}">
                <a16:creationId xmlns:a16="http://schemas.microsoft.com/office/drawing/2014/main" id="{65EA779E-0FA8-426E-AB92-AB7CD0AB72E9}"/>
              </a:ext>
            </a:extLst>
          </p:cNvPr>
          <p:cNvSpPr>
            <a:spLocks xmlns:a="http://schemas.openxmlformats.org/drawingml/2006/main" noGrp="1"/>
          </p:cNvSpPr>
          <p:nvPr/>
        </p:nvSpPr>
        <p:spPr>
          <a:xfrm xmlns:a="http://schemas.openxmlformats.org/drawingml/2006/main">
            <a:off x="1009650" y="8953500"/>
            <a:ext cx="71056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425" b="1">
                <a:solidFill>
                  <a:srgbClr val="007F83"/>
                </a:solidFill>
              </a:defRPr>
            </a:defPPr>
            <a:lvl1pPr algn="l">
              <a:defRPr sz="1425" b="1">
                <a:solidFill>
                  <a:srgbClr val="007F83"/>
                </a:solidFill>
              </a:defRPr>
            </a:lvl1pPr>
            <a:lvl2pPr algn="l">
              <a:defRPr sz="1425" b="1">
                <a:solidFill>
                  <a:srgbClr val="007F83"/>
                </a:solidFill>
              </a:defRPr>
            </a:lvl2pPr>
            <a:lvl3pPr algn="l">
              <a:defRPr sz="1425" b="1">
                <a:solidFill>
                  <a:srgbClr val="007F83"/>
                </a:solidFill>
              </a:defRPr>
            </a:lvl3pPr>
            <a:lvl4pPr algn="l">
              <a:defRPr sz="1425" b="1">
                <a:solidFill>
                  <a:srgbClr val="007F83"/>
                </a:solidFill>
              </a:defRPr>
            </a:lvl4pPr>
            <a:lvl5pPr algn="l">
              <a:defRPr sz="1425" b="1">
                <a:solidFill>
                  <a:srgbClr val="007F83"/>
                </a:solidFill>
              </a:defRPr>
            </a:lvl5pPr>
            <a:lvl6pPr algn="l">
              <a:defRPr sz="1425" b="1">
                <a:solidFill>
                  <a:srgbClr val="007F83"/>
                </a:solidFill>
              </a:defRPr>
            </a:lvl6pPr>
            <a:lvl7pPr algn="l">
              <a:defRPr sz="1425" b="1">
                <a:solidFill>
                  <a:srgbClr val="007F83"/>
                </a:solidFill>
              </a:defRPr>
            </a:lvl7pPr>
            <a:lvl8pPr algn="l">
              <a:defRPr sz="1425" b="1">
                <a:solidFill>
                  <a:srgbClr val="007F83"/>
                </a:solidFill>
              </a:defRPr>
            </a:lvl8pPr>
            <a:lvl9pPr algn="l">
              <a:defRPr sz="1425" b="1">
                <a:solidFill>
                  <a:srgbClr val="007F83"/>
                </a:solidFill>
              </a:defRPr>
            </a:lvl9pPr>
          </a:lstStyle>
          <a:p xmlns:a="http://schemas.openxmlformats.org/drawingml/2006/main">
            <a:pPr algn="l">
              <a:buNone/>
              <a:defRPr sz="1425" b="1">
                <a:solidFill>
                  <a:srgbClr val="007F83"/>
                </a:solidFill>
              </a:defRPr>
            </a:pPr>
            <a:r>
              <a:rPr sz="1425" b="1">
                <a:solidFill>
                  <a:srgbClr val="007F83"/>
                </a:solidFill>
              </a:rPr>
              <a:t>Presented By</a:t>
            </a:r>
          </a:p>
        </p:txBody>
      </p:sp>
      <p:sp>
        <p:nvSpPr>
          <p:cNvPr id="39" name="text-267">
            <a:extLst xmlns:a="http://schemas.openxmlformats.org/drawingml/2006/main">
              <a:ext uri="{FF2B5EF4-FFF2-40B4-BE49-F238E27FC236}">
                <a16:creationId xmlns:a16="http://schemas.microsoft.com/office/drawing/2014/main" id="{05909EF6-24F3-43E4-9A08-8B2F1FB12E37}"/>
              </a:ext>
            </a:extLst>
          </p:cNvPr>
          <p:cNvSpPr>
            <a:spLocks xmlns:a="http://schemas.openxmlformats.org/drawingml/2006/main" noGrp="1"/>
          </p:cNvSpPr>
          <p:nvPr/>
        </p:nvSpPr>
        <p:spPr>
          <a:xfrm xmlns:a="http://schemas.openxmlformats.org/drawingml/2006/main">
            <a:off x="1009650" y="9353550"/>
            <a:ext cx="71056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725" b="1">
                <a:solidFill>
                  <a:srgbClr val="12354E"/>
                </a:solidFill>
              </a:defRPr>
            </a:defPPr>
            <a:lvl1pPr algn="l">
              <a:defRPr sz="1725" b="1">
                <a:solidFill>
                  <a:srgbClr val="12354E"/>
                </a:solidFill>
              </a:defRPr>
            </a:lvl1pPr>
            <a:lvl2pPr algn="l">
              <a:defRPr sz="1725" b="1">
                <a:solidFill>
                  <a:srgbClr val="12354E"/>
                </a:solidFill>
              </a:defRPr>
            </a:lvl2pPr>
            <a:lvl3pPr algn="l">
              <a:defRPr sz="1725" b="1">
                <a:solidFill>
                  <a:srgbClr val="12354E"/>
                </a:solidFill>
              </a:defRPr>
            </a:lvl3pPr>
            <a:lvl4pPr algn="l">
              <a:defRPr sz="1725" b="1">
                <a:solidFill>
                  <a:srgbClr val="12354E"/>
                </a:solidFill>
              </a:defRPr>
            </a:lvl4pPr>
            <a:lvl5pPr algn="l">
              <a:defRPr sz="1725" b="1">
                <a:solidFill>
                  <a:srgbClr val="12354E"/>
                </a:solidFill>
              </a:defRPr>
            </a:lvl5pPr>
            <a:lvl6pPr algn="l">
              <a:defRPr sz="1725" b="1">
                <a:solidFill>
                  <a:srgbClr val="12354E"/>
                </a:solidFill>
              </a:defRPr>
            </a:lvl6pPr>
            <a:lvl7pPr algn="l">
              <a:defRPr sz="1725" b="1">
                <a:solidFill>
                  <a:srgbClr val="12354E"/>
                </a:solidFill>
              </a:defRPr>
            </a:lvl7pPr>
            <a:lvl8pPr algn="l">
              <a:defRPr sz="1725" b="1">
                <a:solidFill>
                  <a:srgbClr val="12354E"/>
                </a:solidFill>
              </a:defRPr>
            </a:lvl8pPr>
            <a:lvl9pPr algn="l">
              <a:defRPr sz="1725" b="1">
                <a:solidFill>
                  <a:srgbClr val="12354E"/>
                </a:solidFill>
              </a:defRPr>
            </a:lvl9pPr>
          </a:lstStyle>
          <a:p xmlns:a="http://schemas.openxmlformats.org/drawingml/2006/main">
            <a:pPr algn="l">
              <a:buNone/>
              <a:defRPr sz="1725" b="1">
                <a:solidFill>
                  <a:srgbClr val="12354E"/>
                </a:solidFill>
              </a:defRPr>
            </a:pPr>
            <a:r>
              <a:rPr sz="1725" b="1">
                <a:solidFill>
                  <a:srgbClr val="12354E"/>
                </a:solidFill>
              </a:rPr>
              <a:t>Aryan Shinde • Huzaifa Sheikh • Sufiyan Surve</a:t>
            </a:r>
          </a:p>
        </p:txBody>
      </p:sp>
      <p:sp>
        <p:nvSpPr>
          <p:cNvPr id="40" name="text-268">
            <a:extLst xmlns:a="http://schemas.openxmlformats.org/drawingml/2006/main">
              <a:ext uri="{FF2B5EF4-FFF2-40B4-BE49-F238E27FC236}">
                <a16:creationId xmlns:a16="http://schemas.microsoft.com/office/drawing/2014/main" id="{B2A9D2EC-17D7-4B8B-AEAD-D3B4DA10910C}"/>
              </a:ext>
            </a:extLst>
          </p:cNvPr>
          <p:cNvSpPr>
            <a:spLocks xmlns:a="http://schemas.openxmlformats.org/drawingml/2006/main" noGrp="1"/>
          </p:cNvSpPr>
          <p:nvPr/>
        </p:nvSpPr>
        <p:spPr>
          <a:xfrm xmlns:a="http://schemas.openxmlformats.org/drawingml/2006/main">
            <a:off x="16525875" y="9705975"/>
            <a:ext cx="10858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425" b="1">
                <a:solidFill>
                  <a:srgbClr val="075C64"/>
                </a:solidFill>
              </a:defRPr>
            </a:defPPr>
            <a:lvl1pPr algn="l">
              <a:defRPr sz="1425" b="1">
                <a:solidFill>
                  <a:srgbClr val="075C64"/>
                </a:solidFill>
              </a:defRPr>
            </a:lvl1pPr>
            <a:lvl2pPr algn="l">
              <a:defRPr sz="1425" b="1">
                <a:solidFill>
                  <a:srgbClr val="075C64"/>
                </a:solidFill>
              </a:defRPr>
            </a:lvl2pPr>
            <a:lvl3pPr algn="l">
              <a:defRPr sz="1425" b="1">
                <a:solidFill>
                  <a:srgbClr val="075C64"/>
                </a:solidFill>
              </a:defRPr>
            </a:lvl3pPr>
            <a:lvl4pPr algn="l">
              <a:defRPr sz="1425" b="1">
                <a:solidFill>
                  <a:srgbClr val="075C64"/>
                </a:solidFill>
              </a:defRPr>
            </a:lvl4pPr>
            <a:lvl5pPr algn="l">
              <a:defRPr sz="1425" b="1">
                <a:solidFill>
                  <a:srgbClr val="075C64"/>
                </a:solidFill>
              </a:defRPr>
            </a:lvl5pPr>
            <a:lvl6pPr algn="l">
              <a:defRPr sz="1425" b="1">
                <a:solidFill>
                  <a:srgbClr val="075C64"/>
                </a:solidFill>
              </a:defRPr>
            </a:lvl6pPr>
            <a:lvl7pPr algn="l">
              <a:defRPr sz="1425" b="1">
                <a:solidFill>
                  <a:srgbClr val="075C64"/>
                </a:solidFill>
              </a:defRPr>
            </a:lvl7pPr>
            <a:lvl8pPr algn="l">
              <a:defRPr sz="1425" b="1">
                <a:solidFill>
                  <a:srgbClr val="075C64"/>
                </a:solidFill>
              </a:defRPr>
            </a:lvl8pPr>
            <a:lvl9pPr algn="l">
              <a:defRPr sz="1425" b="1">
                <a:solidFill>
                  <a:srgbClr val="075C64"/>
                </a:solidFill>
              </a:defRPr>
            </a:lvl9pPr>
          </a:lstStyle>
          <a:p xmlns:a="http://schemas.openxmlformats.org/drawingml/2006/main">
            <a:pPr algn="l">
              <a:buNone/>
              <a:defRPr sz="1425" b="1">
                <a:solidFill>
                  <a:srgbClr val="075C64"/>
                </a:solidFill>
              </a:defRPr>
            </a:pPr>
            <a:r>
              <a:rPr sz="1425" b="1">
                <a:solidFill>
                  <a:srgbClr val="075C64"/>
                </a:solidFill>
              </a:rPr>
              <a:t>08 / 08</a:t>
            </a:r>
          </a:p>
        </p:txBody>
      </p:sp>
    </p:spTree>
    <p:extLst>
      <p:ext uri="{BB962C8B-B14F-4D97-AF65-F5344CB8AC3E}">
        <p14:creationId xmlns:p14="http://schemas.microsoft.com/office/powerpoint/2010/main" val="1065353537"/>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2026-10-17T10:27:46.9520000Z</dcterms:created>
  <dcterms:modified xsi:type="dcterms:W3CDTF">2026-10-17T10:27:46.9520000Z</dcterms:modified>
</coreProperties>
</file>